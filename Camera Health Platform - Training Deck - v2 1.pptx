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6"/>
  </p:notesMasterIdLst>
  <p:handoutMasterIdLst>
    <p:handoutMasterId r:id="rId27"/>
  </p:handoutMasterIdLst>
  <p:sldIdLst>
    <p:sldId id="256" r:id="rId2"/>
    <p:sldId id="257" r:id="rId3"/>
    <p:sldId id="258" r:id="rId4"/>
    <p:sldId id="259" r:id="rId5"/>
    <p:sldId id="260" r:id="rId6"/>
    <p:sldId id="261" r:id="rId7"/>
    <p:sldId id="262" r:id="rId8"/>
    <p:sldId id="263" r:id="rId9"/>
    <p:sldId id="280" r:id="rId10"/>
    <p:sldId id="281" r:id="rId11"/>
    <p:sldId id="266" r:id="rId12"/>
    <p:sldId id="267" r:id="rId13"/>
    <p:sldId id="268" r:id="rId14"/>
    <p:sldId id="269" r:id="rId15"/>
    <p:sldId id="270" r:id="rId16"/>
    <p:sldId id="271" r:id="rId17"/>
    <p:sldId id="282" r:id="rId18"/>
    <p:sldId id="273" r:id="rId19"/>
    <p:sldId id="274" r:id="rId20"/>
    <p:sldId id="275" r:id="rId21"/>
    <p:sldId id="276" r:id="rId22"/>
    <p:sldId id="277" r:id="rId23"/>
    <p:sldId id="278" r:id="rId24"/>
    <p:sldId id="279" r:id="rId25"/>
  </p:sldIdLst>
  <p:sldSz cx="12192000" cy="6858000"/>
  <p:notesSz cx="6858000" cy="9144000"/>
  <p:embeddedFontLst>
    <p:embeddedFont>
      <p:font typeface="Pilat Demi" panose="020B0703030000000004" charset="0"/>
      <p:regular r:id="rId28"/>
      <p:bold r:id="rId29"/>
    </p:embeddedFont>
    <p:embeddedFont>
      <p:font typeface="Pilat Light" panose="020B0403030000000004" charset="0"/>
      <p:regular r:id="rId30"/>
    </p:embeddedFont>
    <p:embeddedFont>
      <p:font typeface="Pilat Wide Heavy" panose="020B0905030000000004" charset="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ABAB"/>
    <a:srgbClr val="F2F2F2"/>
    <a:srgbClr val="D40043"/>
    <a:srgbClr val="D2214C"/>
    <a:srgbClr val="000000"/>
    <a:srgbClr val="00E68C"/>
    <a:srgbClr val="FF3C14"/>
    <a:srgbClr val="3230BE"/>
    <a:srgbClr val="FF2161"/>
    <a:srgbClr val="A1A4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0616F2-19F6-67B8-99BF-5CC871C77FD4}" v="6" dt="2026-10-22T06:50:07.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57" autoAdjust="0"/>
    <p:restoredTop sz="89196" autoAdjust="0"/>
  </p:normalViewPr>
  <p:slideViewPr>
    <p:cSldViewPr snapToGrid="0">
      <p:cViewPr varScale="1">
        <p:scale>
          <a:sx n="75" d="100"/>
          <a:sy n="75" d="100"/>
        </p:scale>
        <p:origin x="60" y="120"/>
      </p:cViewPr>
      <p:guideLst/>
    </p:cSldViewPr>
  </p:slideViewPr>
  <p:notesTextViewPr>
    <p:cViewPr>
      <p:scale>
        <a:sx n="1" d="1"/>
        <a:sy n="1" d="1"/>
      </p:scale>
      <p:origin x="0" y="0"/>
    </p:cViewPr>
  </p:notesTextViewPr>
  <p:sorterViewPr>
    <p:cViewPr>
      <p:scale>
        <a:sx n="68" d="100"/>
        <a:sy n="68" d="100"/>
      </p:scale>
      <p:origin x="0" y="0"/>
    </p:cViewPr>
  </p:sorterViewPr>
  <p:notesViewPr>
    <p:cSldViewPr snapToGrid="0">
      <p:cViewPr varScale="1">
        <p:scale>
          <a:sx n="80" d="100"/>
          <a:sy n="80" d="100"/>
        </p:scale>
        <p:origin x="2946"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Capture (3 min)</c:v>
                </c:pt>
              </c:strCache>
            </c:strRef>
          </c:tx>
          <c:spPr>
            <a:solidFill>
              <a:srgbClr val="1E1450"/>
            </a:solidFill>
          </c:spPr>
          <c:invertIfNegative val="1"/>
          <c:cat>
            <c:strRef>
              <c:f>Sheet1!$A$2:$A$3</c:f>
              <c:strCache>
                <c:ptCount val="2"/>
                <c:pt idx="0">
                  <c:v>Manual process</c:v>
                </c:pt>
                <c:pt idx="1">
                  <c:v>With the platform</c:v>
                </c:pt>
              </c:strCache>
            </c:strRef>
          </c:cat>
          <c:val>
            <c:numRef>
              <c:f>Sheet1!$B$2:$B$3</c:f>
              <c:numCache>
                <c:formatCode>General</c:formatCode>
                <c:ptCount val="2"/>
                <c:pt idx="0">
                  <c:v>50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D42-4A89-B4C3-591F77CB59F1}"/>
            </c:ext>
          </c:extLst>
        </c:ser>
        <c:ser>
          <c:idx val="1"/>
          <c:order val="1"/>
          <c:tx>
            <c:strRef>
              <c:f>Sheet1!$C$1</c:f>
              <c:strCache>
                <c:ptCount val="1"/>
                <c:pt idx="0">
                  <c:v>Review (2 min)</c:v>
                </c:pt>
              </c:strCache>
            </c:strRef>
          </c:tx>
          <c:spPr>
            <a:solidFill>
              <a:srgbClr val="3230BE"/>
            </a:solidFill>
          </c:spPr>
          <c:invertIfNegative val="1"/>
          <c:cat>
            <c:strRef>
              <c:f>Sheet1!$A$2:$A$3</c:f>
              <c:strCache>
                <c:ptCount val="2"/>
                <c:pt idx="0">
                  <c:v>Manual process</c:v>
                </c:pt>
                <c:pt idx="1">
                  <c:v>With the platform</c:v>
                </c:pt>
              </c:strCache>
            </c:strRef>
          </c:cat>
          <c:val>
            <c:numRef>
              <c:f>Sheet1!$C$2:$C$3</c:f>
              <c:numCache>
                <c:formatCode>General</c:formatCode>
                <c:ptCount val="2"/>
                <c:pt idx="0">
                  <c:v>33.299999999999997</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D42-4A89-B4C3-591F77CB59F1}"/>
            </c:ext>
          </c:extLst>
        </c:ser>
        <c:ser>
          <c:idx val="2"/>
          <c:order val="2"/>
          <c:tx>
            <c:strRef>
              <c:f>Sheet1!$D$1</c:f>
              <c:strCache>
                <c:ptCount val="1"/>
                <c:pt idx="0">
                  <c:v>Report (1.5 min)</c:v>
                </c:pt>
              </c:strCache>
            </c:strRef>
          </c:tx>
          <c:spPr>
            <a:solidFill>
              <a:srgbClr val="9C9AE0"/>
            </a:solidFill>
          </c:spPr>
          <c:invertIfNegative val="1"/>
          <c:cat>
            <c:strRef>
              <c:f>Sheet1!$A$2:$A$3</c:f>
              <c:strCache>
                <c:ptCount val="2"/>
                <c:pt idx="0">
                  <c:v>Manual process</c:v>
                </c:pt>
                <c:pt idx="1">
                  <c:v>With the platform</c:v>
                </c:pt>
              </c:strCache>
            </c:strRef>
          </c:cat>
          <c:val>
            <c:numRef>
              <c:f>Sheet1!$D$2:$D$3</c:f>
              <c:numCache>
                <c:formatCode>General</c:formatCode>
                <c:ptCount val="2"/>
                <c:pt idx="0">
                  <c:v>25</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D42-4A89-B4C3-591F77CB59F1}"/>
            </c:ext>
          </c:extLst>
        </c:ser>
        <c:ser>
          <c:idx val="3"/>
          <c:order val="3"/>
          <c:tx>
            <c:strRef>
              <c:f>Sheet1!$E$1</c:f>
              <c:strCache>
                <c:ptCount val="1"/>
                <c:pt idx="0">
                  <c:v>Verify flagged (5 min)</c:v>
                </c:pt>
              </c:strCache>
            </c:strRef>
          </c:tx>
          <c:spPr>
            <a:solidFill>
              <a:srgbClr val="FF2261"/>
            </a:solidFill>
          </c:spPr>
          <c:invertIfNegative val="1"/>
          <c:cat>
            <c:strRef>
              <c:f>Sheet1!$A$2:$A$3</c:f>
              <c:strCache>
                <c:ptCount val="2"/>
                <c:pt idx="0">
                  <c:v>Manual process</c:v>
                </c:pt>
                <c:pt idx="1">
                  <c:v>With the platform</c:v>
                </c:pt>
              </c:strCache>
            </c:strRef>
          </c:cat>
          <c:val>
            <c:numRef>
              <c:f>Sheet1!$E$2:$E$3</c:f>
              <c:numCache>
                <c:formatCode>General</c:formatCode>
                <c:ptCount val="2"/>
                <c:pt idx="0">
                  <c:v>8.3000000000000007</c:v>
                </c:pt>
                <c:pt idx="1">
                  <c:v>4.2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D42-4A89-B4C3-591F77CB59F1}"/>
            </c:ext>
          </c:extLst>
        </c:ser>
        <c:dLbls>
          <c:showLegendKey val="0"/>
          <c:showVal val="0"/>
          <c:showCatName val="0"/>
          <c:showSerName val="0"/>
          <c:showPercent val="0"/>
          <c:showBubbleSize val="0"/>
        </c:dLbls>
        <c:gapWidth val="45"/>
        <c:overlap val="100"/>
        <c:axId val="-2068027336"/>
        <c:axId val="-2113994440"/>
      </c:barChart>
      <c:catAx>
        <c:axId val="-2068027336"/>
        <c:scaling>
          <c:orientation val="maxMin"/>
        </c:scaling>
        <c:delete val="0"/>
        <c:axPos val="l"/>
        <c:numFmt formatCode="General" sourceLinked="0"/>
        <c:majorTickMark val="out"/>
        <c:minorTickMark val="none"/>
        <c:tickLblPos val="nextTo"/>
        <c:spPr>
          <a:ln>
            <a:noFill/>
          </a:ln>
        </c:spPr>
        <c:txPr>
          <a:bodyPr/>
          <a:lstStyle/>
          <a:p>
            <a:pPr>
              <a:defRPr sz="1200">
                <a:latin typeface="Pilat Demi"/>
              </a:defRPr>
            </a:pPr>
            <a:endParaRPr lang="en-US"/>
          </a:p>
        </c:txPr>
        <c:crossAx val="-2113994440"/>
        <c:crosses val="autoZero"/>
        <c:auto val="1"/>
        <c:lblAlgn val="ctr"/>
        <c:lblOffset val="100"/>
        <c:noMultiLvlLbl val="0"/>
      </c:catAx>
      <c:valAx>
        <c:axId val="-2113994440"/>
        <c:scaling>
          <c:orientation val="minMax"/>
        </c:scaling>
        <c:delete val="0"/>
        <c:axPos val="t"/>
        <c:majorGridlines>
          <c:spPr>
            <a:ln>
              <a:solidFill>
                <a:srgbClr val="E6E5EE"/>
              </a:solidFill>
            </a:ln>
          </c:spPr>
        </c:majorGridlines>
        <c:numFmt formatCode="0&quot; h&quot;" sourceLinked="0"/>
        <c:majorTickMark val="out"/>
        <c:minorTickMark val="none"/>
        <c:tickLblPos val="nextTo"/>
        <c:spPr>
          <a:ln>
            <a:noFill/>
          </a:ln>
        </c:spPr>
        <c:txPr>
          <a:bodyPr/>
          <a:lstStyle/>
          <a:p>
            <a:pPr>
              <a:defRPr sz="1000"/>
            </a:pPr>
            <a:endParaRPr lang="en-US"/>
          </a:p>
        </c:txPr>
        <c:crossAx val="-2068027336"/>
        <c:crosses val="autoZero"/>
        <c:crossBetween val="between"/>
      </c:valAx>
    </c:plotArea>
    <c:legend>
      <c:legendPos val="t"/>
      <c:overlay val="0"/>
      <c:txPr>
        <a:bodyPr/>
        <a:lstStyle/>
        <a:p>
          <a:pPr>
            <a:defRPr sz="1000">
              <a:latin typeface="Pilat Light"/>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Learned confidence</c:v>
                </c:pt>
              </c:strCache>
            </c:strRef>
          </c:tx>
          <c:spPr>
            <a:ln w="38100">
              <a:solidFill>
                <a:srgbClr val="3230BE"/>
              </a:solidFill>
            </a:ln>
          </c:spPr>
          <c:marker>
            <c:symbol val="diamond"/>
            <c:size val="9"/>
            <c:spPr>
              <a:solidFill>
                <a:srgbClr val="00E68C"/>
              </a:solidFill>
              <a:ln>
                <a:solidFill>
                  <a:srgbClr val="1E1450"/>
                </a:solidFill>
              </a:ln>
            </c:spPr>
          </c:marker>
          <c:dLbls>
            <c:numFmt formatCode="0&quot;%&quot;" sourceLinked="0"/>
            <c:spPr>
              <a:noFill/>
              <a:ln>
                <a:noFill/>
              </a:ln>
              <a:effectLst/>
            </c:spPr>
            <c:txPr>
              <a:bodyPr/>
              <a:lstStyle/>
              <a:p>
                <a:pPr>
                  <a:defRPr sz="1100">
                    <a:solidFill>
                      <a:srgbClr val="1E1450"/>
                    </a:solidFill>
                    <a:latin typeface="Pilat Dem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68.2</c:v>
                </c:pt>
                <c:pt idx="1">
                  <c:v>77.400000000000006</c:v>
                </c:pt>
                <c:pt idx="2">
                  <c:v>83.9</c:v>
                </c:pt>
                <c:pt idx="3">
                  <c:v>88.4</c:v>
                </c:pt>
                <c:pt idx="4">
                  <c:v>91.6</c:v>
                </c:pt>
                <c:pt idx="5">
                  <c:v>93.8</c:v>
                </c:pt>
                <c:pt idx="6">
                  <c:v>95.4</c:v>
                </c:pt>
                <c:pt idx="7">
                  <c:v>96.5</c:v>
                </c:pt>
                <c:pt idx="8">
                  <c:v>97.2</c:v>
                </c:pt>
                <c:pt idx="9">
                  <c:v>97.8</c:v>
                </c:pt>
              </c:numCache>
            </c:numRef>
          </c:val>
          <c:smooth val="0"/>
          <c:extLst>
            <c:ext xmlns:c16="http://schemas.microsoft.com/office/drawing/2014/chart" uri="{C3380CC4-5D6E-409C-BE32-E72D297353CC}">
              <c16:uniqueId val="{00000000-84A0-43DA-9566-EBE2432E5A1C}"/>
            </c:ext>
          </c:extLst>
        </c:ser>
        <c:dLbls>
          <c:dLblPos val="t"/>
          <c:showLegendKey val="0"/>
          <c:showVal val="1"/>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000"/>
            </a:pPr>
            <a:endParaRPr lang="en-US"/>
          </a:p>
        </c:txPr>
        <c:crossAx val="2140495176"/>
        <c:crosses val="autoZero"/>
        <c:auto val="1"/>
        <c:lblAlgn val="ctr"/>
        <c:lblOffset val="100"/>
        <c:noMultiLvlLbl val="0"/>
      </c:catAx>
      <c:valAx>
        <c:axId val="2140495176"/>
        <c:scaling>
          <c:orientation val="minMax"/>
          <c:max val="100"/>
          <c:min val="60"/>
        </c:scaling>
        <c:delete val="0"/>
        <c:axPos val="l"/>
        <c:majorGridlines>
          <c:spPr>
            <a:ln>
              <a:solidFill>
                <a:srgbClr val="E6E5EE"/>
              </a:solidFill>
            </a:ln>
          </c:spPr>
        </c:majorGridlines>
        <c:numFmt formatCode="0&quot;%&quot;" sourceLinked="0"/>
        <c:majorTickMark val="out"/>
        <c:minorTickMark val="none"/>
        <c:tickLblPos val="nextTo"/>
        <c:spPr>
          <a:ln>
            <a:noFill/>
          </a:ln>
        </c:spPr>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E39F8F-1066-4A01-95CF-3E62D96475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Pilat Light" panose="020B0403030000000004" pitchFamily="34" charset="0"/>
            </a:endParaRPr>
          </a:p>
        </p:txBody>
      </p:sp>
      <p:sp>
        <p:nvSpPr>
          <p:cNvPr id="3" name="Date Placeholder 2">
            <a:extLst>
              <a:ext uri="{FF2B5EF4-FFF2-40B4-BE49-F238E27FC236}">
                <a16:creationId xmlns:a16="http://schemas.microsoft.com/office/drawing/2014/main" id="{03F7B2F0-D58E-41DF-ABAF-EF7190A8CA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2734864-1029-455F-BB67-2F6523867862}" type="datetimeFigureOut">
              <a:rPr lang="en-US" smtClean="0">
                <a:latin typeface="Pilat Light" panose="020B0403030000000004" pitchFamily="34" charset="0"/>
              </a:rPr>
              <a:t>10/22/2026</a:t>
            </a:fld>
            <a:endParaRPr lang="en-US" dirty="0">
              <a:latin typeface="Pilat Light" panose="020B0403030000000004" pitchFamily="34" charset="0"/>
            </a:endParaRPr>
          </a:p>
        </p:txBody>
      </p:sp>
      <p:sp>
        <p:nvSpPr>
          <p:cNvPr id="4" name="Footer Placeholder 3">
            <a:extLst>
              <a:ext uri="{FF2B5EF4-FFF2-40B4-BE49-F238E27FC236}">
                <a16:creationId xmlns:a16="http://schemas.microsoft.com/office/drawing/2014/main" id="{9735618E-DEAC-4D5E-8587-CE9596EE5C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Pilat Light" panose="020B0403030000000004" pitchFamily="34" charset="0"/>
            </a:endParaRPr>
          </a:p>
        </p:txBody>
      </p:sp>
      <p:sp>
        <p:nvSpPr>
          <p:cNvPr id="5" name="Slide Number Placeholder 4">
            <a:extLst>
              <a:ext uri="{FF2B5EF4-FFF2-40B4-BE49-F238E27FC236}">
                <a16:creationId xmlns:a16="http://schemas.microsoft.com/office/drawing/2014/main" id="{543C4325-7378-419E-9B97-13D11E5C96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DBB04A-7D5C-4EC1-895E-87680CDC2911}" type="slidenum">
              <a:rPr lang="en-US" smtClean="0">
                <a:latin typeface="Pilat Light" panose="020B0403030000000004" pitchFamily="34" charset="0"/>
              </a:rPr>
              <a:t>‹#›</a:t>
            </a:fld>
            <a:endParaRPr lang="en-US" dirty="0">
              <a:latin typeface="Pilat Light" panose="020B0403030000000004" pitchFamily="34" charset="0"/>
            </a:endParaRPr>
          </a:p>
        </p:txBody>
      </p:sp>
    </p:spTree>
    <p:extLst>
      <p:ext uri="{BB962C8B-B14F-4D97-AF65-F5344CB8AC3E}">
        <p14:creationId xmlns:p14="http://schemas.microsoft.com/office/powerpoint/2010/main" val="11623605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ilat Light" panose="020B04030300000000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ilat Light" panose="020B0403030000000004" pitchFamily="34" charset="0"/>
              </a:defRPr>
            </a:lvl1pPr>
          </a:lstStyle>
          <a:p>
            <a:fld id="{C103FC69-A716-435F-B9FF-13A3DF7B4083}" type="datetimeFigureOut">
              <a:rPr lang="en-US" smtClean="0"/>
              <a:pPr/>
              <a:t>10/22/2026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ilat Light" panose="020B04030300000000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ilat Light" panose="020B0403030000000004" pitchFamily="34" charset="0"/>
              </a:defRPr>
            </a:lvl1pPr>
          </a:lstStyle>
          <a:p>
            <a:fld id="{66D7F56D-8183-4A1F-A48F-AA9FB15B6CC6}" type="slidenum">
              <a:rPr lang="en-US" smtClean="0"/>
              <a:pPr/>
              <a:t>‹#›</a:t>
            </a:fld>
            <a:endParaRPr lang="en-US" dirty="0"/>
          </a:p>
        </p:txBody>
      </p:sp>
    </p:spTree>
    <p:extLst>
      <p:ext uri="{BB962C8B-B14F-4D97-AF65-F5344CB8AC3E}">
        <p14:creationId xmlns:p14="http://schemas.microsoft.com/office/powerpoint/2010/main" val="476157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ilat Light" panose="020B0403030000000004" pitchFamily="34" charset="0"/>
        <a:ea typeface="+mn-ea"/>
        <a:cs typeface="+mn-cs"/>
      </a:defRPr>
    </a:lvl1pPr>
    <a:lvl2pPr marL="457200" algn="l" defTabSz="914400" rtl="0" eaLnBrk="1" latinLnBrk="0" hangingPunct="1">
      <a:defRPr sz="1200" kern="1200">
        <a:solidFill>
          <a:schemeClr val="tx1"/>
        </a:solidFill>
        <a:latin typeface="Pilat Light" panose="020B0403030000000004" pitchFamily="34" charset="0"/>
        <a:ea typeface="+mn-ea"/>
        <a:cs typeface="+mn-cs"/>
      </a:defRPr>
    </a:lvl2pPr>
    <a:lvl3pPr marL="914400" algn="l" defTabSz="914400" rtl="0" eaLnBrk="1" latinLnBrk="0" hangingPunct="1">
      <a:defRPr sz="1200" kern="1200">
        <a:solidFill>
          <a:schemeClr val="tx1"/>
        </a:solidFill>
        <a:latin typeface="Pilat Light" panose="020B0403030000000004" pitchFamily="34" charset="0"/>
        <a:ea typeface="+mn-ea"/>
        <a:cs typeface="+mn-cs"/>
      </a:defRPr>
    </a:lvl3pPr>
    <a:lvl4pPr marL="1371600" algn="l" defTabSz="914400" rtl="0" eaLnBrk="1" latinLnBrk="0" hangingPunct="1">
      <a:defRPr sz="1200" kern="1200">
        <a:solidFill>
          <a:schemeClr val="tx1"/>
        </a:solidFill>
        <a:latin typeface="Pilat Light" panose="020B0403030000000004" pitchFamily="34" charset="0"/>
        <a:ea typeface="+mn-ea"/>
        <a:cs typeface="+mn-cs"/>
      </a:defRPr>
    </a:lvl4pPr>
    <a:lvl5pPr marL="1828800" algn="l" defTabSz="914400" rtl="0" eaLnBrk="1" latinLnBrk="0" hangingPunct="1">
      <a:defRPr sz="1200" kern="1200">
        <a:solidFill>
          <a:schemeClr val="tx1"/>
        </a:solidFill>
        <a:latin typeface="Pilat Light" panose="020B04030300000000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Introduce yourself and the purpose: by the end of today everyone in the room can explain what the platform does (managers) or run the daily routine unaided (engineers). The deck has three modules; managers usually leave after module 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A is a 30-minute briefing for managers. Module B is the 2.5-hour hands-on session for verification engineers and supervisors. Module C is for IT. Hand out the Quick Reference Card at the start of Module B.</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A: keep it visual and short. Key message: automation for the repetitive part, people for judgement, and the system learns from those judgements.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the moving-machinery point: standard CCTV health tools compare with a fixed reference picture; that does not work here. Then the manual effort, and the camera-generation problem that causes false alarms.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six steps left to right. Point at the learning loop: every verdict becomes that camera's baseline; similar later pictures inherit it; worse ones come back to a person.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Figures use the platform's own default role estimates (editable in building_status.py): 3 min capture, 2 min review, 1.5 min report per camera, 5 min to verify a flagged camera; 10% flagged per day, half of them repeats that are auto-matched. Ask the site to replace these with real numbers.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candid: the code works end to end in the demo, but the project folder mixes file versions, there is no login, and passwords are stored in plain text. These are normal pilot-stage items. Then the three phases.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B is hands-on. Everyone should have the dashboard open in a browser and the Quick Reference Card in front of them.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Demonstrate: run.bat on the platform PC, the console window, the browser opening. Then open the dashboard from a trainee's PC using the platform PC's address and port 5070. Point out the header status line and the two tabs.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SOP. Triage order matters: No view first (no picture at all, usually network or maintenance), then Worse than last check (known problems getting worse), then the rest by confidence. NEW: Terminal, Machine, Camera, Status and Verdict filters each take several values - open the list, tick several (the Machine and Camera lists have a search box), press Apply. Ticks inside one filter mean 'any of these'; different filters combine. Nothing ticked = all. Demonstrate: your own machines only, Status No view + Too dark. End of day: Awaiting verification = 0 and the PDF shared.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 through each status with a typical cause and the first action. Emphasise that tint can be caused by a coloured object filling the view, and Dirty / blurry can be an old camera that is always soft. That is where the verdict reasons come in.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real card: detected Dirty / blurry, but the final status is OK because an engineer marked this unit as an old camera, and the platform copied that verdict (Auto-matched) with 77% learned confidence. Explain the two confidence numbers: detection = how obvious; learned = trust in the copy.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Demonstrate on a pending card: open Add engineer verdict, choose Normal / false detection, show the second Reason list, type name and remark, Save. The card updates without reloading. Then walk the decision guide. Stress: if unsure, do not guess, take a fresh picture with Test capture now.</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baseline: the latest inspection of the same camera with the same detection that an engineer verified. Automatic copies are never baselines, so the reference cannot drift. Same or better → copy. Clearly worse (higher detection confidence than the baseline by more than the margin) → Worse than last check. Then the learned confidence curve: 68, 77, 84, 88, 92 ... 99%.</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four ways: one card, everything filtered (max 2,000 rows), hand-picked selection, CSV. Open a PDF and point out Pending, the small blue auto-matched label and the coloured status cell.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camera: four required fields, port only if not 554, RTSP path default is Hikvision. Import: template, required columns, skip vs update, problem rows listed with row numbers. Delete keeps history; re-adding the same three names re-links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Settings &gt; Schedule. NEW - How often: every day, every N days (2-60, counted from a start date, so it carries on across months), weekly on any ticked weekdays (one day = once a week, two days = twice a week), or monthly on day 1-28 or the last day (29-31 are not offered because some months lack them). The line 'Saved schedule: the inspection runs ...' and Status &gt; Next run show exactly what will happen. The same cameras (Which cameras) and the 3-hour wake-up rule apply to every frequency. Detections: any check except No view can be switched off for ALL cameras and new inspections only. Cameras at the same time: default 8, never two from one machine together.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training instance loaded with test cameras (testimg: sources). Each pair completes the five exercises; the trainer checks each one off in the training workbook. Answers are in the workbook's Exercises sheet.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No view, then Worse than last check. 2) Normal / false detection, reason Old camera. 3) No: it shows how far past the limit the measurement is. 4) The new picture was clearly worse than the engineer-verified baseline, so the verdict was not copied. 5) Inspections, verdicts and pictures are kept; the camera is tagged Removed and re-adding the same Terminal + Machine + Camera re-links them.</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C summarises the Installation &amp; Administration Guide; hand that out.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four quadrants. Highlight: the platform PC must be on, awake and on Dubai time; port 5070 inbound only from engineering; RTSP 554 outbound to cameras; backups of the database and screenshots; and the security items before wider use.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each row ask the room for the likely cause before revealing the check.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people to the right document for their role. The workbook includes the competency checklist each engineer completes with their supervisor in the first week.</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everyone; collect the knowledge-check answers and schedule the on-the-job sign-off.</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8.png"/><Relationship Id="rId1" Type="http://schemas.openxmlformats.org/officeDocument/2006/relationships/slideMaster" Target="../slideMasters/slideMaster1.xml"/><Relationship Id="rId4" Type="http://schemas.openxmlformats.org/officeDocument/2006/relationships/image" Target="../media/image29.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30.png"/><Relationship Id="rId1" Type="http://schemas.openxmlformats.org/officeDocument/2006/relationships/slideMaster" Target="../slideMasters/slideMaster1.xml"/><Relationship Id="rId5" Type="http://schemas.openxmlformats.org/officeDocument/2006/relationships/image" Target="../media/image29.png"/><Relationship Id="rId4" Type="http://schemas.openxmlformats.org/officeDocument/2006/relationships/image" Target="../media/image18.svg"/></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6.sv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8.png"/><Relationship Id="rId1" Type="http://schemas.openxmlformats.org/officeDocument/2006/relationships/slideMaster" Target="../slideMasters/slideMaster1.xml"/><Relationship Id="rId4" Type="http://schemas.openxmlformats.org/officeDocument/2006/relationships/image" Target="../media/image37.emf"/></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37.emf"/></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nly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A2AFAC-A5C2-7D4B-A3E1-FEF9C2FF6E7A}"/>
              </a:ext>
            </a:extLst>
          </p:cNvPr>
          <p:cNvSpPr/>
          <p:nvPr userDrawn="1"/>
        </p:nvSpPr>
        <p:spPr>
          <a:xfrm>
            <a:off x="0" y="0"/>
            <a:ext cx="12202885" cy="6858000"/>
          </a:xfrm>
          <a:prstGeom prst="rect">
            <a:avLst/>
          </a:prstGeom>
          <a:solidFill>
            <a:srgbClr val="1E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ight Blue">
            <a:extLst>
              <a:ext uri="{FF2B5EF4-FFF2-40B4-BE49-F238E27FC236}">
                <a16:creationId xmlns:a16="http://schemas.microsoft.com/office/drawing/2014/main" id="{4268C51E-B7C9-FD4D-9F60-0FB634312A02}"/>
              </a:ext>
            </a:extLst>
          </p:cNvPr>
          <p:cNvSpPr/>
          <p:nvPr userDrawn="1"/>
        </p:nvSpPr>
        <p:spPr>
          <a:xfrm rot="15300000">
            <a:off x="4054184" y="-3154922"/>
            <a:ext cx="10428036" cy="9323976"/>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90000">
                <a:srgbClr val="312A8B">
                  <a:alpha val="0"/>
                </a:srgbClr>
              </a:gs>
              <a:gs pos="24000">
                <a:srgbClr val="312A8B"/>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4" name="Light Blue">
            <a:extLst>
              <a:ext uri="{FF2B5EF4-FFF2-40B4-BE49-F238E27FC236}">
                <a16:creationId xmlns:a16="http://schemas.microsoft.com/office/drawing/2014/main" id="{CA0D1BED-9CF4-0F43-A8AC-D1A5537FBAE1}"/>
              </a:ext>
            </a:extLst>
          </p:cNvPr>
          <p:cNvSpPr/>
          <p:nvPr userDrawn="1"/>
        </p:nvSpPr>
        <p:spPr>
          <a:xfrm rot="9669243">
            <a:off x="-3866786" y="78809"/>
            <a:ext cx="10755282" cy="9616574"/>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3000">
                <a:srgbClr val="281E4C">
                  <a:alpha val="0"/>
                </a:srgbClr>
              </a:gs>
              <a:gs pos="0">
                <a:srgbClr val="281E4C"/>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5" name="Light Blue">
            <a:extLst>
              <a:ext uri="{FF2B5EF4-FFF2-40B4-BE49-F238E27FC236}">
                <a16:creationId xmlns:a16="http://schemas.microsoft.com/office/drawing/2014/main" id="{F2236DD7-CEA8-4B44-AF60-A2FC00228939}"/>
              </a:ext>
            </a:extLst>
          </p:cNvPr>
          <p:cNvSpPr/>
          <p:nvPr userDrawn="1"/>
        </p:nvSpPr>
        <p:spPr>
          <a:xfrm rot="9669243">
            <a:off x="7613716" y="105950"/>
            <a:ext cx="10092738" cy="9024176"/>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100000">
                <a:srgbClr val="3E3C90">
                  <a:alpha val="0"/>
                </a:srgbClr>
              </a:gs>
              <a:gs pos="18000">
                <a:srgbClr val="3E3C90"/>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pic>
        <p:nvPicPr>
          <p:cNvPr id="6" name="Picture 5" descr="Logo, company name&#10;&#10;Description automatically generated">
            <a:extLst>
              <a:ext uri="{FF2B5EF4-FFF2-40B4-BE49-F238E27FC236}">
                <a16:creationId xmlns:a16="http://schemas.microsoft.com/office/drawing/2014/main" id="{BC5335CF-8A4A-3B46-B333-A7B769B9356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02765" y="1914362"/>
            <a:ext cx="4386470" cy="2711224"/>
          </a:xfrm>
          <a:prstGeom prst="rect">
            <a:avLst/>
          </a:prstGeom>
        </p:spPr>
      </p:pic>
    </p:spTree>
    <p:extLst>
      <p:ext uri="{BB962C8B-B14F-4D97-AF65-F5344CB8AC3E}">
        <p14:creationId xmlns:p14="http://schemas.microsoft.com/office/powerpoint/2010/main" val="128485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6000" fill="hold"/>
                                        <p:tgtEl>
                                          <p:spTgt spid="3"/>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16000" fill="hold"/>
                                        <p:tgtEl>
                                          <p:spTgt spid="4"/>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16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CB451B4-8634-4D34-9C10-A4B4ED1C621C}"/>
              </a:ext>
            </a:extLst>
          </p:cNvPr>
          <p:cNvSpPr>
            <a:spLocks noGrp="1"/>
          </p:cNvSpPr>
          <p:nvPr>
            <p:ph type="pic" sz="quarter" idx="13"/>
          </p:nvPr>
        </p:nvSpPr>
        <p:spPr>
          <a:xfrm>
            <a:off x="0" y="-194310"/>
            <a:ext cx="12192000" cy="4135582"/>
          </a:xfrm>
        </p:spPr>
        <p:txBody>
          <a:bodyPr bIns="1044000" anchor="ctr"/>
          <a:lstStyle>
            <a:lvl1pPr algn="ctr">
              <a:defRPr/>
            </a:lvl1pPr>
          </a:lstStyle>
          <a:p>
            <a:r>
              <a:rPr lang="en-GB"/>
              <a:t>Click icon to add picture</a:t>
            </a:r>
            <a:endParaRPr lang="en-US"/>
          </a:p>
        </p:txBody>
      </p:sp>
      <p:pic>
        <p:nvPicPr>
          <p:cNvPr id="13" name="Graphic 12">
            <a:extLst>
              <a:ext uri="{FF2B5EF4-FFF2-40B4-BE49-F238E27FC236}">
                <a16:creationId xmlns:a16="http://schemas.microsoft.com/office/drawing/2014/main" id="{A32EE534-B632-492C-864F-8574A8758F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433" b="37751"/>
          <a:stretch/>
        </p:blipFill>
        <p:spPr>
          <a:xfrm>
            <a:off x="4075834" y="3941273"/>
            <a:ext cx="8116166" cy="2916728"/>
          </a:xfrm>
          <a:prstGeom prst="rect">
            <a:avLst/>
          </a:prstGeom>
        </p:spPr>
      </p:pic>
      <p:sp>
        <p:nvSpPr>
          <p:cNvPr id="3" name="Subtitle 2">
            <a:extLst>
              <a:ext uri="{FF2B5EF4-FFF2-40B4-BE49-F238E27FC236}">
                <a16:creationId xmlns:a16="http://schemas.microsoft.com/office/drawing/2014/main" id="{2B6B66F3-5203-4B02-9B0B-77B84709BEA3}"/>
              </a:ext>
            </a:extLst>
          </p:cNvPr>
          <p:cNvSpPr>
            <a:spLocks noGrp="1"/>
          </p:cNvSpPr>
          <p:nvPr>
            <p:ph type="subTitle" idx="1"/>
          </p:nvPr>
        </p:nvSpPr>
        <p:spPr>
          <a:xfrm>
            <a:off x="3714750" y="6084889"/>
            <a:ext cx="7410450" cy="601662"/>
          </a:xfrm>
        </p:spPr>
        <p:txBody>
          <a:bodyPr/>
          <a:lstStyle>
            <a:lvl1pPr marL="0" indent="0" algn="l">
              <a:buNone/>
              <a:defRPr sz="1800" spc="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2" name="Title 1">
            <a:extLst>
              <a:ext uri="{FF2B5EF4-FFF2-40B4-BE49-F238E27FC236}">
                <a16:creationId xmlns:a16="http://schemas.microsoft.com/office/drawing/2014/main" id="{5CCD69AD-A198-4236-A43E-28ADA000EDBE}"/>
              </a:ext>
            </a:extLst>
          </p:cNvPr>
          <p:cNvSpPr>
            <a:spLocks noGrp="1"/>
          </p:cNvSpPr>
          <p:nvPr>
            <p:ph type="ctrTitle"/>
          </p:nvPr>
        </p:nvSpPr>
        <p:spPr>
          <a:xfrm>
            <a:off x="3714750" y="4419600"/>
            <a:ext cx="7391400" cy="1499128"/>
          </a:xfrm>
        </p:spPr>
        <p:txBody>
          <a:bodyPr anchor="b"/>
          <a:lstStyle>
            <a:lvl1pPr algn="l">
              <a:defRPr lang="en-US" sz="5400" kern="1200" cap="all" baseline="0" dirty="0">
                <a:solidFill>
                  <a:schemeClr val="tx2"/>
                </a:solidFill>
                <a:latin typeface="+mj-lt"/>
                <a:ea typeface="+mn-ea"/>
                <a:cs typeface="+mn-cs"/>
              </a:defRPr>
            </a:lvl1pPr>
          </a:lstStyle>
          <a:p>
            <a:r>
              <a:rPr lang="en-GB" dirty="0"/>
              <a:t>Click to edit Master title style</a:t>
            </a:r>
            <a:endParaRPr lang="en-US" dirty="0"/>
          </a:p>
        </p:txBody>
      </p:sp>
      <p:pic>
        <p:nvPicPr>
          <p:cNvPr id="7" name="Graphic 6">
            <a:extLst>
              <a:ext uri="{FF2B5EF4-FFF2-40B4-BE49-F238E27FC236}">
                <a16:creationId xmlns:a16="http://schemas.microsoft.com/office/drawing/2014/main" id="{410C2E87-C23E-47EA-9F1B-E5F7695E00D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2265" y="4821836"/>
            <a:ext cx="1869902" cy="1155600"/>
          </a:xfrm>
          <a:prstGeom prst="rect">
            <a:avLst/>
          </a:prstGeom>
        </p:spPr>
      </p:pic>
    </p:spTree>
    <p:extLst>
      <p:ext uri="{BB962C8B-B14F-4D97-AF65-F5344CB8AC3E}">
        <p14:creationId xmlns:p14="http://schemas.microsoft.com/office/powerpoint/2010/main" val="729360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19" name="Picture 18" descr="Logo, company name&#10;&#10;Description automatically generated">
            <a:extLst>
              <a:ext uri="{FF2B5EF4-FFF2-40B4-BE49-F238E27FC236}">
                <a16:creationId xmlns:a16="http://schemas.microsoft.com/office/drawing/2014/main" id="{92D4BC4A-9202-4B7A-8E77-505F5B24BC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54462" y="609600"/>
            <a:ext cx="1868010" cy="1154594"/>
          </a:xfrm>
          <a:prstGeom prst="rect">
            <a:avLst/>
          </a:prstGeom>
        </p:spPr>
      </p:pic>
      <p:sp>
        <p:nvSpPr>
          <p:cNvPr id="2" name="Title 1">
            <a:extLst>
              <a:ext uri="{FF2B5EF4-FFF2-40B4-BE49-F238E27FC236}">
                <a16:creationId xmlns:a16="http://schemas.microsoft.com/office/drawing/2014/main" id="{5CCD69AD-A198-4236-A43E-28ADA000EDBE}"/>
              </a:ext>
            </a:extLst>
          </p:cNvPr>
          <p:cNvSpPr>
            <a:spLocks noGrp="1"/>
          </p:cNvSpPr>
          <p:nvPr>
            <p:ph type="ctrTitle"/>
          </p:nvPr>
        </p:nvSpPr>
        <p:spPr>
          <a:xfrm>
            <a:off x="1524000" y="2387599"/>
            <a:ext cx="9144000" cy="1969029"/>
          </a:xfrm>
        </p:spPr>
        <p:txBody>
          <a:bodyPr anchor="b"/>
          <a:lstStyle>
            <a:lvl1pPr algn="ctr">
              <a:defRPr lang="en-US" sz="6000" kern="1200" dirty="0">
                <a:solidFill>
                  <a:schemeClr val="bg1"/>
                </a:solidFill>
                <a:latin typeface="+mj-lt"/>
                <a:ea typeface="+mn-ea"/>
                <a:cs typeface="+mn-cs"/>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2B6B66F3-5203-4B02-9B0B-77B84709BEA3}"/>
              </a:ext>
            </a:extLst>
          </p:cNvPr>
          <p:cNvSpPr>
            <a:spLocks noGrp="1"/>
          </p:cNvSpPr>
          <p:nvPr>
            <p:ph type="subTitle" idx="1"/>
          </p:nvPr>
        </p:nvSpPr>
        <p:spPr>
          <a:xfrm>
            <a:off x="1524000" y="4618038"/>
            <a:ext cx="9144000" cy="732895"/>
          </a:xfrm>
        </p:spPr>
        <p:txBody>
          <a:bodyPr/>
          <a:lstStyle>
            <a:lvl1pPr marL="0" indent="0" algn="ctr">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Tree>
    <p:extLst>
      <p:ext uri="{BB962C8B-B14F-4D97-AF65-F5344CB8AC3E}">
        <p14:creationId xmlns:p14="http://schemas.microsoft.com/office/powerpoint/2010/main" val="3590999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1_Title Slide - SafeTogether">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7" name="Picture 6">
            <a:extLst>
              <a:ext uri="{FF2B5EF4-FFF2-40B4-BE49-F238E27FC236}">
                <a16:creationId xmlns:a16="http://schemas.microsoft.com/office/drawing/2014/main" id="{54F7A8BF-CB06-374F-95BE-4352A2BBE61E}"/>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2186"/>
          <a:stretch/>
        </p:blipFill>
        <p:spPr>
          <a:xfrm>
            <a:off x="-3" y="2053771"/>
            <a:ext cx="12185987" cy="4804228"/>
          </a:xfrm>
          <a:prstGeom prst="rect">
            <a:avLst/>
          </a:prstGeom>
        </p:spPr>
      </p:pic>
      <p:pic>
        <p:nvPicPr>
          <p:cNvPr id="19" name="Picture 18" descr="Logo, company name&#10;&#10;Description automatically generated">
            <a:extLst>
              <a:ext uri="{FF2B5EF4-FFF2-40B4-BE49-F238E27FC236}">
                <a16:creationId xmlns:a16="http://schemas.microsoft.com/office/drawing/2014/main" id="{92D4BC4A-9202-4B7A-8E77-505F5B24BCE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92176" y="304985"/>
            <a:ext cx="1526067" cy="943243"/>
          </a:xfrm>
          <a:prstGeom prst="rect">
            <a:avLst/>
          </a:prstGeom>
        </p:spPr>
      </p:pic>
      <p:sp>
        <p:nvSpPr>
          <p:cNvPr id="2" name="Title 1">
            <a:extLst>
              <a:ext uri="{FF2B5EF4-FFF2-40B4-BE49-F238E27FC236}">
                <a16:creationId xmlns:a16="http://schemas.microsoft.com/office/drawing/2014/main" id="{5CCD69AD-A198-4236-A43E-28ADA000EDBE}"/>
              </a:ext>
            </a:extLst>
          </p:cNvPr>
          <p:cNvSpPr>
            <a:spLocks noGrp="1"/>
          </p:cNvSpPr>
          <p:nvPr>
            <p:ph type="ctrTitle"/>
          </p:nvPr>
        </p:nvSpPr>
        <p:spPr>
          <a:xfrm>
            <a:off x="1524000" y="1968012"/>
            <a:ext cx="9144000" cy="1969029"/>
          </a:xfrm>
        </p:spPr>
        <p:txBody>
          <a:bodyPr anchor="b"/>
          <a:lstStyle>
            <a:lvl1pPr algn="ctr">
              <a:defRPr lang="en-US" sz="6000" kern="1200" dirty="0">
                <a:solidFill>
                  <a:schemeClr val="bg1"/>
                </a:solidFill>
                <a:latin typeface="+mj-lt"/>
                <a:ea typeface="+mn-ea"/>
                <a:cs typeface="+mn-cs"/>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2B6B66F3-5203-4B02-9B0B-77B84709BEA3}"/>
              </a:ext>
            </a:extLst>
          </p:cNvPr>
          <p:cNvSpPr>
            <a:spLocks noGrp="1"/>
          </p:cNvSpPr>
          <p:nvPr>
            <p:ph type="subTitle" idx="1"/>
          </p:nvPr>
        </p:nvSpPr>
        <p:spPr>
          <a:xfrm>
            <a:off x="1524000" y="4198451"/>
            <a:ext cx="9144000" cy="732895"/>
          </a:xfrm>
        </p:spPr>
        <p:txBody>
          <a:bodyPr/>
          <a:lstStyle>
            <a:lvl1pPr marL="0" indent="0" algn="ctr">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pic>
        <p:nvPicPr>
          <p:cNvPr id="9" name="Picture 8" descr="Text&#10;&#10;Description automatically generated with medium confidence">
            <a:extLst>
              <a:ext uri="{FF2B5EF4-FFF2-40B4-BE49-F238E27FC236}">
                <a16:creationId xmlns:a16="http://schemas.microsoft.com/office/drawing/2014/main" id="{83B987E8-0134-A339-1284-B173F23295AF}"/>
              </a:ext>
            </a:extLst>
          </p:cNvPr>
          <p:cNvPicPr>
            <a:picLocks noChangeAspect="1"/>
          </p:cNvPicPr>
          <p:nvPr userDrawn="1"/>
        </p:nvPicPr>
        <p:blipFill rotWithShape="1">
          <a:blip r:embed="rId5"/>
          <a:srcRect t="45021"/>
          <a:stretch/>
        </p:blipFill>
        <p:spPr>
          <a:xfrm>
            <a:off x="9593984" y="304985"/>
            <a:ext cx="2592000" cy="593771"/>
          </a:xfrm>
          <a:prstGeom prst="rect">
            <a:avLst/>
          </a:prstGeom>
        </p:spPr>
      </p:pic>
    </p:spTree>
    <p:extLst>
      <p:ext uri="{BB962C8B-B14F-4D97-AF65-F5344CB8AC3E}">
        <p14:creationId xmlns:p14="http://schemas.microsoft.com/office/powerpoint/2010/main" val="240959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Title Slide - Innogat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7" name="Picture 6">
            <a:extLst>
              <a:ext uri="{FF2B5EF4-FFF2-40B4-BE49-F238E27FC236}">
                <a16:creationId xmlns:a16="http://schemas.microsoft.com/office/drawing/2014/main" id="{54F7A8BF-CB06-374F-95BE-4352A2BBE61E}"/>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2186"/>
          <a:stretch/>
        </p:blipFill>
        <p:spPr>
          <a:xfrm>
            <a:off x="-3" y="2053771"/>
            <a:ext cx="12185987" cy="4804228"/>
          </a:xfrm>
          <a:prstGeom prst="rect">
            <a:avLst/>
          </a:prstGeom>
        </p:spPr>
      </p:pic>
      <p:pic>
        <p:nvPicPr>
          <p:cNvPr id="19" name="Picture 18" descr="Logo, company name&#10;&#10;Description automatically generated">
            <a:extLst>
              <a:ext uri="{FF2B5EF4-FFF2-40B4-BE49-F238E27FC236}">
                <a16:creationId xmlns:a16="http://schemas.microsoft.com/office/drawing/2014/main" id="{92D4BC4A-9202-4B7A-8E77-505F5B24BCE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92176" y="304985"/>
            <a:ext cx="1526067" cy="943243"/>
          </a:xfrm>
          <a:prstGeom prst="rect">
            <a:avLst/>
          </a:prstGeom>
        </p:spPr>
      </p:pic>
      <p:pic>
        <p:nvPicPr>
          <p:cNvPr id="6" name="Picture 5" descr="Logo&#10;&#10;Description automatically generated">
            <a:extLst>
              <a:ext uri="{FF2B5EF4-FFF2-40B4-BE49-F238E27FC236}">
                <a16:creationId xmlns:a16="http://schemas.microsoft.com/office/drawing/2014/main" id="{C7A7091D-8A6C-8179-6912-295DA1ADA724}"/>
              </a:ext>
            </a:extLst>
          </p:cNvPr>
          <p:cNvPicPr>
            <a:picLocks noChangeAspect="1"/>
          </p:cNvPicPr>
          <p:nvPr userDrawn="1"/>
        </p:nvPicPr>
        <p:blipFill rotWithShape="1">
          <a:blip r:embed="rId5"/>
          <a:srcRect t="41503"/>
          <a:stretch/>
        </p:blipFill>
        <p:spPr>
          <a:xfrm>
            <a:off x="10233828" y="297728"/>
            <a:ext cx="1987200" cy="484360"/>
          </a:xfrm>
          <a:prstGeom prst="rect">
            <a:avLst/>
          </a:prstGeom>
        </p:spPr>
      </p:pic>
      <p:sp>
        <p:nvSpPr>
          <p:cNvPr id="8" name="Title 1">
            <a:extLst>
              <a:ext uri="{FF2B5EF4-FFF2-40B4-BE49-F238E27FC236}">
                <a16:creationId xmlns:a16="http://schemas.microsoft.com/office/drawing/2014/main" id="{0297FA27-CC0B-5413-1260-10D1164875CA}"/>
              </a:ext>
            </a:extLst>
          </p:cNvPr>
          <p:cNvSpPr>
            <a:spLocks noGrp="1"/>
          </p:cNvSpPr>
          <p:nvPr>
            <p:ph type="ctrTitle"/>
          </p:nvPr>
        </p:nvSpPr>
        <p:spPr>
          <a:xfrm>
            <a:off x="1524000" y="1968012"/>
            <a:ext cx="9144000" cy="1969029"/>
          </a:xfrm>
        </p:spPr>
        <p:txBody>
          <a:bodyPr anchor="b"/>
          <a:lstStyle>
            <a:lvl1pPr algn="ctr">
              <a:defRPr lang="en-US" sz="6000" kern="1200" dirty="0">
                <a:solidFill>
                  <a:schemeClr val="bg1"/>
                </a:solidFill>
                <a:latin typeface="+mj-lt"/>
                <a:ea typeface="+mn-ea"/>
                <a:cs typeface="+mn-cs"/>
              </a:defRPr>
            </a:lvl1pPr>
          </a:lstStyle>
          <a:p>
            <a:r>
              <a:rPr lang="en-GB" dirty="0"/>
              <a:t>Click to edit Master title style</a:t>
            </a:r>
            <a:endParaRPr lang="en-US" dirty="0"/>
          </a:p>
        </p:txBody>
      </p:sp>
      <p:sp>
        <p:nvSpPr>
          <p:cNvPr id="10" name="Subtitle 2">
            <a:extLst>
              <a:ext uri="{FF2B5EF4-FFF2-40B4-BE49-F238E27FC236}">
                <a16:creationId xmlns:a16="http://schemas.microsoft.com/office/drawing/2014/main" id="{A1E33FF5-DDB0-8706-0238-EC65D7E951B7}"/>
              </a:ext>
            </a:extLst>
          </p:cNvPr>
          <p:cNvSpPr>
            <a:spLocks noGrp="1"/>
          </p:cNvSpPr>
          <p:nvPr>
            <p:ph type="subTitle" idx="1"/>
          </p:nvPr>
        </p:nvSpPr>
        <p:spPr>
          <a:xfrm>
            <a:off x="1524000" y="4198451"/>
            <a:ext cx="9144000" cy="732895"/>
          </a:xfrm>
        </p:spPr>
        <p:txBody>
          <a:bodyPr/>
          <a:lstStyle>
            <a:lvl1pPr marL="0" indent="0" algn="ctr">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Tree>
    <p:extLst>
      <p:ext uri="{BB962C8B-B14F-4D97-AF65-F5344CB8AC3E}">
        <p14:creationId xmlns:p14="http://schemas.microsoft.com/office/powerpoint/2010/main" val="372786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_Title Slide - OurPrinciples">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7" name="Picture 6">
            <a:extLst>
              <a:ext uri="{FF2B5EF4-FFF2-40B4-BE49-F238E27FC236}">
                <a16:creationId xmlns:a16="http://schemas.microsoft.com/office/drawing/2014/main" id="{54F7A8BF-CB06-374F-95BE-4352A2BBE61E}"/>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2186"/>
          <a:stretch/>
        </p:blipFill>
        <p:spPr>
          <a:xfrm>
            <a:off x="-3" y="2053771"/>
            <a:ext cx="12185987" cy="4804228"/>
          </a:xfrm>
          <a:prstGeom prst="rect">
            <a:avLst/>
          </a:prstGeom>
        </p:spPr>
      </p:pic>
      <p:pic>
        <p:nvPicPr>
          <p:cNvPr id="19" name="Picture 18" descr="Logo, company name&#10;&#10;Description automatically generated">
            <a:extLst>
              <a:ext uri="{FF2B5EF4-FFF2-40B4-BE49-F238E27FC236}">
                <a16:creationId xmlns:a16="http://schemas.microsoft.com/office/drawing/2014/main" id="{92D4BC4A-9202-4B7A-8E77-505F5B24BCE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92176" y="304985"/>
            <a:ext cx="1526067" cy="943243"/>
          </a:xfrm>
          <a:prstGeom prst="rect">
            <a:avLst/>
          </a:prstGeom>
        </p:spPr>
      </p:pic>
      <p:pic>
        <p:nvPicPr>
          <p:cNvPr id="8" name="Picture 7" descr="Logo&#10;&#10;Description automatically generated">
            <a:extLst>
              <a:ext uri="{FF2B5EF4-FFF2-40B4-BE49-F238E27FC236}">
                <a16:creationId xmlns:a16="http://schemas.microsoft.com/office/drawing/2014/main" id="{88C5E854-5A40-E7A5-1216-0E784AC55FFD}"/>
              </a:ext>
            </a:extLst>
          </p:cNvPr>
          <p:cNvPicPr>
            <a:picLocks noChangeAspect="1"/>
          </p:cNvPicPr>
          <p:nvPr userDrawn="1"/>
        </p:nvPicPr>
        <p:blipFill rotWithShape="1">
          <a:blip r:embed="rId5"/>
          <a:srcRect t="42486"/>
          <a:stretch/>
        </p:blipFill>
        <p:spPr>
          <a:xfrm>
            <a:off x="9492343" y="304985"/>
            <a:ext cx="2592000" cy="621143"/>
          </a:xfrm>
          <a:prstGeom prst="rect">
            <a:avLst/>
          </a:prstGeom>
        </p:spPr>
      </p:pic>
      <p:sp>
        <p:nvSpPr>
          <p:cNvPr id="9" name="Title 1">
            <a:extLst>
              <a:ext uri="{FF2B5EF4-FFF2-40B4-BE49-F238E27FC236}">
                <a16:creationId xmlns:a16="http://schemas.microsoft.com/office/drawing/2014/main" id="{23170152-6DAF-816A-EBF6-DA67E41CB7F4}"/>
              </a:ext>
            </a:extLst>
          </p:cNvPr>
          <p:cNvSpPr>
            <a:spLocks noGrp="1"/>
          </p:cNvSpPr>
          <p:nvPr>
            <p:ph type="ctrTitle"/>
          </p:nvPr>
        </p:nvSpPr>
        <p:spPr>
          <a:xfrm>
            <a:off x="1524000" y="1968012"/>
            <a:ext cx="9144000" cy="1969029"/>
          </a:xfrm>
        </p:spPr>
        <p:txBody>
          <a:bodyPr anchor="b"/>
          <a:lstStyle>
            <a:lvl1pPr algn="ctr">
              <a:defRPr lang="en-US" sz="6000" kern="1200" dirty="0">
                <a:solidFill>
                  <a:schemeClr val="bg1"/>
                </a:solidFill>
                <a:latin typeface="+mj-lt"/>
                <a:ea typeface="+mn-ea"/>
                <a:cs typeface="+mn-cs"/>
              </a:defRPr>
            </a:lvl1pPr>
          </a:lstStyle>
          <a:p>
            <a:r>
              <a:rPr lang="en-GB" dirty="0"/>
              <a:t>Click to edit Master title style</a:t>
            </a:r>
            <a:endParaRPr lang="en-US" dirty="0"/>
          </a:p>
        </p:txBody>
      </p:sp>
      <p:sp>
        <p:nvSpPr>
          <p:cNvPr id="10" name="Subtitle 2">
            <a:extLst>
              <a:ext uri="{FF2B5EF4-FFF2-40B4-BE49-F238E27FC236}">
                <a16:creationId xmlns:a16="http://schemas.microsoft.com/office/drawing/2014/main" id="{D118FDB9-D86A-F0A6-F4D5-2DBDE7EE6F1E}"/>
              </a:ext>
            </a:extLst>
          </p:cNvPr>
          <p:cNvSpPr>
            <a:spLocks noGrp="1"/>
          </p:cNvSpPr>
          <p:nvPr>
            <p:ph type="subTitle" idx="1"/>
          </p:nvPr>
        </p:nvSpPr>
        <p:spPr>
          <a:xfrm>
            <a:off x="1524000" y="4198451"/>
            <a:ext cx="9144000" cy="732895"/>
          </a:xfrm>
        </p:spPr>
        <p:txBody>
          <a:bodyPr/>
          <a:lstStyle>
            <a:lvl1pPr marL="0" indent="0" algn="ctr">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Tree>
    <p:extLst>
      <p:ext uri="{BB962C8B-B14F-4D97-AF65-F5344CB8AC3E}">
        <p14:creationId xmlns:p14="http://schemas.microsoft.com/office/powerpoint/2010/main" val="101107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Slide - OurWorldOurFutur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7" name="Picture 6">
            <a:extLst>
              <a:ext uri="{FF2B5EF4-FFF2-40B4-BE49-F238E27FC236}">
                <a16:creationId xmlns:a16="http://schemas.microsoft.com/office/drawing/2014/main" id="{54F7A8BF-CB06-374F-95BE-4352A2BBE61E}"/>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2186"/>
          <a:stretch/>
        </p:blipFill>
        <p:spPr>
          <a:xfrm>
            <a:off x="-3" y="2053771"/>
            <a:ext cx="12185987" cy="4804228"/>
          </a:xfrm>
          <a:prstGeom prst="rect">
            <a:avLst/>
          </a:prstGeom>
        </p:spPr>
      </p:pic>
      <p:pic>
        <p:nvPicPr>
          <p:cNvPr id="19" name="Picture 18" descr="Logo, company name&#10;&#10;Description automatically generated">
            <a:extLst>
              <a:ext uri="{FF2B5EF4-FFF2-40B4-BE49-F238E27FC236}">
                <a16:creationId xmlns:a16="http://schemas.microsoft.com/office/drawing/2014/main" id="{92D4BC4A-9202-4B7A-8E77-505F5B24BCE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92176" y="304985"/>
            <a:ext cx="1526067" cy="943243"/>
          </a:xfrm>
          <a:prstGeom prst="rect">
            <a:avLst/>
          </a:prstGeom>
        </p:spPr>
      </p:pic>
      <p:pic>
        <p:nvPicPr>
          <p:cNvPr id="6" name="Picture 5" descr="Logo&#10;&#10;Description automatically generated">
            <a:extLst>
              <a:ext uri="{FF2B5EF4-FFF2-40B4-BE49-F238E27FC236}">
                <a16:creationId xmlns:a16="http://schemas.microsoft.com/office/drawing/2014/main" id="{CEB9E717-A463-C8CE-1FD0-F4A75EC4BA69}"/>
              </a:ext>
            </a:extLst>
          </p:cNvPr>
          <p:cNvPicPr>
            <a:picLocks noChangeAspect="1"/>
          </p:cNvPicPr>
          <p:nvPr userDrawn="1"/>
        </p:nvPicPr>
        <p:blipFill rotWithShape="1">
          <a:blip r:embed="rId5"/>
          <a:srcRect t="30763"/>
          <a:stretch/>
        </p:blipFill>
        <p:spPr>
          <a:xfrm>
            <a:off x="9777044" y="304985"/>
            <a:ext cx="2414956" cy="696686"/>
          </a:xfrm>
          <a:prstGeom prst="rect">
            <a:avLst/>
          </a:prstGeom>
        </p:spPr>
      </p:pic>
      <p:sp>
        <p:nvSpPr>
          <p:cNvPr id="9" name="Title 1">
            <a:extLst>
              <a:ext uri="{FF2B5EF4-FFF2-40B4-BE49-F238E27FC236}">
                <a16:creationId xmlns:a16="http://schemas.microsoft.com/office/drawing/2014/main" id="{D0EBB0D6-F83A-B0C5-EB1B-44BAB4ABFB7B}"/>
              </a:ext>
            </a:extLst>
          </p:cNvPr>
          <p:cNvSpPr>
            <a:spLocks noGrp="1"/>
          </p:cNvSpPr>
          <p:nvPr>
            <p:ph type="ctrTitle"/>
          </p:nvPr>
        </p:nvSpPr>
        <p:spPr>
          <a:xfrm>
            <a:off x="1524000" y="1968012"/>
            <a:ext cx="9144000" cy="1969029"/>
          </a:xfrm>
        </p:spPr>
        <p:txBody>
          <a:bodyPr anchor="b"/>
          <a:lstStyle>
            <a:lvl1pPr algn="ctr">
              <a:defRPr lang="en-US" sz="6000" kern="1200" dirty="0">
                <a:solidFill>
                  <a:schemeClr val="bg1"/>
                </a:solidFill>
                <a:latin typeface="+mj-lt"/>
                <a:ea typeface="+mn-ea"/>
                <a:cs typeface="+mn-cs"/>
              </a:defRPr>
            </a:lvl1pPr>
          </a:lstStyle>
          <a:p>
            <a:r>
              <a:rPr lang="en-GB" dirty="0"/>
              <a:t>Click to edit Master title style</a:t>
            </a:r>
            <a:endParaRPr lang="en-US" dirty="0"/>
          </a:p>
        </p:txBody>
      </p:sp>
      <p:sp>
        <p:nvSpPr>
          <p:cNvPr id="10" name="Subtitle 2">
            <a:extLst>
              <a:ext uri="{FF2B5EF4-FFF2-40B4-BE49-F238E27FC236}">
                <a16:creationId xmlns:a16="http://schemas.microsoft.com/office/drawing/2014/main" id="{CA5FB193-15E8-C539-81B5-96622D732A5B}"/>
              </a:ext>
            </a:extLst>
          </p:cNvPr>
          <p:cNvSpPr>
            <a:spLocks noGrp="1"/>
          </p:cNvSpPr>
          <p:nvPr>
            <p:ph type="subTitle" idx="1"/>
          </p:nvPr>
        </p:nvSpPr>
        <p:spPr>
          <a:xfrm>
            <a:off x="1524000" y="4198451"/>
            <a:ext cx="9144000" cy="732895"/>
          </a:xfrm>
        </p:spPr>
        <p:txBody>
          <a:bodyPr/>
          <a:lstStyle>
            <a:lvl1pPr marL="0" indent="0" algn="ctr">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Tree>
    <p:extLst>
      <p:ext uri="{BB962C8B-B14F-4D97-AF65-F5344CB8AC3E}">
        <p14:creationId xmlns:p14="http://schemas.microsoft.com/office/powerpoint/2010/main" val="3271669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 - TheHub">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7" name="Picture 6">
            <a:extLst>
              <a:ext uri="{FF2B5EF4-FFF2-40B4-BE49-F238E27FC236}">
                <a16:creationId xmlns:a16="http://schemas.microsoft.com/office/drawing/2014/main" id="{54F7A8BF-CB06-374F-95BE-4352A2BBE61E}"/>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2186"/>
          <a:stretch/>
        </p:blipFill>
        <p:spPr>
          <a:xfrm>
            <a:off x="-3" y="2053771"/>
            <a:ext cx="12185987" cy="4804228"/>
          </a:xfrm>
          <a:prstGeom prst="rect">
            <a:avLst/>
          </a:prstGeom>
        </p:spPr>
      </p:pic>
      <p:pic>
        <p:nvPicPr>
          <p:cNvPr id="19" name="Picture 18" descr="Logo, company name&#10;&#10;Description automatically generated">
            <a:extLst>
              <a:ext uri="{FF2B5EF4-FFF2-40B4-BE49-F238E27FC236}">
                <a16:creationId xmlns:a16="http://schemas.microsoft.com/office/drawing/2014/main" id="{92D4BC4A-9202-4B7A-8E77-505F5B24BCE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92176" y="304985"/>
            <a:ext cx="1526067" cy="943243"/>
          </a:xfrm>
          <a:prstGeom prst="rect">
            <a:avLst/>
          </a:prstGeom>
        </p:spPr>
      </p:pic>
      <p:pic>
        <p:nvPicPr>
          <p:cNvPr id="8" name="Picture 7" descr="Text, logo&#10;&#10;Description automatically generated">
            <a:extLst>
              <a:ext uri="{FF2B5EF4-FFF2-40B4-BE49-F238E27FC236}">
                <a16:creationId xmlns:a16="http://schemas.microsoft.com/office/drawing/2014/main" id="{91FD4DD7-BA6C-177A-3AE8-21F338DC463B}"/>
              </a:ext>
            </a:extLst>
          </p:cNvPr>
          <p:cNvPicPr>
            <a:picLocks noChangeAspect="1"/>
          </p:cNvPicPr>
          <p:nvPr userDrawn="1"/>
        </p:nvPicPr>
        <p:blipFill rotWithShape="1">
          <a:blip r:embed="rId5"/>
          <a:srcRect t="39537" b="1101"/>
          <a:stretch/>
        </p:blipFill>
        <p:spPr>
          <a:xfrm>
            <a:off x="10326913" y="304985"/>
            <a:ext cx="1863855" cy="461006"/>
          </a:xfrm>
          <a:prstGeom prst="rect">
            <a:avLst/>
          </a:prstGeom>
        </p:spPr>
      </p:pic>
      <p:sp>
        <p:nvSpPr>
          <p:cNvPr id="9" name="Title 1">
            <a:extLst>
              <a:ext uri="{FF2B5EF4-FFF2-40B4-BE49-F238E27FC236}">
                <a16:creationId xmlns:a16="http://schemas.microsoft.com/office/drawing/2014/main" id="{5FFAF9E7-29B1-B38C-9BAC-6881F281D168}"/>
              </a:ext>
            </a:extLst>
          </p:cNvPr>
          <p:cNvSpPr>
            <a:spLocks noGrp="1"/>
          </p:cNvSpPr>
          <p:nvPr>
            <p:ph type="ctrTitle"/>
          </p:nvPr>
        </p:nvSpPr>
        <p:spPr>
          <a:xfrm>
            <a:off x="1524000" y="1968012"/>
            <a:ext cx="9144000" cy="1969029"/>
          </a:xfrm>
        </p:spPr>
        <p:txBody>
          <a:bodyPr anchor="b"/>
          <a:lstStyle>
            <a:lvl1pPr algn="ctr">
              <a:defRPr lang="en-US" sz="6000" kern="1200" dirty="0">
                <a:solidFill>
                  <a:schemeClr val="bg1"/>
                </a:solidFill>
                <a:latin typeface="+mj-lt"/>
                <a:ea typeface="+mn-ea"/>
                <a:cs typeface="+mn-cs"/>
              </a:defRPr>
            </a:lvl1pPr>
          </a:lstStyle>
          <a:p>
            <a:r>
              <a:rPr lang="en-GB" dirty="0"/>
              <a:t>Click to edit Master title style</a:t>
            </a:r>
            <a:endParaRPr lang="en-US" dirty="0"/>
          </a:p>
        </p:txBody>
      </p:sp>
      <p:sp>
        <p:nvSpPr>
          <p:cNvPr id="10" name="Subtitle 2">
            <a:extLst>
              <a:ext uri="{FF2B5EF4-FFF2-40B4-BE49-F238E27FC236}">
                <a16:creationId xmlns:a16="http://schemas.microsoft.com/office/drawing/2014/main" id="{25808863-206A-DEEF-08C8-C467C1EA44B8}"/>
              </a:ext>
            </a:extLst>
          </p:cNvPr>
          <p:cNvSpPr>
            <a:spLocks noGrp="1"/>
          </p:cNvSpPr>
          <p:nvPr>
            <p:ph type="subTitle" idx="1"/>
          </p:nvPr>
        </p:nvSpPr>
        <p:spPr>
          <a:xfrm>
            <a:off x="1524000" y="4198451"/>
            <a:ext cx="9144000" cy="732895"/>
          </a:xfrm>
        </p:spPr>
        <p:txBody>
          <a:bodyPr/>
          <a:lstStyle>
            <a:lvl1pPr marL="0" indent="0" algn="ctr">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Tree>
    <p:extLst>
      <p:ext uri="{BB962C8B-B14F-4D97-AF65-F5344CB8AC3E}">
        <p14:creationId xmlns:p14="http://schemas.microsoft.com/office/powerpoint/2010/main" val="3565190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Animated 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C2F5E9-5F5E-402B-8868-6EA294C4E00B}"/>
              </a:ext>
            </a:extLst>
          </p:cNvPr>
          <p:cNvSpPr/>
          <p:nvPr userDrawn="1"/>
        </p:nvSpPr>
        <p:spPr>
          <a:xfrm>
            <a:off x="0" y="0"/>
            <a:ext cx="12202885" cy="6858000"/>
          </a:xfrm>
          <a:prstGeom prst="rect">
            <a:avLst/>
          </a:prstGeom>
          <a:solidFill>
            <a:srgbClr val="1E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ight Blue">
            <a:extLst>
              <a:ext uri="{FF2B5EF4-FFF2-40B4-BE49-F238E27FC236}">
                <a16:creationId xmlns:a16="http://schemas.microsoft.com/office/drawing/2014/main" id="{8079D811-F169-428C-A11F-6757B7A07B2F}"/>
              </a:ext>
            </a:extLst>
          </p:cNvPr>
          <p:cNvSpPr/>
          <p:nvPr userDrawn="1"/>
        </p:nvSpPr>
        <p:spPr>
          <a:xfrm rot="15300000">
            <a:off x="4054184" y="-3154922"/>
            <a:ext cx="10428036" cy="9323976"/>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90000">
                <a:srgbClr val="312A8B">
                  <a:alpha val="0"/>
                </a:srgbClr>
              </a:gs>
              <a:gs pos="24000">
                <a:srgbClr val="312A8B"/>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9" name="Light Blue">
            <a:extLst>
              <a:ext uri="{FF2B5EF4-FFF2-40B4-BE49-F238E27FC236}">
                <a16:creationId xmlns:a16="http://schemas.microsoft.com/office/drawing/2014/main" id="{0587F96D-FCCD-4F8C-9C4C-ADC17455CC97}"/>
              </a:ext>
            </a:extLst>
          </p:cNvPr>
          <p:cNvSpPr/>
          <p:nvPr userDrawn="1"/>
        </p:nvSpPr>
        <p:spPr>
          <a:xfrm rot="9669243">
            <a:off x="-939113" y="-3901261"/>
            <a:ext cx="9822144" cy="8782232"/>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100000">
                <a:srgbClr val="5154B6">
                  <a:alpha val="0"/>
                </a:srgbClr>
              </a:gs>
              <a:gs pos="26000">
                <a:srgbClr val="5154B6"/>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10" name="Light Blue">
            <a:extLst>
              <a:ext uri="{FF2B5EF4-FFF2-40B4-BE49-F238E27FC236}">
                <a16:creationId xmlns:a16="http://schemas.microsoft.com/office/drawing/2014/main" id="{DCF6F7C6-759B-49B3-BFA2-E5A58E16074F}"/>
              </a:ext>
            </a:extLst>
          </p:cNvPr>
          <p:cNvSpPr/>
          <p:nvPr userDrawn="1"/>
        </p:nvSpPr>
        <p:spPr>
          <a:xfrm rot="9669243">
            <a:off x="-3866786" y="78809"/>
            <a:ext cx="10755282" cy="9616574"/>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3000">
                <a:srgbClr val="281E4C">
                  <a:alpha val="0"/>
                </a:srgbClr>
              </a:gs>
              <a:gs pos="0">
                <a:srgbClr val="281E4C"/>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11" name="Light Blue">
            <a:extLst>
              <a:ext uri="{FF2B5EF4-FFF2-40B4-BE49-F238E27FC236}">
                <a16:creationId xmlns:a16="http://schemas.microsoft.com/office/drawing/2014/main" id="{454491A6-2A3D-4907-9633-218FE84DD123}"/>
              </a:ext>
            </a:extLst>
          </p:cNvPr>
          <p:cNvSpPr/>
          <p:nvPr userDrawn="1"/>
        </p:nvSpPr>
        <p:spPr>
          <a:xfrm rot="9669243">
            <a:off x="-296471" y="577049"/>
            <a:ext cx="12784940" cy="11431344"/>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58000">
                <a:srgbClr val="1E1343">
                  <a:alpha val="0"/>
                </a:srgbClr>
              </a:gs>
              <a:gs pos="0">
                <a:srgbClr val="1E1343"/>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12" name="Light Blue">
            <a:extLst>
              <a:ext uri="{FF2B5EF4-FFF2-40B4-BE49-F238E27FC236}">
                <a16:creationId xmlns:a16="http://schemas.microsoft.com/office/drawing/2014/main" id="{74683081-7DBA-4DCB-AAD5-D5421039CC6E}"/>
              </a:ext>
            </a:extLst>
          </p:cNvPr>
          <p:cNvSpPr/>
          <p:nvPr userDrawn="1"/>
        </p:nvSpPr>
        <p:spPr>
          <a:xfrm rot="9669243">
            <a:off x="7613716" y="105950"/>
            <a:ext cx="10092738" cy="9024176"/>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100000">
                <a:srgbClr val="3E3C90">
                  <a:alpha val="0"/>
                </a:srgbClr>
              </a:gs>
              <a:gs pos="18000">
                <a:srgbClr val="3E3C90"/>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2" name="Title 1">
            <a:extLst>
              <a:ext uri="{FF2B5EF4-FFF2-40B4-BE49-F238E27FC236}">
                <a16:creationId xmlns:a16="http://schemas.microsoft.com/office/drawing/2014/main" id="{5CCD69AD-A198-4236-A43E-28ADA000EDBE}"/>
              </a:ext>
            </a:extLst>
          </p:cNvPr>
          <p:cNvSpPr>
            <a:spLocks noGrp="1"/>
          </p:cNvSpPr>
          <p:nvPr>
            <p:ph type="ctrTitle"/>
          </p:nvPr>
        </p:nvSpPr>
        <p:spPr>
          <a:xfrm>
            <a:off x="1524000" y="2387599"/>
            <a:ext cx="9144000" cy="1969029"/>
          </a:xfrm>
        </p:spPr>
        <p:txBody>
          <a:bodyPr anchor="b"/>
          <a:lstStyle>
            <a:lvl1pPr algn="ctr">
              <a:defRPr lang="en-US" sz="6000" kern="1200" dirty="0">
                <a:solidFill>
                  <a:schemeClr val="bg1"/>
                </a:solidFill>
                <a:latin typeface="+mj-lt"/>
                <a:ea typeface="+mn-ea"/>
                <a:cs typeface="+mn-cs"/>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2B6B66F3-5203-4B02-9B0B-77B84709BEA3}"/>
              </a:ext>
            </a:extLst>
          </p:cNvPr>
          <p:cNvSpPr>
            <a:spLocks noGrp="1"/>
          </p:cNvSpPr>
          <p:nvPr>
            <p:ph type="subTitle" idx="1"/>
          </p:nvPr>
        </p:nvSpPr>
        <p:spPr>
          <a:xfrm>
            <a:off x="1524000" y="4618038"/>
            <a:ext cx="9144000" cy="732895"/>
          </a:xfrm>
        </p:spPr>
        <p:txBody>
          <a:bodyPr/>
          <a:lstStyle>
            <a:lvl1pPr marL="0" indent="0" algn="ctr">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a:extLst>
              <a:ext uri="{FF2B5EF4-FFF2-40B4-BE49-F238E27FC236}">
                <a16:creationId xmlns:a16="http://schemas.microsoft.com/office/drawing/2014/main" id="{99829CCC-152C-4560-9450-598E12E93360}"/>
              </a:ext>
            </a:extLst>
          </p:cNvPr>
          <p:cNvSpPr>
            <a:spLocks noGrp="1"/>
          </p:cNvSpPr>
          <p:nvPr>
            <p:ph type="dt" sz="half" idx="10"/>
          </p:nvPr>
        </p:nvSpPr>
        <p:spPr>
          <a:xfrm>
            <a:off x="838200" y="87947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5C3B0DB1-DB26-4A07-B238-CEBD694CC803}"/>
              </a:ext>
            </a:extLst>
          </p:cNvPr>
          <p:cNvSpPr>
            <a:spLocks noGrp="1"/>
          </p:cNvSpPr>
          <p:nvPr>
            <p:ph type="ftr" sz="quarter" idx="11"/>
          </p:nvPr>
        </p:nvSpPr>
        <p:spPr>
          <a:xfrm>
            <a:off x="4038600" y="8794750"/>
            <a:ext cx="4114800" cy="365125"/>
          </a:xfrm>
        </p:spPr>
        <p:txBody>
          <a:bodyPr/>
          <a:lstStyle/>
          <a:p>
            <a:r>
              <a:rPr lang="en-US"/>
              <a:t>Private &amp; Confidential</a:t>
            </a:r>
            <a:endParaRPr lang="en-US" dirty="0"/>
          </a:p>
        </p:txBody>
      </p:sp>
      <p:sp>
        <p:nvSpPr>
          <p:cNvPr id="6" name="Slide Number Placeholder 5">
            <a:extLst>
              <a:ext uri="{FF2B5EF4-FFF2-40B4-BE49-F238E27FC236}">
                <a16:creationId xmlns:a16="http://schemas.microsoft.com/office/drawing/2014/main" id="{38D6CF52-9235-45C5-94FA-2B1A79031F47}"/>
              </a:ext>
            </a:extLst>
          </p:cNvPr>
          <p:cNvSpPr>
            <a:spLocks noGrp="1"/>
          </p:cNvSpPr>
          <p:nvPr>
            <p:ph type="sldNum" sz="quarter" idx="12"/>
          </p:nvPr>
        </p:nvSpPr>
        <p:spPr>
          <a:xfrm>
            <a:off x="8610600" y="8794750"/>
            <a:ext cx="2743200" cy="365125"/>
          </a:xfrm>
        </p:spPr>
        <p:txBody>
          <a:bodyPr/>
          <a:lstStyle/>
          <a:p>
            <a:fld id="{31939A77-4DCF-4228-8B74-013876D0374B}" type="slidenum">
              <a:rPr lang="en-US" smtClean="0"/>
              <a:t>‹#›</a:t>
            </a:fld>
            <a:endParaRPr lang="en-US"/>
          </a:p>
        </p:txBody>
      </p:sp>
      <p:pic>
        <p:nvPicPr>
          <p:cNvPr id="17" name="Picture 16" descr="Logo, company name&#10;&#10;Description automatically generated">
            <a:extLst>
              <a:ext uri="{FF2B5EF4-FFF2-40B4-BE49-F238E27FC236}">
                <a16:creationId xmlns:a16="http://schemas.microsoft.com/office/drawing/2014/main" id="{7E419FEB-55E3-4A67-B9E2-6567B90F55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54462" y="609600"/>
            <a:ext cx="1868010" cy="1154594"/>
          </a:xfrm>
          <a:prstGeom prst="rect">
            <a:avLst/>
          </a:prstGeom>
        </p:spPr>
      </p:pic>
    </p:spTree>
    <p:extLst>
      <p:ext uri="{BB962C8B-B14F-4D97-AF65-F5344CB8AC3E}">
        <p14:creationId xmlns:p14="http://schemas.microsoft.com/office/powerpoint/2010/main" val="228460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6000" fill="hold"/>
                                        <p:tgtEl>
                                          <p:spTgt spid="8"/>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16000" fill="hold"/>
                                        <p:tgtEl>
                                          <p:spTgt spid="9"/>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16000" fill="hold"/>
                                        <p:tgtEl>
                                          <p:spTgt spid="10"/>
                                        </p:tgtEl>
                                        <p:attrNameLst>
                                          <p:attrName>r</p:attrName>
                                        </p:attrNameLst>
                                      </p:cBhvr>
                                    </p:animRot>
                                  </p:childTnLst>
                                </p:cTn>
                              </p:par>
                              <p:par>
                                <p:cTn id="11" presetID="8" presetClass="emph" presetSubtype="0" repeatCount="indefinite" fill="hold" grpId="0" nodeType="withEffect">
                                  <p:stCondLst>
                                    <p:cond delay="0"/>
                                  </p:stCondLst>
                                  <p:childTnLst>
                                    <p:animRot by="-21600000">
                                      <p:cBhvr>
                                        <p:cTn id="12" dur="16000" fill="hold"/>
                                        <p:tgtEl>
                                          <p:spTgt spid="11"/>
                                        </p:tgtEl>
                                        <p:attrNameLst>
                                          <p:attrName>r</p:attrName>
                                        </p:attrNameLst>
                                      </p:cBhvr>
                                    </p:animRot>
                                  </p:childTnLst>
                                </p:cTn>
                              </p:par>
                              <p:par>
                                <p:cTn id="13" presetID="8" presetClass="emph" presetSubtype="0" repeatCount="indefinite" fill="hold" grpId="0" nodeType="withEffect">
                                  <p:stCondLst>
                                    <p:cond delay="0"/>
                                  </p:stCondLst>
                                  <p:childTnLst>
                                    <p:animRot by="21600000">
                                      <p:cBhvr>
                                        <p:cTn id="14" dur="16000" fill="hold"/>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2 white">
    <p:spTree>
      <p:nvGrpSpPr>
        <p:cNvPr id="1" name=""/>
        <p:cNvGrpSpPr/>
        <p:nvPr/>
      </p:nvGrpSpPr>
      <p:grpSpPr>
        <a:xfrm>
          <a:off x="0" y="0"/>
          <a:ext cx="0" cy="0"/>
          <a:chOff x="0" y="0"/>
          <a:chExt cx="0" cy="0"/>
        </a:xfrm>
      </p:grpSpPr>
      <p:pic>
        <p:nvPicPr>
          <p:cNvPr id="23" name="Graphic 22">
            <a:extLst>
              <a:ext uri="{FF2B5EF4-FFF2-40B4-BE49-F238E27FC236}">
                <a16:creationId xmlns:a16="http://schemas.microsoft.com/office/drawing/2014/main" id="{3722CCE9-45EA-4FBA-8E51-5D0A93A88F4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891203" y="609600"/>
            <a:ext cx="1869902" cy="1155600"/>
          </a:xfrm>
          <a:prstGeom prst="rect">
            <a:avLst/>
          </a:prstGeom>
        </p:spPr>
      </p:pic>
      <p:sp>
        <p:nvSpPr>
          <p:cNvPr id="2" name="Title 1">
            <a:extLst>
              <a:ext uri="{FF2B5EF4-FFF2-40B4-BE49-F238E27FC236}">
                <a16:creationId xmlns:a16="http://schemas.microsoft.com/office/drawing/2014/main" id="{5CCD69AD-A198-4236-A43E-28ADA000EDBE}"/>
              </a:ext>
            </a:extLst>
          </p:cNvPr>
          <p:cNvSpPr>
            <a:spLocks noGrp="1"/>
          </p:cNvSpPr>
          <p:nvPr>
            <p:ph type="ctrTitle"/>
          </p:nvPr>
        </p:nvSpPr>
        <p:spPr>
          <a:xfrm>
            <a:off x="891203" y="2387600"/>
            <a:ext cx="9288221" cy="772459"/>
          </a:xfrm>
        </p:spPr>
        <p:txBody>
          <a:bodyPr anchor="b"/>
          <a:lstStyle>
            <a:lvl1pPr algn="l">
              <a:defRPr lang="en-US" sz="4800" kern="1200" dirty="0">
                <a:solidFill>
                  <a:schemeClr val="tx1"/>
                </a:solidFill>
                <a:latin typeface="+mj-lt"/>
                <a:ea typeface="+mn-ea"/>
                <a:cs typeface="+mn-cs"/>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2B6B66F3-5203-4B02-9B0B-77B84709BEA3}"/>
              </a:ext>
            </a:extLst>
          </p:cNvPr>
          <p:cNvSpPr>
            <a:spLocks noGrp="1"/>
          </p:cNvSpPr>
          <p:nvPr>
            <p:ph type="subTitle" idx="1"/>
          </p:nvPr>
        </p:nvSpPr>
        <p:spPr>
          <a:xfrm>
            <a:off x="891203" y="3313674"/>
            <a:ext cx="9288221" cy="732895"/>
          </a:xfrm>
        </p:spPr>
        <p:txBody>
          <a:bodyPr/>
          <a:lstStyle>
            <a:lvl1pPr marL="0" indent="0" algn="l">
              <a:buNone/>
              <a:defRPr sz="180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pic>
        <p:nvPicPr>
          <p:cNvPr id="4" name="Picture 3" descr="Shape&#10;&#10;Description automatically generated with medium confidence">
            <a:extLst>
              <a:ext uri="{FF2B5EF4-FFF2-40B4-BE49-F238E27FC236}">
                <a16:creationId xmlns:a16="http://schemas.microsoft.com/office/drawing/2014/main" id="{A8A106EE-0AA0-B9D2-6B1F-7FBFEF38A485}"/>
              </a:ext>
            </a:extLst>
          </p:cNvPr>
          <p:cNvPicPr>
            <a:picLocks noChangeAspect="1"/>
          </p:cNvPicPr>
          <p:nvPr userDrawn="1"/>
        </p:nvPicPr>
        <p:blipFill rotWithShape="1">
          <a:blip r:embed="rId3" cstate="screen">
            <a:alphaModFix amt="30000"/>
            <a:extLst>
              <a:ext uri="{28A0092B-C50C-407E-A947-70E740481C1C}">
                <a14:useLocalDpi xmlns:a14="http://schemas.microsoft.com/office/drawing/2010/main"/>
              </a:ext>
            </a:extLst>
          </a:blip>
          <a:srcRect t="1901"/>
          <a:stretch/>
        </p:blipFill>
        <p:spPr>
          <a:xfrm>
            <a:off x="83457" y="0"/>
            <a:ext cx="12025086" cy="6858000"/>
          </a:xfrm>
          <a:prstGeom prst="rect">
            <a:avLst/>
          </a:prstGeom>
        </p:spPr>
      </p:pic>
    </p:spTree>
    <p:extLst>
      <p:ext uri="{BB962C8B-B14F-4D97-AF65-F5344CB8AC3E}">
        <p14:creationId xmlns:p14="http://schemas.microsoft.com/office/powerpoint/2010/main" val="175541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2 dark">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19" name="Picture 18" descr="Logo, company name&#10;&#10;Description automatically generated">
            <a:extLst>
              <a:ext uri="{FF2B5EF4-FFF2-40B4-BE49-F238E27FC236}">
                <a16:creationId xmlns:a16="http://schemas.microsoft.com/office/drawing/2014/main" id="{92D4BC4A-9202-4B7A-8E77-505F5B24BC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1203" y="609600"/>
            <a:ext cx="1868010" cy="1154594"/>
          </a:xfrm>
          <a:prstGeom prst="rect">
            <a:avLst/>
          </a:prstGeom>
        </p:spPr>
      </p:pic>
      <p:sp>
        <p:nvSpPr>
          <p:cNvPr id="24" name="Title 1">
            <a:extLst>
              <a:ext uri="{FF2B5EF4-FFF2-40B4-BE49-F238E27FC236}">
                <a16:creationId xmlns:a16="http://schemas.microsoft.com/office/drawing/2014/main" id="{6FAE3089-498A-44E8-85B3-C140D863F6E7}"/>
              </a:ext>
            </a:extLst>
          </p:cNvPr>
          <p:cNvSpPr>
            <a:spLocks noGrp="1"/>
          </p:cNvSpPr>
          <p:nvPr>
            <p:ph type="ctrTitle"/>
          </p:nvPr>
        </p:nvSpPr>
        <p:spPr>
          <a:xfrm>
            <a:off x="891203" y="2387600"/>
            <a:ext cx="9288221" cy="772459"/>
          </a:xfrm>
        </p:spPr>
        <p:txBody>
          <a:bodyPr anchor="b"/>
          <a:lstStyle>
            <a:lvl1pPr algn="l">
              <a:defRPr lang="en-US" sz="4800" kern="1200" dirty="0">
                <a:solidFill>
                  <a:schemeClr val="bg1"/>
                </a:solidFill>
                <a:latin typeface="+mj-lt"/>
                <a:ea typeface="+mn-ea"/>
                <a:cs typeface="+mn-cs"/>
              </a:defRPr>
            </a:lvl1pPr>
          </a:lstStyle>
          <a:p>
            <a:r>
              <a:rPr lang="en-GB"/>
              <a:t>Click to edit Master title style</a:t>
            </a:r>
            <a:endParaRPr lang="en-US" dirty="0"/>
          </a:p>
        </p:txBody>
      </p:sp>
      <p:sp>
        <p:nvSpPr>
          <p:cNvPr id="25" name="Subtitle 2">
            <a:extLst>
              <a:ext uri="{FF2B5EF4-FFF2-40B4-BE49-F238E27FC236}">
                <a16:creationId xmlns:a16="http://schemas.microsoft.com/office/drawing/2014/main" id="{2B11CDB1-54C0-43AB-B691-141DFB7F70F8}"/>
              </a:ext>
            </a:extLst>
          </p:cNvPr>
          <p:cNvSpPr>
            <a:spLocks noGrp="1"/>
          </p:cNvSpPr>
          <p:nvPr>
            <p:ph type="subTitle" idx="1"/>
          </p:nvPr>
        </p:nvSpPr>
        <p:spPr>
          <a:xfrm>
            <a:off x="891203" y="3313674"/>
            <a:ext cx="9288221" cy="732895"/>
          </a:xfrm>
        </p:spPr>
        <p:txBody>
          <a:bodyPr/>
          <a:lstStyle>
            <a:lvl1pPr marL="0" indent="0" algn="l">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pic>
        <p:nvPicPr>
          <p:cNvPr id="9" name="Picture 8">
            <a:extLst>
              <a:ext uri="{FF2B5EF4-FFF2-40B4-BE49-F238E27FC236}">
                <a16:creationId xmlns:a16="http://schemas.microsoft.com/office/drawing/2014/main" id="{03EE346E-0B59-5340-B37C-6935D21C27A2}"/>
              </a:ext>
            </a:extLst>
          </p:cNvPr>
          <p:cNvPicPr>
            <a:picLocks noChangeAspect="1"/>
          </p:cNvPicPr>
          <p:nvPr userDrawn="1"/>
        </p:nvPicPr>
        <p:blipFill rotWithShape="1">
          <a:blip r:embed="rId4" cstate="screen">
            <a:alphaModFix amt="40000"/>
            <a:extLst>
              <a:ext uri="{28A0092B-C50C-407E-A947-70E740481C1C}">
                <a14:useLocalDpi xmlns:a14="http://schemas.microsoft.com/office/drawing/2010/main"/>
              </a:ext>
            </a:extLst>
          </a:blip>
          <a:srcRect t="3196"/>
          <a:stretch/>
        </p:blipFill>
        <p:spPr>
          <a:xfrm>
            <a:off x="0" y="0"/>
            <a:ext cx="12185987" cy="6858000"/>
          </a:xfrm>
          <a:prstGeom prst="rect">
            <a:avLst/>
          </a:prstGeom>
        </p:spPr>
      </p:pic>
    </p:spTree>
    <p:extLst>
      <p:ext uri="{BB962C8B-B14F-4D97-AF65-F5344CB8AC3E}">
        <p14:creationId xmlns:p14="http://schemas.microsoft.com/office/powerpoint/2010/main" val="4121280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4354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p:txBody>
          <a:bodyPr/>
          <a:lstStyle/>
          <a:p>
            <a:r>
              <a:rPr lang="en-GB"/>
              <a:t>Click to edit Master title style</a:t>
            </a:r>
            <a:endParaRPr lang="en-US"/>
          </a:p>
        </p:txBody>
      </p:sp>
      <p:pic>
        <p:nvPicPr>
          <p:cNvPr id="3" name="Picture 2" descr="Shape&#10;&#10;Description automatically generated with medium confidence">
            <a:extLst>
              <a:ext uri="{FF2B5EF4-FFF2-40B4-BE49-F238E27FC236}">
                <a16:creationId xmlns:a16="http://schemas.microsoft.com/office/drawing/2014/main" id="{49D9B425-FD67-CD45-BF41-B2FD81219218}"/>
              </a:ext>
            </a:extLst>
          </p:cNvPr>
          <p:cNvPicPr>
            <a:picLocks noChangeAspect="1"/>
          </p:cNvPicPr>
          <p:nvPr userDrawn="1"/>
        </p:nvPicPr>
        <p:blipFill rotWithShape="1">
          <a:blip r:embed="rId2" cstate="screen">
            <a:alphaModFix amt="30000"/>
            <a:extLst>
              <a:ext uri="{28A0092B-C50C-407E-A947-70E740481C1C}">
                <a14:useLocalDpi xmlns:a14="http://schemas.microsoft.com/office/drawing/2010/main"/>
              </a:ext>
            </a:extLst>
          </a:blip>
          <a:srcRect t="1901"/>
          <a:stretch/>
        </p:blipFill>
        <p:spPr>
          <a:xfrm>
            <a:off x="166914" y="0"/>
            <a:ext cx="12025086" cy="6858000"/>
          </a:xfrm>
          <a:prstGeom prst="rect">
            <a:avLst/>
          </a:prstGeom>
        </p:spPr>
      </p:pic>
      <p:pic>
        <p:nvPicPr>
          <p:cNvPr id="6" name="Picture 5">
            <a:extLst>
              <a:ext uri="{FF2B5EF4-FFF2-40B4-BE49-F238E27FC236}">
                <a16:creationId xmlns:a16="http://schemas.microsoft.com/office/drawing/2014/main" id="{FFAD9995-EBA1-6DBB-EE7D-CFA638FC507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6565" y="-22321"/>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4118973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4354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95285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4354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p:txBody>
          <a:bodyPr/>
          <a:lstStyle/>
          <a:p>
            <a:r>
              <a:rPr lang="en-GB"/>
              <a:t>Click to edit Master title style</a:t>
            </a:r>
            <a:endParaRPr lang="en-US"/>
          </a:p>
        </p:txBody>
      </p:sp>
      <p:pic>
        <p:nvPicPr>
          <p:cNvPr id="2" name="Picture 1">
            <a:extLst>
              <a:ext uri="{FF2B5EF4-FFF2-40B4-BE49-F238E27FC236}">
                <a16:creationId xmlns:a16="http://schemas.microsoft.com/office/drawing/2014/main" id="{10827F02-3920-742D-D04F-8CB3CE272CD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6565" y="-22321"/>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437438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4EF05E9-5155-4C5A-BF14-C60F16491320}"/>
              </a:ext>
            </a:extLst>
          </p:cNvPr>
          <p:cNvSpPr>
            <a:spLocks noGrp="1"/>
          </p:cNvSpPr>
          <p:nvPr>
            <p:ph idx="1"/>
          </p:nvPr>
        </p:nvSpPr>
        <p:spPr>
          <a:xfrm>
            <a:off x="524170" y="1449388"/>
            <a:ext cx="10138388" cy="48371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18987CA0-A858-4487-A553-6C36F982062A}"/>
              </a:ext>
            </a:extLst>
          </p:cNvPr>
          <p:cNvSpPr>
            <a:spLocks noGrp="1"/>
          </p:cNvSpPr>
          <p:nvPr>
            <p:ph type="ftr" sz="quarter" idx="11"/>
          </p:nvPr>
        </p:nvSpPr>
        <p:spPr/>
        <p:txBody>
          <a:bodyPr/>
          <a:lstStyle/>
          <a:p>
            <a:r>
              <a:rPr lang="en-US"/>
              <a:t>Private &amp; Confidential</a:t>
            </a:r>
          </a:p>
        </p:txBody>
      </p:sp>
      <p:sp>
        <p:nvSpPr>
          <p:cNvPr id="6" name="Slide Number Placeholder 5">
            <a:extLst>
              <a:ext uri="{FF2B5EF4-FFF2-40B4-BE49-F238E27FC236}">
                <a16:creationId xmlns:a16="http://schemas.microsoft.com/office/drawing/2014/main" id="{CD645826-87CF-472E-BADC-468F3C403073}"/>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Tree>
    <p:extLst>
      <p:ext uri="{BB962C8B-B14F-4D97-AF65-F5344CB8AC3E}">
        <p14:creationId xmlns:p14="http://schemas.microsoft.com/office/powerpoint/2010/main" val="651053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Dark vers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FD141B-B4E4-41F3-B14A-DB13DD9A7E3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12" name="Title 11">
            <a:extLst>
              <a:ext uri="{FF2B5EF4-FFF2-40B4-BE49-F238E27FC236}">
                <a16:creationId xmlns:a16="http://schemas.microsoft.com/office/drawing/2014/main" id="{AB2A86E2-0718-4054-A16B-DE0122BE04F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8" name="Content Placeholder 2">
            <a:extLst>
              <a:ext uri="{FF2B5EF4-FFF2-40B4-BE49-F238E27FC236}">
                <a16:creationId xmlns:a16="http://schemas.microsoft.com/office/drawing/2014/main" id="{3A6125A6-E033-5349-90D8-931BFDA027AF}"/>
              </a:ext>
            </a:extLst>
          </p:cNvPr>
          <p:cNvSpPr>
            <a:spLocks noGrp="1"/>
          </p:cNvSpPr>
          <p:nvPr>
            <p:ph idx="1"/>
          </p:nvPr>
        </p:nvSpPr>
        <p:spPr>
          <a:xfrm>
            <a:off x="524170" y="1449388"/>
            <a:ext cx="10138388" cy="4837112"/>
          </a:xfrm>
        </p:spPr>
        <p:txBody>
          <a:bodyPr/>
          <a:lstStyle>
            <a:lvl1pPr>
              <a:defRPr>
                <a:solidFill>
                  <a:srgbClr val="F2F2F2"/>
                </a:solidFill>
              </a:defRPr>
            </a:lvl1pPr>
            <a:lvl2pPr>
              <a:defRPr>
                <a:solidFill>
                  <a:srgbClr val="F2F2F2"/>
                </a:solidFill>
              </a:defRPr>
            </a:lvl2pPr>
            <a:lvl3pPr>
              <a:defRPr>
                <a:solidFill>
                  <a:srgbClr val="F2F2F2"/>
                </a:solidFill>
              </a:defRPr>
            </a:lvl3pPr>
            <a:lvl4pPr>
              <a:defRPr>
                <a:solidFill>
                  <a:srgbClr val="F2F2F2"/>
                </a:solidFill>
              </a:defRPr>
            </a:lvl4pPr>
            <a:lvl5pPr>
              <a:defRPr>
                <a:solidFill>
                  <a:srgbClr val="F2F2F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54824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4EF05E9-5155-4C5A-BF14-C60F16491320}"/>
              </a:ext>
            </a:extLst>
          </p:cNvPr>
          <p:cNvSpPr>
            <a:spLocks noGrp="1"/>
          </p:cNvSpPr>
          <p:nvPr>
            <p:ph idx="1"/>
          </p:nvPr>
        </p:nvSpPr>
        <p:spPr>
          <a:xfrm>
            <a:off x="524171" y="1449388"/>
            <a:ext cx="4453446" cy="44404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18987CA0-A858-4487-A553-6C36F982062A}"/>
              </a:ext>
            </a:extLst>
          </p:cNvPr>
          <p:cNvSpPr>
            <a:spLocks noGrp="1"/>
          </p:cNvSpPr>
          <p:nvPr>
            <p:ph type="ftr" sz="quarter" idx="11"/>
          </p:nvPr>
        </p:nvSpPr>
        <p:spPr/>
        <p:txBody>
          <a:bodyPr/>
          <a:lstStyle/>
          <a:p>
            <a:r>
              <a:rPr lang="en-US"/>
              <a:t>Private &amp; Confidential</a:t>
            </a:r>
          </a:p>
        </p:txBody>
      </p:sp>
      <p:sp>
        <p:nvSpPr>
          <p:cNvPr id="6" name="Slide Number Placeholder 5">
            <a:extLst>
              <a:ext uri="{FF2B5EF4-FFF2-40B4-BE49-F238E27FC236}">
                <a16:creationId xmlns:a16="http://schemas.microsoft.com/office/drawing/2014/main" id="{CD645826-87CF-472E-BADC-468F3C403073}"/>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8" name="Content Placeholder 2">
            <a:extLst>
              <a:ext uri="{FF2B5EF4-FFF2-40B4-BE49-F238E27FC236}">
                <a16:creationId xmlns:a16="http://schemas.microsoft.com/office/drawing/2014/main" id="{D8DE2C67-E034-4C8B-95F8-7157B7E5DA29}"/>
              </a:ext>
            </a:extLst>
          </p:cNvPr>
          <p:cNvSpPr>
            <a:spLocks noGrp="1"/>
          </p:cNvSpPr>
          <p:nvPr>
            <p:ph idx="14"/>
          </p:nvPr>
        </p:nvSpPr>
        <p:spPr>
          <a:xfrm>
            <a:off x="5604955" y="1449388"/>
            <a:ext cx="4453446" cy="44404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16300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with picture Dark">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5CCD69AD-A198-4236-A43E-28ADA000EDBE}"/>
              </a:ext>
            </a:extLst>
          </p:cNvPr>
          <p:cNvSpPr>
            <a:spLocks noGrp="1"/>
          </p:cNvSpPr>
          <p:nvPr>
            <p:ph type="ctrTitle"/>
          </p:nvPr>
        </p:nvSpPr>
        <p:spPr>
          <a:xfrm>
            <a:off x="566568" y="2387599"/>
            <a:ext cx="5038166" cy="1969029"/>
          </a:xfrm>
        </p:spPr>
        <p:txBody>
          <a:bodyPr anchor="b"/>
          <a:lstStyle>
            <a:lvl1pPr algn="l">
              <a:defRPr lang="en-US" sz="6000" kern="1200" dirty="0">
                <a:solidFill>
                  <a:schemeClr val="bg1"/>
                </a:solidFill>
                <a:latin typeface="+mj-lt"/>
                <a:ea typeface="+mn-ea"/>
                <a:cs typeface="+mn-cs"/>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2B6B66F3-5203-4B02-9B0B-77B84709BEA3}"/>
              </a:ext>
            </a:extLst>
          </p:cNvPr>
          <p:cNvSpPr>
            <a:spLocks noGrp="1"/>
          </p:cNvSpPr>
          <p:nvPr>
            <p:ph type="subTitle" idx="1"/>
          </p:nvPr>
        </p:nvSpPr>
        <p:spPr>
          <a:xfrm>
            <a:off x="566568" y="4618038"/>
            <a:ext cx="5038166" cy="732895"/>
          </a:xfrm>
        </p:spPr>
        <p:txBody>
          <a:bodyPr/>
          <a:lstStyle>
            <a:lvl1pPr marL="0" indent="0" algn="l">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10" name="Picture Placeholder 31">
            <a:extLst>
              <a:ext uri="{FF2B5EF4-FFF2-40B4-BE49-F238E27FC236}">
                <a16:creationId xmlns:a16="http://schemas.microsoft.com/office/drawing/2014/main" id="{8D077A0A-FD44-4087-8077-95C1AA360CFB}"/>
              </a:ext>
            </a:extLst>
          </p:cNvPr>
          <p:cNvSpPr>
            <a:spLocks noGrp="1"/>
          </p:cNvSpPr>
          <p:nvPr>
            <p:ph type="pic" sz="quarter" idx="19" hasCustomPrompt="1"/>
          </p:nvPr>
        </p:nvSpPr>
        <p:spPr>
          <a:xfrm>
            <a:off x="6095998" y="-1"/>
            <a:ext cx="6096002" cy="688692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solidFill>
                  <a:schemeClr val="bg1"/>
                </a:solidFill>
              </a:defRPr>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pic>
        <p:nvPicPr>
          <p:cNvPr id="13" name="Picture 12">
            <a:extLst>
              <a:ext uri="{FF2B5EF4-FFF2-40B4-BE49-F238E27FC236}">
                <a16:creationId xmlns:a16="http://schemas.microsoft.com/office/drawing/2014/main" id="{59BD8B0B-14B9-5943-A479-0E4AB37E099C}"/>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196"/>
          <a:stretch/>
        </p:blipFill>
        <p:spPr>
          <a:xfrm>
            <a:off x="-1" y="0"/>
            <a:ext cx="12185987" cy="6858000"/>
          </a:xfrm>
          <a:prstGeom prst="rect">
            <a:avLst/>
          </a:prstGeom>
        </p:spPr>
      </p:pic>
    </p:spTree>
    <p:extLst>
      <p:ext uri="{BB962C8B-B14F-4D97-AF65-F5344CB8AC3E}">
        <p14:creationId xmlns:p14="http://schemas.microsoft.com/office/powerpoint/2010/main" val="289579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with picture white">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03F5ABEA-AF0D-8E41-B6E3-A15F526BEEC5}"/>
              </a:ext>
            </a:extLst>
          </p:cNvPr>
          <p:cNvPicPr>
            <a:picLocks noChangeAspect="1"/>
          </p:cNvPicPr>
          <p:nvPr userDrawn="1"/>
        </p:nvPicPr>
        <p:blipFill rotWithShape="1">
          <a:blip r:embed="rId2" cstate="screen">
            <a:alphaModFix amt="30000"/>
            <a:extLst>
              <a:ext uri="{28A0092B-C50C-407E-A947-70E740481C1C}">
                <a14:useLocalDpi xmlns:a14="http://schemas.microsoft.com/office/drawing/2010/main"/>
              </a:ext>
            </a:extLst>
          </a:blip>
          <a:srcRect t="3232"/>
          <a:stretch/>
        </p:blipFill>
        <p:spPr>
          <a:xfrm>
            <a:off x="1489" y="0"/>
            <a:ext cx="12190511" cy="6858000"/>
          </a:xfrm>
          <a:prstGeom prst="rect">
            <a:avLst/>
          </a:prstGeom>
        </p:spPr>
      </p:pic>
      <p:sp>
        <p:nvSpPr>
          <p:cNvPr id="2" name="Title 1">
            <a:extLst>
              <a:ext uri="{FF2B5EF4-FFF2-40B4-BE49-F238E27FC236}">
                <a16:creationId xmlns:a16="http://schemas.microsoft.com/office/drawing/2014/main" id="{5CCD69AD-A198-4236-A43E-28ADA000EDBE}"/>
              </a:ext>
            </a:extLst>
          </p:cNvPr>
          <p:cNvSpPr>
            <a:spLocks noGrp="1"/>
          </p:cNvSpPr>
          <p:nvPr>
            <p:ph type="ctrTitle"/>
          </p:nvPr>
        </p:nvSpPr>
        <p:spPr>
          <a:xfrm>
            <a:off x="566567" y="2387599"/>
            <a:ext cx="5040000" cy="1969029"/>
          </a:xfrm>
        </p:spPr>
        <p:txBody>
          <a:bodyPr anchor="b"/>
          <a:lstStyle>
            <a:lvl1pPr algn="l">
              <a:defRPr lang="en-US" sz="6000" kern="1200" dirty="0">
                <a:solidFill>
                  <a:schemeClr val="tx2"/>
                </a:solidFill>
                <a:latin typeface="+mj-lt"/>
                <a:ea typeface="+mn-ea"/>
                <a:cs typeface="+mn-cs"/>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2B6B66F3-5203-4B02-9B0B-77B84709BEA3}"/>
              </a:ext>
            </a:extLst>
          </p:cNvPr>
          <p:cNvSpPr>
            <a:spLocks noGrp="1"/>
          </p:cNvSpPr>
          <p:nvPr>
            <p:ph type="subTitle" idx="1"/>
          </p:nvPr>
        </p:nvSpPr>
        <p:spPr>
          <a:xfrm>
            <a:off x="566568" y="4618038"/>
            <a:ext cx="5040000" cy="732895"/>
          </a:xfrm>
        </p:spPr>
        <p:txBody>
          <a:bodyPr/>
          <a:lstStyle>
            <a:lvl1pPr marL="0" indent="0" algn="l">
              <a:buNone/>
              <a:defRPr sz="1800" spc="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10" name="Picture Placeholder 31">
            <a:extLst>
              <a:ext uri="{FF2B5EF4-FFF2-40B4-BE49-F238E27FC236}">
                <a16:creationId xmlns:a16="http://schemas.microsoft.com/office/drawing/2014/main" id="{8D077A0A-FD44-4087-8077-95C1AA360CFB}"/>
              </a:ext>
            </a:extLst>
          </p:cNvPr>
          <p:cNvSpPr>
            <a:spLocks noGrp="1"/>
          </p:cNvSpPr>
          <p:nvPr>
            <p:ph type="pic" sz="quarter" idx="19" hasCustomPrompt="1"/>
          </p:nvPr>
        </p:nvSpPr>
        <p:spPr>
          <a:xfrm>
            <a:off x="6095998" y="-1"/>
            <a:ext cx="6096002" cy="688692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Tree>
    <p:extLst>
      <p:ext uri="{BB962C8B-B14F-4D97-AF65-F5344CB8AC3E}">
        <p14:creationId xmlns:p14="http://schemas.microsoft.com/office/powerpoint/2010/main" val="220043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Divider with picture Dark">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5CCD69AD-A198-4236-A43E-28ADA000EDBE}"/>
              </a:ext>
            </a:extLst>
          </p:cNvPr>
          <p:cNvSpPr>
            <a:spLocks noGrp="1"/>
          </p:cNvSpPr>
          <p:nvPr>
            <p:ph type="ctrTitle"/>
          </p:nvPr>
        </p:nvSpPr>
        <p:spPr>
          <a:xfrm>
            <a:off x="566568" y="2387599"/>
            <a:ext cx="9461852" cy="1969029"/>
          </a:xfrm>
        </p:spPr>
        <p:txBody>
          <a:bodyPr anchor="b"/>
          <a:lstStyle>
            <a:lvl1pPr algn="l">
              <a:defRPr lang="en-US" sz="6000" kern="1200" dirty="0">
                <a:solidFill>
                  <a:schemeClr val="bg1"/>
                </a:solidFill>
                <a:latin typeface="+mj-lt"/>
                <a:ea typeface="+mn-ea"/>
                <a:cs typeface="+mn-cs"/>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2B6B66F3-5203-4B02-9B0B-77B84709BEA3}"/>
              </a:ext>
            </a:extLst>
          </p:cNvPr>
          <p:cNvSpPr>
            <a:spLocks noGrp="1"/>
          </p:cNvSpPr>
          <p:nvPr>
            <p:ph type="subTitle" idx="1"/>
          </p:nvPr>
        </p:nvSpPr>
        <p:spPr>
          <a:xfrm>
            <a:off x="566568" y="4618038"/>
            <a:ext cx="9461852" cy="732895"/>
          </a:xfrm>
        </p:spPr>
        <p:txBody>
          <a:bodyPr/>
          <a:lstStyle>
            <a:lvl1pPr marL="0" indent="0" algn="l">
              <a:buNone/>
              <a:defRPr sz="1800" spc="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pic>
        <p:nvPicPr>
          <p:cNvPr id="6" name="Picture 5">
            <a:extLst>
              <a:ext uri="{FF2B5EF4-FFF2-40B4-BE49-F238E27FC236}">
                <a16:creationId xmlns:a16="http://schemas.microsoft.com/office/drawing/2014/main" id="{ECCBF602-81FF-874E-9669-A069C81A9898}"/>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196"/>
          <a:stretch/>
        </p:blipFill>
        <p:spPr>
          <a:xfrm>
            <a:off x="-1" y="0"/>
            <a:ext cx="12185987" cy="6858000"/>
          </a:xfrm>
          <a:prstGeom prst="rect">
            <a:avLst/>
          </a:prstGeom>
        </p:spPr>
      </p:pic>
    </p:spTree>
    <p:extLst>
      <p:ext uri="{BB962C8B-B14F-4D97-AF65-F5344CB8AC3E}">
        <p14:creationId xmlns:p14="http://schemas.microsoft.com/office/powerpoint/2010/main" val="3047054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Divider with picture white">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31E6C691-85B2-6E4C-BD23-712BC8CB16CA}"/>
              </a:ext>
            </a:extLst>
          </p:cNvPr>
          <p:cNvPicPr>
            <a:picLocks noChangeAspect="1"/>
          </p:cNvPicPr>
          <p:nvPr userDrawn="1"/>
        </p:nvPicPr>
        <p:blipFill rotWithShape="1">
          <a:blip r:embed="rId2" cstate="screen">
            <a:alphaModFix amt="30000"/>
            <a:extLst>
              <a:ext uri="{28A0092B-C50C-407E-A947-70E740481C1C}">
                <a14:useLocalDpi xmlns:a14="http://schemas.microsoft.com/office/drawing/2010/main"/>
              </a:ext>
            </a:extLst>
          </a:blip>
          <a:srcRect t="3232"/>
          <a:stretch/>
        </p:blipFill>
        <p:spPr>
          <a:xfrm>
            <a:off x="1489" y="0"/>
            <a:ext cx="12190511" cy="6858000"/>
          </a:xfrm>
          <a:prstGeom prst="rect">
            <a:avLst/>
          </a:prstGeom>
        </p:spPr>
      </p:pic>
      <p:sp>
        <p:nvSpPr>
          <p:cNvPr id="2" name="Title 1">
            <a:extLst>
              <a:ext uri="{FF2B5EF4-FFF2-40B4-BE49-F238E27FC236}">
                <a16:creationId xmlns:a16="http://schemas.microsoft.com/office/drawing/2014/main" id="{5CCD69AD-A198-4236-A43E-28ADA000EDBE}"/>
              </a:ext>
            </a:extLst>
          </p:cNvPr>
          <p:cNvSpPr>
            <a:spLocks noGrp="1"/>
          </p:cNvSpPr>
          <p:nvPr>
            <p:ph type="ctrTitle"/>
          </p:nvPr>
        </p:nvSpPr>
        <p:spPr>
          <a:xfrm>
            <a:off x="566566" y="2387599"/>
            <a:ext cx="9716685" cy="1969029"/>
          </a:xfrm>
        </p:spPr>
        <p:txBody>
          <a:bodyPr anchor="b"/>
          <a:lstStyle>
            <a:lvl1pPr algn="l">
              <a:defRPr lang="en-US" sz="6000" kern="1200" dirty="0">
                <a:solidFill>
                  <a:schemeClr val="tx2"/>
                </a:solidFill>
                <a:latin typeface="+mj-lt"/>
                <a:ea typeface="+mn-ea"/>
                <a:cs typeface="+mn-cs"/>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2B6B66F3-5203-4B02-9B0B-77B84709BEA3}"/>
              </a:ext>
            </a:extLst>
          </p:cNvPr>
          <p:cNvSpPr>
            <a:spLocks noGrp="1"/>
          </p:cNvSpPr>
          <p:nvPr>
            <p:ph type="subTitle" idx="1"/>
          </p:nvPr>
        </p:nvSpPr>
        <p:spPr>
          <a:xfrm>
            <a:off x="566567" y="4618038"/>
            <a:ext cx="9716685" cy="732895"/>
          </a:xfrm>
        </p:spPr>
        <p:txBody>
          <a:bodyPr/>
          <a:lstStyle>
            <a:lvl1pPr marL="0" indent="0" algn="l">
              <a:buNone/>
              <a:defRPr sz="1800" spc="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Tree>
    <p:extLst>
      <p:ext uri="{BB962C8B-B14F-4D97-AF65-F5344CB8AC3E}">
        <p14:creationId xmlns:p14="http://schemas.microsoft.com/office/powerpoint/2010/main" val="48972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ly picture">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68A2DA7C-CC9F-FF46-9492-4DBFB024F105}"/>
              </a:ext>
            </a:extLst>
          </p:cNvPr>
          <p:cNvPicPr>
            <a:picLocks noChangeAspect="1"/>
          </p:cNvPicPr>
          <p:nvPr userDrawn="1"/>
        </p:nvPicPr>
        <p:blipFill rotWithShape="1">
          <a:blip r:embed="rId2" cstate="screen">
            <a:alphaModFix amt="30000"/>
            <a:extLst>
              <a:ext uri="{28A0092B-C50C-407E-A947-70E740481C1C}">
                <a14:useLocalDpi xmlns:a14="http://schemas.microsoft.com/office/drawing/2010/main"/>
              </a:ext>
            </a:extLst>
          </a:blip>
          <a:srcRect t="3232"/>
          <a:stretch/>
        </p:blipFill>
        <p:spPr>
          <a:xfrm>
            <a:off x="179882" y="100358"/>
            <a:ext cx="12012118" cy="6757642"/>
          </a:xfrm>
          <a:prstGeom prst="rect">
            <a:avLst/>
          </a:prstGeom>
        </p:spPr>
      </p:pic>
      <p:sp>
        <p:nvSpPr>
          <p:cNvPr id="7" name="Picture Placeholder 2">
            <a:extLst>
              <a:ext uri="{FF2B5EF4-FFF2-40B4-BE49-F238E27FC236}">
                <a16:creationId xmlns:a16="http://schemas.microsoft.com/office/drawing/2014/main" id="{A5C9882A-37E5-413B-86AB-B3850BD8A877}"/>
              </a:ext>
            </a:extLst>
          </p:cNvPr>
          <p:cNvSpPr>
            <a:spLocks noGrp="1"/>
          </p:cNvSpPr>
          <p:nvPr>
            <p:ph type="pic" sz="quarter" idx="14"/>
          </p:nvPr>
        </p:nvSpPr>
        <p:spPr>
          <a:xfrm>
            <a:off x="179882" y="0"/>
            <a:ext cx="12012118" cy="4886793"/>
          </a:xfrm>
        </p:spPr>
        <p:txBody>
          <a:bodyPr bIns="684000" anchor="ctr"/>
          <a:lstStyle>
            <a:lvl1pPr algn="ctr">
              <a:defRPr/>
            </a:lvl1pPr>
          </a:lstStyle>
          <a:p>
            <a:r>
              <a:rPr lang="en-GB"/>
              <a:t>Click icon to add picture</a:t>
            </a:r>
            <a:endParaRPr lang="en-US"/>
          </a:p>
        </p:txBody>
      </p:sp>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435418"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1954696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and 3 pictur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B331129-2771-4A0D-908E-6ECB5DA1A4B8}"/>
              </a:ext>
            </a:extLst>
          </p:cNvPr>
          <p:cNvSpPr>
            <a:spLocks noGrp="1"/>
          </p:cNvSpPr>
          <p:nvPr>
            <p:ph type="body" sz="quarter" idx="17" hasCustomPrompt="1"/>
          </p:nvPr>
        </p:nvSpPr>
        <p:spPr>
          <a:xfrm rot="16200000">
            <a:off x="8264407" y="2738763"/>
            <a:ext cx="5843364" cy="1109663"/>
          </a:xfrm>
        </p:spPr>
        <p:txBody>
          <a:bodyPr anchor="ctr"/>
          <a:lstStyle>
            <a:lvl1pPr algn="l">
              <a:defRPr lang="en-US" sz="5400" kern="1200" cap="all" baseline="0" dirty="0" smtClean="0">
                <a:solidFill>
                  <a:schemeClr val="tx2"/>
                </a:solidFill>
                <a:latin typeface="+mj-lt"/>
                <a:ea typeface="+mn-ea"/>
                <a:cs typeface="+mn-cs"/>
              </a:defRPr>
            </a:lvl1pPr>
            <a:lvl2pPr>
              <a:defRPr lang="en-US" sz="3200" kern="1200" cap="all" baseline="0" dirty="0" smtClean="0">
                <a:solidFill>
                  <a:schemeClr val="tx2"/>
                </a:solidFill>
                <a:latin typeface="+mj-lt"/>
                <a:ea typeface="+mn-ea"/>
                <a:cs typeface="+mn-cs"/>
              </a:defRPr>
            </a:lvl2pPr>
          </a:lstStyle>
          <a:p>
            <a:pPr lvl="0"/>
            <a:r>
              <a:rPr lang="en-US" dirty="0"/>
              <a:t>INSERT A BIG STATEMENT</a:t>
            </a:r>
          </a:p>
        </p:txBody>
      </p:sp>
      <p:sp>
        <p:nvSpPr>
          <p:cNvPr id="17" name="Picture Placeholder 2">
            <a:extLst>
              <a:ext uri="{FF2B5EF4-FFF2-40B4-BE49-F238E27FC236}">
                <a16:creationId xmlns:a16="http://schemas.microsoft.com/office/drawing/2014/main" id="{021F9C90-47FD-4756-BDF3-E9F7801384F2}"/>
              </a:ext>
            </a:extLst>
          </p:cNvPr>
          <p:cNvSpPr>
            <a:spLocks noGrp="1"/>
          </p:cNvSpPr>
          <p:nvPr>
            <p:ph type="pic" sz="quarter" idx="14"/>
          </p:nvPr>
        </p:nvSpPr>
        <p:spPr>
          <a:xfrm>
            <a:off x="6837240" y="-1"/>
            <a:ext cx="3291511" cy="2285997"/>
          </a:xfrm>
        </p:spPr>
        <p:txBody>
          <a:bodyPr bIns="684000" anchor="ctr"/>
          <a:lstStyle>
            <a:lvl1pPr algn="ctr">
              <a:defRPr/>
            </a:lvl1pPr>
          </a:lstStyle>
          <a:p>
            <a:r>
              <a:rPr lang="en-GB"/>
              <a:t>Click icon to add picture</a:t>
            </a:r>
            <a:endParaRPr lang="en-US"/>
          </a:p>
        </p:txBody>
      </p:sp>
      <p:sp>
        <p:nvSpPr>
          <p:cNvPr id="18" name="Picture Placeholder 2">
            <a:extLst>
              <a:ext uri="{FF2B5EF4-FFF2-40B4-BE49-F238E27FC236}">
                <a16:creationId xmlns:a16="http://schemas.microsoft.com/office/drawing/2014/main" id="{F2D00427-0EA6-486C-9CC7-6D8EA1539CF9}"/>
              </a:ext>
            </a:extLst>
          </p:cNvPr>
          <p:cNvSpPr>
            <a:spLocks noGrp="1"/>
          </p:cNvSpPr>
          <p:nvPr>
            <p:ph type="pic" sz="quarter" idx="15"/>
          </p:nvPr>
        </p:nvSpPr>
        <p:spPr>
          <a:xfrm>
            <a:off x="6837240" y="2285996"/>
            <a:ext cx="3291511" cy="2285997"/>
          </a:xfrm>
        </p:spPr>
        <p:txBody>
          <a:bodyPr bIns="684000" anchor="ctr"/>
          <a:lstStyle>
            <a:lvl1pPr algn="ctr">
              <a:defRPr/>
            </a:lvl1pPr>
          </a:lstStyle>
          <a:p>
            <a:r>
              <a:rPr lang="en-GB"/>
              <a:t>Click icon to add picture</a:t>
            </a:r>
            <a:endParaRPr lang="en-US"/>
          </a:p>
        </p:txBody>
      </p:sp>
      <p:sp>
        <p:nvSpPr>
          <p:cNvPr id="19" name="Picture Placeholder 2">
            <a:extLst>
              <a:ext uri="{FF2B5EF4-FFF2-40B4-BE49-F238E27FC236}">
                <a16:creationId xmlns:a16="http://schemas.microsoft.com/office/drawing/2014/main" id="{5013A057-3208-429A-9BA1-F2C589BE9593}"/>
              </a:ext>
            </a:extLst>
          </p:cNvPr>
          <p:cNvSpPr>
            <a:spLocks noGrp="1"/>
          </p:cNvSpPr>
          <p:nvPr>
            <p:ph type="pic" sz="quarter" idx="16"/>
          </p:nvPr>
        </p:nvSpPr>
        <p:spPr>
          <a:xfrm>
            <a:off x="6837240" y="4571993"/>
            <a:ext cx="3291511" cy="2285997"/>
          </a:xfrm>
        </p:spPr>
        <p:txBody>
          <a:bodyPr bIns="684000" anchor="ctr"/>
          <a:lstStyle>
            <a:lvl1pPr algn="ctr">
              <a:defRPr/>
            </a:lvl1pPr>
          </a:lstStyle>
          <a:p>
            <a:r>
              <a:rPr lang="en-GB"/>
              <a:t>Click icon to add picture</a:t>
            </a:r>
            <a:endParaRPr lang="en-US"/>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a:xfrm>
            <a:off x="3921190" y="6566624"/>
            <a:ext cx="7819730" cy="131991"/>
          </a:xfrm>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524170" y="371913"/>
            <a:ext cx="5571830" cy="809615"/>
          </a:xfrm>
        </p:spPr>
        <p:txBody>
          <a:bodyPr/>
          <a:lstStyle/>
          <a:p>
            <a:r>
              <a:rPr lang="en-GB"/>
              <a:t>Click to edit Master title style</a:t>
            </a:r>
            <a:endParaRPr lang="en-US" dirty="0"/>
          </a:p>
        </p:txBody>
      </p:sp>
      <p:sp>
        <p:nvSpPr>
          <p:cNvPr id="11" name="Text Placeholder 9">
            <a:extLst>
              <a:ext uri="{FF2B5EF4-FFF2-40B4-BE49-F238E27FC236}">
                <a16:creationId xmlns:a16="http://schemas.microsoft.com/office/drawing/2014/main" id="{B3FFBDF1-AE55-4669-95CF-E7E1C2FAB0DC}"/>
              </a:ext>
            </a:extLst>
          </p:cNvPr>
          <p:cNvSpPr>
            <a:spLocks noGrp="1"/>
          </p:cNvSpPr>
          <p:nvPr>
            <p:ph type="body" sz="quarter" idx="13" hasCustomPrompt="1"/>
          </p:nvPr>
        </p:nvSpPr>
        <p:spPr>
          <a:xfrm>
            <a:off x="524170" y="1299039"/>
            <a:ext cx="5571830"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12" name="Content Placeholder 2">
            <a:extLst>
              <a:ext uri="{FF2B5EF4-FFF2-40B4-BE49-F238E27FC236}">
                <a16:creationId xmlns:a16="http://schemas.microsoft.com/office/drawing/2014/main" id="{9B735228-273C-4D2A-A2DE-C97F006F3963}"/>
              </a:ext>
            </a:extLst>
          </p:cNvPr>
          <p:cNvSpPr>
            <a:spLocks noGrp="1"/>
          </p:cNvSpPr>
          <p:nvPr>
            <p:ph idx="1"/>
          </p:nvPr>
        </p:nvSpPr>
        <p:spPr>
          <a:xfrm>
            <a:off x="524170" y="1910992"/>
            <a:ext cx="5571830" cy="43755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4" name="Picture 13">
            <a:extLst>
              <a:ext uri="{FF2B5EF4-FFF2-40B4-BE49-F238E27FC236}">
                <a16:creationId xmlns:a16="http://schemas.microsoft.com/office/drawing/2014/main" id="{7CC86693-89F1-4D6F-B319-4BE60CA98582}"/>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6698750" y="1"/>
            <a:ext cx="77492"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pic>
        <p:nvPicPr>
          <p:cNvPr id="16" name="Picture 15">
            <a:extLst>
              <a:ext uri="{FF2B5EF4-FFF2-40B4-BE49-F238E27FC236}">
                <a16:creationId xmlns:a16="http://schemas.microsoft.com/office/drawing/2014/main" id="{B0C3227A-A5AA-4AC7-9E79-AEE1330805A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142391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blac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2E619D-6B10-4535-92CF-E5CD439D090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14EF05E9-5155-4C5A-BF14-C60F16491320}"/>
              </a:ext>
            </a:extLst>
          </p:cNvPr>
          <p:cNvSpPr>
            <a:spLocks noGrp="1"/>
          </p:cNvSpPr>
          <p:nvPr>
            <p:ph idx="1"/>
          </p:nvPr>
        </p:nvSpPr>
        <p:spPr>
          <a:xfrm>
            <a:off x="524170" y="1449388"/>
            <a:ext cx="10138388" cy="4837112"/>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18987CA0-A858-4487-A553-6C36F982062A}"/>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6" name="Slide Number Placeholder 5">
            <a:extLst>
              <a:ext uri="{FF2B5EF4-FFF2-40B4-BE49-F238E27FC236}">
                <a16:creationId xmlns:a16="http://schemas.microsoft.com/office/drawing/2014/main" id="{CD645826-87CF-472E-BADC-468F3C403073}"/>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16750"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pic>
        <p:nvPicPr>
          <p:cNvPr id="10" name="Picture 9">
            <a:extLst>
              <a:ext uri="{FF2B5EF4-FFF2-40B4-BE49-F238E27FC236}">
                <a16:creationId xmlns:a16="http://schemas.microsoft.com/office/drawing/2014/main" id="{3E9D6D09-E8AA-534E-9E05-F0205A35342A}"/>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196"/>
          <a:stretch/>
        </p:blipFill>
        <p:spPr>
          <a:xfrm>
            <a:off x="-1" y="0"/>
            <a:ext cx="12185987" cy="6858000"/>
          </a:xfrm>
          <a:prstGeom prst="rect">
            <a:avLst/>
          </a:prstGeom>
        </p:spPr>
      </p:pic>
    </p:spTree>
    <p:extLst>
      <p:ext uri="{BB962C8B-B14F-4D97-AF65-F5344CB8AC3E}">
        <p14:creationId xmlns:p14="http://schemas.microsoft.com/office/powerpoint/2010/main" val="65039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wo Content Dark">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9498A4D-94E3-41CD-A4A4-7EF4187B760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14EF05E9-5155-4C5A-BF14-C60F16491320}"/>
              </a:ext>
            </a:extLst>
          </p:cNvPr>
          <p:cNvSpPr>
            <a:spLocks noGrp="1"/>
          </p:cNvSpPr>
          <p:nvPr>
            <p:ph idx="1"/>
          </p:nvPr>
        </p:nvSpPr>
        <p:spPr>
          <a:xfrm>
            <a:off x="524170" y="1449388"/>
            <a:ext cx="5288801" cy="4837112"/>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18987CA0-A858-4487-A553-6C36F982062A}"/>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6" name="Slide Number Placeholder 5">
            <a:extLst>
              <a:ext uri="{FF2B5EF4-FFF2-40B4-BE49-F238E27FC236}">
                <a16:creationId xmlns:a16="http://schemas.microsoft.com/office/drawing/2014/main" id="{CD645826-87CF-472E-BADC-468F3C403073}"/>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sp>
        <p:nvSpPr>
          <p:cNvPr id="8" name="Content Placeholder 2">
            <a:extLst>
              <a:ext uri="{FF2B5EF4-FFF2-40B4-BE49-F238E27FC236}">
                <a16:creationId xmlns:a16="http://schemas.microsoft.com/office/drawing/2014/main" id="{D8DE2C67-E034-4C8B-95F8-7157B7E5DA29}"/>
              </a:ext>
            </a:extLst>
          </p:cNvPr>
          <p:cNvSpPr>
            <a:spLocks noGrp="1"/>
          </p:cNvSpPr>
          <p:nvPr>
            <p:ph idx="14"/>
          </p:nvPr>
        </p:nvSpPr>
        <p:spPr>
          <a:xfrm>
            <a:off x="6223519" y="1449388"/>
            <a:ext cx="5288801" cy="4837112"/>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1" name="Picture 10">
            <a:extLst>
              <a:ext uri="{FF2B5EF4-FFF2-40B4-BE49-F238E27FC236}">
                <a16:creationId xmlns:a16="http://schemas.microsoft.com/office/drawing/2014/main" id="{18026B46-290D-2F48-B78E-349171970CD0}"/>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196"/>
          <a:stretch/>
        </p:blipFill>
        <p:spPr>
          <a:xfrm>
            <a:off x="-1" y="0"/>
            <a:ext cx="12185987" cy="6858000"/>
          </a:xfrm>
          <a:prstGeom prst="rect">
            <a:avLst/>
          </a:prstGeom>
        </p:spPr>
      </p:pic>
    </p:spTree>
    <p:extLst>
      <p:ext uri="{BB962C8B-B14F-4D97-AF65-F5344CB8AC3E}">
        <p14:creationId xmlns:p14="http://schemas.microsoft.com/office/powerpoint/2010/main" val="16465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 boxes with pictures">
    <p:spTree>
      <p:nvGrpSpPr>
        <p:cNvPr id="1" name=""/>
        <p:cNvGrpSpPr/>
        <p:nvPr/>
      </p:nvGrpSpPr>
      <p:grpSpPr>
        <a:xfrm>
          <a:off x="0" y="0"/>
          <a:ext cx="0" cy="0"/>
          <a:chOff x="0" y="0"/>
          <a:chExt cx="0" cy="0"/>
        </a:xfrm>
      </p:grpSpPr>
      <p:sp>
        <p:nvSpPr>
          <p:cNvPr id="17" name="Picture Placeholder 2">
            <a:extLst>
              <a:ext uri="{FF2B5EF4-FFF2-40B4-BE49-F238E27FC236}">
                <a16:creationId xmlns:a16="http://schemas.microsoft.com/office/drawing/2014/main" id="{692B8CFC-0889-4986-BF5C-EABE3F7AEFD4}"/>
              </a:ext>
            </a:extLst>
          </p:cNvPr>
          <p:cNvSpPr>
            <a:spLocks noGrp="1"/>
          </p:cNvSpPr>
          <p:nvPr>
            <p:ph type="pic" sz="quarter" idx="17"/>
          </p:nvPr>
        </p:nvSpPr>
        <p:spPr>
          <a:xfrm>
            <a:off x="0" y="3429000"/>
            <a:ext cx="4060431" cy="3429000"/>
          </a:xfrm>
        </p:spPr>
        <p:txBody>
          <a:bodyPr bIns="684000" anchor="ctr"/>
          <a:lstStyle>
            <a:lvl1pPr algn="ctr">
              <a:defRPr>
                <a:solidFill>
                  <a:schemeClr val="tx1"/>
                </a:solidFill>
              </a:defRPr>
            </a:lvl1pPr>
          </a:lstStyle>
          <a:p>
            <a:r>
              <a:rPr lang="en-GB"/>
              <a:t>Click icon to add picture</a:t>
            </a:r>
            <a:endParaRPr lang="en-US" dirty="0"/>
          </a:p>
        </p:txBody>
      </p:sp>
      <p:sp>
        <p:nvSpPr>
          <p:cNvPr id="18" name="Picture Placeholder 2">
            <a:extLst>
              <a:ext uri="{FF2B5EF4-FFF2-40B4-BE49-F238E27FC236}">
                <a16:creationId xmlns:a16="http://schemas.microsoft.com/office/drawing/2014/main" id="{3B9A8960-CD6A-4366-A704-22C603790640}"/>
              </a:ext>
            </a:extLst>
          </p:cNvPr>
          <p:cNvSpPr>
            <a:spLocks noGrp="1"/>
          </p:cNvSpPr>
          <p:nvPr>
            <p:ph type="pic" sz="quarter" idx="18"/>
          </p:nvPr>
        </p:nvSpPr>
        <p:spPr>
          <a:xfrm>
            <a:off x="8131569" y="3429000"/>
            <a:ext cx="4060431" cy="3429000"/>
          </a:xfrm>
        </p:spPr>
        <p:txBody>
          <a:bodyPr bIns="684000" anchor="ctr"/>
          <a:lstStyle>
            <a:lvl1pPr algn="ctr">
              <a:defRPr>
                <a:solidFill>
                  <a:schemeClr val="tx1"/>
                </a:solidFill>
              </a:defRPr>
            </a:lvl1pPr>
          </a:lstStyle>
          <a:p>
            <a:r>
              <a:rPr lang="en-GB"/>
              <a:t>Click icon to add picture</a:t>
            </a:r>
            <a:endParaRPr lang="en-US" dirty="0"/>
          </a:p>
        </p:txBody>
      </p:sp>
      <p:sp>
        <p:nvSpPr>
          <p:cNvPr id="19" name="Picture Placeholder 2">
            <a:extLst>
              <a:ext uri="{FF2B5EF4-FFF2-40B4-BE49-F238E27FC236}">
                <a16:creationId xmlns:a16="http://schemas.microsoft.com/office/drawing/2014/main" id="{7BE27F24-ACC0-45C0-8E84-8BCFEE621D6B}"/>
              </a:ext>
            </a:extLst>
          </p:cNvPr>
          <p:cNvSpPr>
            <a:spLocks noGrp="1"/>
          </p:cNvSpPr>
          <p:nvPr>
            <p:ph type="pic" sz="quarter" idx="19"/>
          </p:nvPr>
        </p:nvSpPr>
        <p:spPr>
          <a:xfrm>
            <a:off x="4072186" y="0"/>
            <a:ext cx="4060431" cy="3428412"/>
          </a:xfrm>
        </p:spPr>
        <p:txBody>
          <a:bodyPr bIns="684000" anchor="ctr"/>
          <a:lstStyle>
            <a:lvl1pPr algn="ctr">
              <a:defRPr>
                <a:solidFill>
                  <a:schemeClr val="tx1"/>
                </a:solidFill>
              </a:defRPr>
            </a:lvl1pPr>
          </a:lstStyle>
          <a:p>
            <a:r>
              <a:rPr lang="en-GB"/>
              <a:t>Click icon to add picture</a:t>
            </a:r>
            <a:endParaRPr lang="en-US" dirty="0"/>
          </a:p>
        </p:txBody>
      </p:sp>
      <p:sp>
        <p:nvSpPr>
          <p:cNvPr id="3" name="Footer Placeholder 2">
            <a:extLst>
              <a:ext uri="{FF2B5EF4-FFF2-40B4-BE49-F238E27FC236}">
                <a16:creationId xmlns:a16="http://schemas.microsoft.com/office/drawing/2014/main" id="{2136CB0D-2E2B-4362-8AB9-56D75CD7CC47}"/>
              </a:ext>
            </a:extLst>
          </p:cNvPr>
          <p:cNvSpPr>
            <a:spLocks noGrp="1"/>
          </p:cNvSpPr>
          <p:nvPr>
            <p:ph type="ftr" sz="quarter" idx="10"/>
          </p:nvPr>
        </p:nvSpPr>
        <p:spPr/>
        <p:txBody>
          <a:bodyPr/>
          <a:lstStyle>
            <a:lvl1pPr>
              <a:defRPr>
                <a:solidFill>
                  <a:schemeClr val="bg1"/>
                </a:solidFill>
              </a:defRPr>
            </a:lvl1pPr>
          </a:lstStyle>
          <a:p>
            <a:r>
              <a:rPr lang="en-US"/>
              <a:t>Private &amp; Confidential</a:t>
            </a:r>
            <a:endParaRPr lang="en-US" dirty="0"/>
          </a:p>
        </p:txBody>
      </p:sp>
      <p:sp>
        <p:nvSpPr>
          <p:cNvPr id="4" name="Slide Number Placeholder 3">
            <a:extLst>
              <a:ext uri="{FF2B5EF4-FFF2-40B4-BE49-F238E27FC236}">
                <a16:creationId xmlns:a16="http://schemas.microsoft.com/office/drawing/2014/main" id="{FA3624B3-822F-474B-87E2-4A84228EBBC8}"/>
              </a:ext>
            </a:extLst>
          </p:cNvPr>
          <p:cNvSpPr>
            <a:spLocks noGrp="1"/>
          </p:cNvSpPr>
          <p:nvPr>
            <p:ph type="sldNum" sz="quarter" idx="11"/>
          </p:nvPr>
        </p:nvSpPr>
        <p:spPr/>
        <p:txBody>
          <a:bodyPr/>
          <a:lstStyle>
            <a:lvl1pPr>
              <a:defRPr>
                <a:solidFill>
                  <a:schemeClr val="bg1"/>
                </a:solidFill>
              </a:defRPr>
            </a:lvl1pPr>
          </a:lstStyle>
          <a:p>
            <a:fld id="{31939A77-4DCF-4228-8B74-013876D0374B}" type="slidenum">
              <a:rPr lang="en-US" smtClean="0"/>
              <a:pPr/>
              <a:t>‹#›</a:t>
            </a:fld>
            <a:endParaRPr lang="en-US" dirty="0"/>
          </a:p>
        </p:txBody>
      </p:sp>
      <p:sp>
        <p:nvSpPr>
          <p:cNvPr id="12" name="Content Placeholder 2">
            <a:extLst>
              <a:ext uri="{FF2B5EF4-FFF2-40B4-BE49-F238E27FC236}">
                <a16:creationId xmlns:a16="http://schemas.microsoft.com/office/drawing/2014/main" id="{D6287B06-735F-4515-860C-898EE78F4160}"/>
              </a:ext>
            </a:extLst>
          </p:cNvPr>
          <p:cNvSpPr>
            <a:spLocks noGrp="1"/>
          </p:cNvSpPr>
          <p:nvPr>
            <p:ph idx="12"/>
          </p:nvPr>
        </p:nvSpPr>
        <p:spPr>
          <a:xfrm>
            <a:off x="470642" y="955963"/>
            <a:ext cx="3048411" cy="1953490"/>
          </a:xfrm>
        </p:spPr>
        <p:txBody>
          <a:bodyPr/>
          <a:lstStyle>
            <a:lvl1pPr>
              <a:lnSpc>
                <a:spcPct val="100000"/>
              </a:lnSpc>
              <a:spcAft>
                <a:spcPts val="600"/>
              </a:spcAft>
              <a:defRPr sz="1800">
                <a:solidFill>
                  <a:schemeClr val="tx1"/>
                </a:solidFill>
              </a:defRPr>
            </a:lvl1pPr>
            <a:lvl2pPr>
              <a:lnSpc>
                <a:spcPct val="100000"/>
              </a:lnSpc>
              <a:spcBef>
                <a:spcPts val="600"/>
              </a:spcBef>
              <a:defRPr sz="1200">
                <a:solidFill>
                  <a:schemeClr val="tx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1BACD80A-37DA-4FCA-814F-BB3ECCDCEF55}"/>
              </a:ext>
            </a:extLst>
          </p:cNvPr>
          <p:cNvSpPr>
            <a:spLocks noGrp="1"/>
          </p:cNvSpPr>
          <p:nvPr>
            <p:ph idx="13"/>
          </p:nvPr>
        </p:nvSpPr>
        <p:spPr>
          <a:xfrm>
            <a:off x="8672947" y="955963"/>
            <a:ext cx="3048411" cy="1953490"/>
          </a:xfrm>
        </p:spPr>
        <p:txBody>
          <a:bodyPr/>
          <a:lstStyle>
            <a:lvl1pPr>
              <a:lnSpc>
                <a:spcPct val="100000"/>
              </a:lnSpc>
              <a:spcAft>
                <a:spcPts val="600"/>
              </a:spcAft>
              <a:defRPr sz="1800">
                <a:solidFill>
                  <a:schemeClr val="tx1"/>
                </a:solidFill>
              </a:defRPr>
            </a:lvl1pPr>
            <a:lvl2pPr>
              <a:lnSpc>
                <a:spcPct val="100000"/>
              </a:lnSpc>
              <a:spcBef>
                <a:spcPts val="600"/>
              </a:spcBef>
              <a:defRPr sz="1200">
                <a:solidFill>
                  <a:schemeClr val="tx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4" name="Content Placeholder 2">
            <a:extLst>
              <a:ext uri="{FF2B5EF4-FFF2-40B4-BE49-F238E27FC236}">
                <a16:creationId xmlns:a16="http://schemas.microsoft.com/office/drawing/2014/main" id="{90EEC244-343F-428F-818B-7916F89E4FB9}"/>
              </a:ext>
            </a:extLst>
          </p:cNvPr>
          <p:cNvSpPr>
            <a:spLocks noGrp="1"/>
          </p:cNvSpPr>
          <p:nvPr>
            <p:ph idx="14"/>
          </p:nvPr>
        </p:nvSpPr>
        <p:spPr>
          <a:xfrm>
            <a:off x="4530025" y="4391890"/>
            <a:ext cx="3048411" cy="1953490"/>
          </a:xfrm>
        </p:spPr>
        <p:txBody>
          <a:bodyPr/>
          <a:lstStyle>
            <a:lvl1pPr>
              <a:lnSpc>
                <a:spcPct val="100000"/>
              </a:lnSpc>
              <a:spcAft>
                <a:spcPts val="600"/>
              </a:spcAft>
              <a:defRPr sz="1800">
                <a:solidFill>
                  <a:schemeClr val="tx2"/>
                </a:solidFill>
              </a:defRPr>
            </a:lvl1pPr>
            <a:lvl2pPr>
              <a:lnSpc>
                <a:spcPct val="100000"/>
              </a:lnSpc>
              <a:spcBef>
                <a:spcPts val="600"/>
              </a:spcBef>
              <a:defRPr sz="12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088076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4 boxes with pictures">
    <p:spTree>
      <p:nvGrpSpPr>
        <p:cNvPr id="1" name=""/>
        <p:cNvGrpSpPr/>
        <p:nvPr/>
      </p:nvGrpSpPr>
      <p:grpSpPr>
        <a:xfrm>
          <a:off x="0" y="0"/>
          <a:ext cx="0" cy="0"/>
          <a:chOff x="0" y="0"/>
          <a:chExt cx="0" cy="0"/>
        </a:xfrm>
      </p:grpSpPr>
      <p:sp>
        <p:nvSpPr>
          <p:cNvPr id="20" name="Picture Placeholder 2">
            <a:extLst>
              <a:ext uri="{FF2B5EF4-FFF2-40B4-BE49-F238E27FC236}">
                <a16:creationId xmlns:a16="http://schemas.microsoft.com/office/drawing/2014/main" id="{9D6B60ED-42E6-49B2-B14F-9675E8031D18}"/>
              </a:ext>
            </a:extLst>
          </p:cNvPr>
          <p:cNvSpPr>
            <a:spLocks noGrp="1"/>
          </p:cNvSpPr>
          <p:nvPr>
            <p:ph type="pic" sz="quarter" idx="17"/>
          </p:nvPr>
        </p:nvSpPr>
        <p:spPr>
          <a:xfrm>
            <a:off x="1" y="3429000"/>
            <a:ext cx="3051358" cy="3429000"/>
          </a:xfrm>
        </p:spPr>
        <p:txBody>
          <a:bodyPr bIns="684000" anchor="ctr"/>
          <a:lstStyle>
            <a:lvl1pPr algn="ctr">
              <a:defRPr>
                <a:solidFill>
                  <a:schemeClr val="tx1"/>
                </a:solidFill>
              </a:defRPr>
            </a:lvl1pPr>
          </a:lstStyle>
          <a:p>
            <a:r>
              <a:rPr lang="en-GB"/>
              <a:t>Click icon to add picture</a:t>
            </a:r>
            <a:endParaRPr lang="en-US" dirty="0"/>
          </a:p>
        </p:txBody>
      </p:sp>
      <p:sp>
        <p:nvSpPr>
          <p:cNvPr id="21" name="Picture Placeholder 2">
            <a:extLst>
              <a:ext uri="{FF2B5EF4-FFF2-40B4-BE49-F238E27FC236}">
                <a16:creationId xmlns:a16="http://schemas.microsoft.com/office/drawing/2014/main" id="{F9048FEF-D1F7-412F-BF14-9BFF26C2EF86}"/>
              </a:ext>
            </a:extLst>
          </p:cNvPr>
          <p:cNvSpPr>
            <a:spLocks noGrp="1"/>
          </p:cNvSpPr>
          <p:nvPr>
            <p:ph type="pic" sz="quarter" idx="19"/>
          </p:nvPr>
        </p:nvSpPr>
        <p:spPr>
          <a:xfrm>
            <a:off x="3045439" y="0"/>
            <a:ext cx="3052800" cy="3429000"/>
          </a:xfrm>
        </p:spPr>
        <p:txBody>
          <a:bodyPr bIns="684000" anchor="ctr"/>
          <a:lstStyle>
            <a:lvl1pPr algn="ctr">
              <a:defRPr>
                <a:solidFill>
                  <a:schemeClr val="tx1"/>
                </a:solidFill>
              </a:defRPr>
            </a:lvl1pPr>
          </a:lstStyle>
          <a:p>
            <a:r>
              <a:rPr lang="en-GB"/>
              <a:t>Click icon to add picture</a:t>
            </a:r>
            <a:endParaRPr lang="en-US" dirty="0"/>
          </a:p>
        </p:txBody>
      </p:sp>
      <p:sp>
        <p:nvSpPr>
          <p:cNvPr id="22" name="Picture Placeholder 2">
            <a:extLst>
              <a:ext uri="{FF2B5EF4-FFF2-40B4-BE49-F238E27FC236}">
                <a16:creationId xmlns:a16="http://schemas.microsoft.com/office/drawing/2014/main" id="{15572C86-3C1B-4FFA-84ED-68512BF70DBC}"/>
              </a:ext>
            </a:extLst>
          </p:cNvPr>
          <p:cNvSpPr>
            <a:spLocks noGrp="1"/>
          </p:cNvSpPr>
          <p:nvPr>
            <p:ph type="pic" sz="quarter" idx="20"/>
          </p:nvPr>
        </p:nvSpPr>
        <p:spPr>
          <a:xfrm>
            <a:off x="6092319" y="3429000"/>
            <a:ext cx="3052800" cy="3429000"/>
          </a:xfrm>
        </p:spPr>
        <p:txBody>
          <a:bodyPr bIns="684000" anchor="ctr"/>
          <a:lstStyle>
            <a:lvl1pPr algn="ctr">
              <a:defRPr>
                <a:solidFill>
                  <a:schemeClr val="tx1"/>
                </a:solidFill>
              </a:defRPr>
            </a:lvl1pPr>
          </a:lstStyle>
          <a:p>
            <a:r>
              <a:rPr lang="en-GB"/>
              <a:t>Click icon to add picture</a:t>
            </a:r>
            <a:endParaRPr lang="en-US" dirty="0"/>
          </a:p>
        </p:txBody>
      </p:sp>
      <p:sp>
        <p:nvSpPr>
          <p:cNvPr id="23" name="Picture Placeholder 2">
            <a:extLst>
              <a:ext uri="{FF2B5EF4-FFF2-40B4-BE49-F238E27FC236}">
                <a16:creationId xmlns:a16="http://schemas.microsoft.com/office/drawing/2014/main" id="{E6688DEE-7330-4D87-80C7-D10A14712B3D}"/>
              </a:ext>
            </a:extLst>
          </p:cNvPr>
          <p:cNvSpPr>
            <a:spLocks noGrp="1"/>
          </p:cNvSpPr>
          <p:nvPr>
            <p:ph type="pic" sz="quarter" idx="21"/>
          </p:nvPr>
        </p:nvSpPr>
        <p:spPr>
          <a:xfrm>
            <a:off x="9139200" y="0"/>
            <a:ext cx="3052800" cy="3429000"/>
          </a:xfrm>
        </p:spPr>
        <p:txBody>
          <a:bodyPr bIns="684000" anchor="ctr"/>
          <a:lstStyle>
            <a:lvl1pPr algn="ctr">
              <a:defRPr>
                <a:solidFill>
                  <a:schemeClr val="tx1"/>
                </a:solidFill>
              </a:defRPr>
            </a:lvl1pPr>
          </a:lstStyle>
          <a:p>
            <a:r>
              <a:rPr lang="en-GB"/>
              <a:t>Click icon to add picture</a:t>
            </a:r>
            <a:endParaRPr lang="en-US" dirty="0"/>
          </a:p>
        </p:txBody>
      </p:sp>
      <p:sp>
        <p:nvSpPr>
          <p:cNvPr id="3" name="Footer Placeholder 2">
            <a:extLst>
              <a:ext uri="{FF2B5EF4-FFF2-40B4-BE49-F238E27FC236}">
                <a16:creationId xmlns:a16="http://schemas.microsoft.com/office/drawing/2014/main" id="{2136CB0D-2E2B-4362-8AB9-56D75CD7CC47}"/>
              </a:ext>
            </a:extLst>
          </p:cNvPr>
          <p:cNvSpPr>
            <a:spLocks noGrp="1"/>
          </p:cNvSpPr>
          <p:nvPr>
            <p:ph type="ftr" sz="quarter" idx="10"/>
          </p:nvPr>
        </p:nvSpPr>
        <p:spPr/>
        <p:txBody>
          <a:bodyPr/>
          <a:lstStyle>
            <a:lvl1pPr>
              <a:defRPr>
                <a:solidFill>
                  <a:schemeClr val="tx1"/>
                </a:solidFill>
              </a:defRPr>
            </a:lvl1pPr>
          </a:lstStyle>
          <a:p>
            <a:r>
              <a:rPr lang="en-US"/>
              <a:t>Private &amp; Confidential</a:t>
            </a:r>
            <a:endParaRPr lang="en-US" dirty="0"/>
          </a:p>
        </p:txBody>
      </p:sp>
      <p:sp>
        <p:nvSpPr>
          <p:cNvPr id="4" name="Slide Number Placeholder 3">
            <a:extLst>
              <a:ext uri="{FF2B5EF4-FFF2-40B4-BE49-F238E27FC236}">
                <a16:creationId xmlns:a16="http://schemas.microsoft.com/office/drawing/2014/main" id="{FA3624B3-822F-474B-87E2-4A84228EBBC8}"/>
              </a:ext>
            </a:extLst>
          </p:cNvPr>
          <p:cNvSpPr>
            <a:spLocks noGrp="1"/>
          </p:cNvSpPr>
          <p:nvPr>
            <p:ph type="sldNum" sz="quarter" idx="11"/>
          </p:nvPr>
        </p:nvSpPr>
        <p:spPr/>
        <p:txBody>
          <a:bodyPr/>
          <a:lstStyle>
            <a:lvl1pPr>
              <a:defRPr>
                <a:solidFill>
                  <a:schemeClr val="tx1"/>
                </a:solidFill>
              </a:defRPr>
            </a:lvl1pPr>
          </a:lstStyle>
          <a:p>
            <a:fld id="{31939A77-4DCF-4228-8B74-013876D0374B}" type="slidenum">
              <a:rPr lang="en-US" smtClean="0"/>
              <a:pPr/>
              <a:t>‹#›</a:t>
            </a:fld>
            <a:endParaRPr lang="en-US" dirty="0"/>
          </a:p>
        </p:txBody>
      </p:sp>
      <p:sp>
        <p:nvSpPr>
          <p:cNvPr id="13" name="Content Placeholder 2">
            <a:extLst>
              <a:ext uri="{FF2B5EF4-FFF2-40B4-BE49-F238E27FC236}">
                <a16:creationId xmlns:a16="http://schemas.microsoft.com/office/drawing/2014/main" id="{FCBF0CF1-778E-404D-AB61-2AFF9A87CE57}"/>
              </a:ext>
            </a:extLst>
          </p:cNvPr>
          <p:cNvSpPr>
            <a:spLocks noGrp="1"/>
          </p:cNvSpPr>
          <p:nvPr>
            <p:ph idx="12"/>
          </p:nvPr>
        </p:nvSpPr>
        <p:spPr>
          <a:xfrm>
            <a:off x="470642" y="955963"/>
            <a:ext cx="2106303" cy="1953490"/>
          </a:xfrm>
        </p:spPr>
        <p:txBody>
          <a:bodyPr/>
          <a:lstStyle>
            <a:lvl1pPr>
              <a:lnSpc>
                <a:spcPct val="100000"/>
              </a:lnSpc>
              <a:spcAft>
                <a:spcPts val="600"/>
              </a:spcAft>
              <a:defRPr sz="1800">
                <a:solidFill>
                  <a:schemeClr val="tx1"/>
                </a:solidFill>
              </a:defRPr>
            </a:lvl1pPr>
            <a:lvl2pPr>
              <a:lnSpc>
                <a:spcPct val="100000"/>
              </a:lnSpc>
              <a:spcBef>
                <a:spcPts val="600"/>
              </a:spcBef>
              <a:defRPr sz="1200">
                <a:solidFill>
                  <a:schemeClr val="tx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4" name="Content Placeholder 2">
            <a:extLst>
              <a:ext uri="{FF2B5EF4-FFF2-40B4-BE49-F238E27FC236}">
                <a16:creationId xmlns:a16="http://schemas.microsoft.com/office/drawing/2014/main" id="{2DC6711D-5F04-4F80-814D-127EE3FA28DE}"/>
              </a:ext>
            </a:extLst>
          </p:cNvPr>
          <p:cNvSpPr>
            <a:spLocks noGrp="1"/>
          </p:cNvSpPr>
          <p:nvPr>
            <p:ph idx="13"/>
          </p:nvPr>
        </p:nvSpPr>
        <p:spPr>
          <a:xfrm>
            <a:off x="6553201" y="955963"/>
            <a:ext cx="2106303" cy="1953490"/>
          </a:xfrm>
        </p:spPr>
        <p:txBody>
          <a:bodyPr/>
          <a:lstStyle>
            <a:lvl1pPr>
              <a:lnSpc>
                <a:spcPct val="100000"/>
              </a:lnSpc>
              <a:spcAft>
                <a:spcPts val="600"/>
              </a:spcAft>
              <a:defRPr sz="1800">
                <a:solidFill>
                  <a:schemeClr val="tx1"/>
                </a:solidFill>
              </a:defRPr>
            </a:lvl1pPr>
            <a:lvl2pPr>
              <a:lnSpc>
                <a:spcPct val="100000"/>
              </a:lnSpc>
              <a:spcBef>
                <a:spcPts val="600"/>
              </a:spcBef>
              <a:defRPr sz="1200">
                <a:solidFill>
                  <a:schemeClr val="tx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5" name="Content Placeholder 2">
            <a:extLst>
              <a:ext uri="{FF2B5EF4-FFF2-40B4-BE49-F238E27FC236}">
                <a16:creationId xmlns:a16="http://schemas.microsoft.com/office/drawing/2014/main" id="{289D1869-DA71-4C5F-8130-26AA82EEA688}"/>
              </a:ext>
            </a:extLst>
          </p:cNvPr>
          <p:cNvSpPr>
            <a:spLocks noGrp="1"/>
          </p:cNvSpPr>
          <p:nvPr>
            <p:ph idx="14"/>
          </p:nvPr>
        </p:nvSpPr>
        <p:spPr>
          <a:xfrm>
            <a:off x="3504788" y="4391890"/>
            <a:ext cx="2106303" cy="1953490"/>
          </a:xfrm>
        </p:spPr>
        <p:txBody>
          <a:bodyPr/>
          <a:lstStyle>
            <a:lvl1pPr>
              <a:lnSpc>
                <a:spcPct val="100000"/>
              </a:lnSpc>
              <a:spcAft>
                <a:spcPts val="600"/>
              </a:spcAft>
              <a:defRPr sz="1800">
                <a:solidFill>
                  <a:schemeClr val="tx2"/>
                </a:solidFill>
              </a:defRPr>
            </a:lvl1pPr>
            <a:lvl2pPr>
              <a:lnSpc>
                <a:spcPct val="100000"/>
              </a:lnSpc>
              <a:spcBef>
                <a:spcPts val="600"/>
              </a:spcBef>
              <a:defRPr sz="12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9" name="Content Placeholder 2">
            <a:extLst>
              <a:ext uri="{FF2B5EF4-FFF2-40B4-BE49-F238E27FC236}">
                <a16:creationId xmlns:a16="http://schemas.microsoft.com/office/drawing/2014/main" id="{DAB819FE-F3AD-4E3E-8CE5-9CFCF0F2AB79}"/>
              </a:ext>
            </a:extLst>
          </p:cNvPr>
          <p:cNvSpPr>
            <a:spLocks noGrp="1"/>
          </p:cNvSpPr>
          <p:nvPr>
            <p:ph idx="18"/>
          </p:nvPr>
        </p:nvSpPr>
        <p:spPr>
          <a:xfrm>
            <a:off x="9614643" y="4391890"/>
            <a:ext cx="2106303" cy="1953490"/>
          </a:xfrm>
        </p:spPr>
        <p:txBody>
          <a:bodyPr/>
          <a:lstStyle>
            <a:lvl1pPr>
              <a:lnSpc>
                <a:spcPct val="100000"/>
              </a:lnSpc>
              <a:spcAft>
                <a:spcPts val="600"/>
              </a:spcAft>
              <a:defRPr sz="1800">
                <a:solidFill>
                  <a:schemeClr val="tx2"/>
                </a:solidFill>
              </a:defRPr>
            </a:lvl1pPr>
            <a:lvl2pPr>
              <a:lnSpc>
                <a:spcPct val="100000"/>
              </a:lnSpc>
              <a:spcBef>
                <a:spcPts val="600"/>
              </a:spcBef>
              <a:defRPr sz="12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4113883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Pictures and content dark">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ECF152BA-33D2-4149-88AD-A4852EBEEC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a:xfrm>
            <a:off x="10333973" y="6566624"/>
            <a:ext cx="1406946" cy="131991"/>
          </a:xfrm>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524170" y="371913"/>
            <a:ext cx="3447679" cy="1252350"/>
          </a:xfrm>
        </p:spPr>
        <p:txBody>
          <a:bodyPr/>
          <a:lstStyle>
            <a:lvl1pPr>
              <a:defRPr>
                <a:solidFill>
                  <a:schemeClr val="bg1"/>
                </a:solidFill>
              </a:defRPr>
            </a:lvl1pPr>
          </a:lstStyle>
          <a:p>
            <a:r>
              <a:rPr lang="en-GB"/>
              <a:t>Click to edit Master title style</a:t>
            </a:r>
            <a:endParaRPr lang="en-US" dirty="0"/>
          </a:p>
        </p:txBody>
      </p:sp>
      <p:sp>
        <p:nvSpPr>
          <p:cNvPr id="7" name="Picture Placeholder 29">
            <a:extLst>
              <a:ext uri="{FF2B5EF4-FFF2-40B4-BE49-F238E27FC236}">
                <a16:creationId xmlns:a16="http://schemas.microsoft.com/office/drawing/2014/main" id="{BD2D6F1B-060A-46EF-AF1B-F5B0C2564A64}"/>
              </a:ext>
            </a:extLst>
          </p:cNvPr>
          <p:cNvSpPr>
            <a:spLocks noGrp="1"/>
          </p:cNvSpPr>
          <p:nvPr>
            <p:ph type="pic" sz="quarter" idx="15" hasCustomPrompt="1"/>
          </p:nvPr>
        </p:nvSpPr>
        <p:spPr>
          <a:xfrm>
            <a:off x="4251724" y="1"/>
            <a:ext cx="2754177" cy="2190710"/>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solidFill>
                  <a:schemeClr val="bg1"/>
                </a:solidFill>
              </a:defRPr>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8" name="Picture Placeholder 30">
            <a:extLst>
              <a:ext uri="{FF2B5EF4-FFF2-40B4-BE49-F238E27FC236}">
                <a16:creationId xmlns:a16="http://schemas.microsoft.com/office/drawing/2014/main" id="{1370501F-3CBE-43C7-A957-B7595288A458}"/>
              </a:ext>
            </a:extLst>
          </p:cNvPr>
          <p:cNvSpPr>
            <a:spLocks noGrp="1"/>
          </p:cNvSpPr>
          <p:nvPr>
            <p:ph type="pic" sz="quarter" idx="16" hasCustomPrompt="1"/>
          </p:nvPr>
        </p:nvSpPr>
        <p:spPr>
          <a:xfrm>
            <a:off x="4251724" y="4817327"/>
            <a:ext cx="2754177" cy="204067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540000" anchor="ctr">
            <a:noAutofit/>
          </a:bodyPr>
          <a:lstStyle>
            <a:lvl1pPr algn="ctr">
              <a:defRPr sz="1100">
                <a:solidFill>
                  <a:schemeClr val="bg1"/>
                </a:solidFill>
              </a:defRPr>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9" name="Rectangle 8">
            <a:extLst>
              <a:ext uri="{FF2B5EF4-FFF2-40B4-BE49-F238E27FC236}">
                <a16:creationId xmlns:a16="http://schemas.microsoft.com/office/drawing/2014/main" id="{C3C80AE9-E823-4C24-82E6-D8AFA0F6A4EC}"/>
              </a:ext>
            </a:extLst>
          </p:cNvPr>
          <p:cNvSpPr/>
          <p:nvPr userDrawn="1"/>
        </p:nvSpPr>
        <p:spPr>
          <a:xfrm>
            <a:off x="7095583" y="1"/>
            <a:ext cx="2754177" cy="35072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BCF99AB-EC9A-4FD8-909A-68B75D501E9C}"/>
              </a:ext>
            </a:extLst>
          </p:cNvPr>
          <p:cNvSpPr/>
          <p:nvPr userDrawn="1"/>
        </p:nvSpPr>
        <p:spPr>
          <a:xfrm>
            <a:off x="4251723" y="2259654"/>
            <a:ext cx="2754177" cy="24573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7C689E-3CF6-4289-9BA0-555942DF8032}"/>
              </a:ext>
            </a:extLst>
          </p:cNvPr>
          <p:cNvSpPr/>
          <p:nvPr userDrawn="1"/>
        </p:nvSpPr>
        <p:spPr>
          <a:xfrm>
            <a:off x="7095583" y="3607496"/>
            <a:ext cx="2754177" cy="32505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2">
            <a:extLst>
              <a:ext uri="{FF2B5EF4-FFF2-40B4-BE49-F238E27FC236}">
                <a16:creationId xmlns:a16="http://schemas.microsoft.com/office/drawing/2014/main" id="{B13B5256-FE15-487C-A013-8735C9863686}"/>
              </a:ext>
            </a:extLst>
          </p:cNvPr>
          <p:cNvSpPr>
            <a:spLocks noGrp="1"/>
          </p:cNvSpPr>
          <p:nvPr>
            <p:ph type="body" sz="quarter" idx="17" hasCustomPrompt="1"/>
          </p:nvPr>
        </p:nvSpPr>
        <p:spPr>
          <a:xfrm>
            <a:off x="7314275" y="3820438"/>
            <a:ext cx="2255610" cy="2647269"/>
          </a:xfrm>
        </p:spPr>
        <p:txBody>
          <a:bodyPr/>
          <a:lstStyle>
            <a:lvl1pPr>
              <a:lnSpc>
                <a:spcPct val="100000"/>
              </a:lnSpc>
              <a:spcAft>
                <a:spcPts val="600"/>
              </a:spcAft>
              <a:defRPr lang="en-US" sz="1200" kern="1200" baseline="0" dirty="0">
                <a:solidFill>
                  <a:schemeClr val="tx1"/>
                </a:solidFill>
                <a:latin typeface="+mn-lt"/>
                <a:ea typeface="+mn-ea"/>
                <a:cs typeface="+mn-cs"/>
              </a:defRPr>
            </a:lvl1pPr>
            <a:lvl2pPr>
              <a:lnSpc>
                <a:spcPct val="110000"/>
              </a:lnSpc>
              <a:spcBef>
                <a:spcPts val="600"/>
              </a:spcBef>
              <a:defRPr sz="1100">
                <a:solidFill>
                  <a:schemeClr val="tx1"/>
                </a:solidFill>
              </a:defRPr>
            </a:lvl2pPr>
            <a:lvl3pPr>
              <a:lnSpc>
                <a:spcPct val="100000"/>
              </a:lnSpc>
              <a:buClr>
                <a:schemeClr val="tx1"/>
              </a:buClr>
              <a:defRPr sz="1050">
                <a:solidFill>
                  <a:schemeClr val="tx1"/>
                </a:solidFill>
              </a:defRPr>
            </a:lvl3pPr>
            <a:lvl4pPr>
              <a:lnSpc>
                <a:spcPct val="100000"/>
              </a:lnSpc>
              <a:defRPr sz="1000">
                <a:solidFill>
                  <a:schemeClr val="tx1"/>
                </a:solidFill>
              </a:defRPr>
            </a:lvl4pPr>
            <a:lvl5pPr>
              <a:lnSpc>
                <a:spcPct val="100000"/>
              </a:lnSpc>
              <a:defRPr sz="900">
                <a:solidFill>
                  <a:schemeClr val="tx1"/>
                </a:solidFill>
              </a:defRPr>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2">
            <a:extLst>
              <a:ext uri="{FF2B5EF4-FFF2-40B4-BE49-F238E27FC236}">
                <a16:creationId xmlns:a16="http://schemas.microsoft.com/office/drawing/2014/main" id="{0B5CF6FB-0F24-48C4-A742-F83EC8968C10}"/>
              </a:ext>
            </a:extLst>
          </p:cNvPr>
          <p:cNvSpPr>
            <a:spLocks noGrp="1"/>
          </p:cNvSpPr>
          <p:nvPr>
            <p:ph type="body" sz="quarter" idx="18" hasCustomPrompt="1"/>
          </p:nvPr>
        </p:nvSpPr>
        <p:spPr>
          <a:xfrm>
            <a:off x="7314275" y="481265"/>
            <a:ext cx="2255610" cy="2675294"/>
          </a:xfrm>
        </p:spPr>
        <p:txBody>
          <a:bodyPr/>
          <a:lstStyle>
            <a:lvl1pPr>
              <a:lnSpc>
                <a:spcPct val="100000"/>
              </a:lnSpc>
              <a:spcBef>
                <a:spcPts val="600"/>
              </a:spcBef>
              <a:spcAft>
                <a:spcPts val="600"/>
              </a:spcAft>
              <a:defRPr lang="en-US" sz="1200" kern="1200" baseline="0" dirty="0">
                <a:solidFill>
                  <a:schemeClr val="tx1"/>
                </a:solidFill>
                <a:latin typeface="+mn-lt"/>
                <a:ea typeface="+mn-ea"/>
                <a:cs typeface="+mn-cs"/>
              </a:defRPr>
            </a:lvl1pPr>
            <a:lvl2pPr>
              <a:lnSpc>
                <a:spcPct val="110000"/>
              </a:lnSpc>
              <a:spcBef>
                <a:spcPts val="600"/>
              </a:spcBef>
              <a:defRPr sz="1100">
                <a:solidFill>
                  <a:schemeClr val="tx1"/>
                </a:solidFill>
              </a:defRPr>
            </a:lvl2pPr>
            <a:lvl3pPr>
              <a:lnSpc>
                <a:spcPct val="100000"/>
              </a:lnSpc>
              <a:buClr>
                <a:schemeClr val="tx1"/>
              </a:buClr>
              <a:defRPr sz="1050">
                <a:solidFill>
                  <a:schemeClr val="tx1"/>
                </a:solidFill>
              </a:defRPr>
            </a:lvl3pPr>
            <a:lvl4pPr>
              <a:lnSpc>
                <a:spcPct val="100000"/>
              </a:lnSpc>
              <a:defRPr sz="1000">
                <a:solidFill>
                  <a:schemeClr val="tx1"/>
                </a:solidFill>
              </a:defRPr>
            </a:lvl4pPr>
            <a:lvl5pPr>
              <a:lnSpc>
                <a:spcPct val="100000"/>
              </a:lnSpc>
              <a:defRPr sz="900">
                <a:solidFill>
                  <a:schemeClr val="tx1"/>
                </a:solidFill>
              </a:defRPr>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2">
            <a:extLst>
              <a:ext uri="{FF2B5EF4-FFF2-40B4-BE49-F238E27FC236}">
                <a16:creationId xmlns:a16="http://schemas.microsoft.com/office/drawing/2014/main" id="{6FC1236F-588C-4839-94BC-D959F80E5441}"/>
              </a:ext>
            </a:extLst>
          </p:cNvPr>
          <p:cNvSpPr>
            <a:spLocks noGrp="1"/>
          </p:cNvSpPr>
          <p:nvPr>
            <p:ph type="body" sz="quarter" idx="14" hasCustomPrompt="1"/>
          </p:nvPr>
        </p:nvSpPr>
        <p:spPr>
          <a:xfrm>
            <a:off x="4495919" y="2448102"/>
            <a:ext cx="2255610" cy="2023538"/>
          </a:xfrm>
        </p:spPr>
        <p:txBody>
          <a:bodyPr/>
          <a:lstStyle>
            <a:lvl1pPr>
              <a:lnSpc>
                <a:spcPct val="100000"/>
              </a:lnSpc>
              <a:spcAft>
                <a:spcPts val="600"/>
              </a:spcAft>
              <a:defRPr sz="1200" baseline="0">
                <a:solidFill>
                  <a:schemeClr val="tx1"/>
                </a:solidFill>
              </a:defRPr>
            </a:lvl1pPr>
            <a:lvl2pPr>
              <a:lnSpc>
                <a:spcPct val="110000"/>
              </a:lnSpc>
              <a:spcBef>
                <a:spcPts val="600"/>
              </a:spcBef>
              <a:defRPr sz="1100">
                <a:solidFill>
                  <a:schemeClr val="tx1"/>
                </a:solidFill>
              </a:defRPr>
            </a:lvl2pPr>
            <a:lvl3pPr>
              <a:lnSpc>
                <a:spcPct val="100000"/>
              </a:lnSpc>
              <a:buClr>
                <a:schemeClr val="tx1"/>
              </a:buClr>
              <a:defRPr sz="1050">
                <a:solidFill>
                  <a:schemeClr val="tx1"/>
                </a:solidFill>
              </a:defRPr>
            </a:lvl3pPr>
            <a:lvl4pPr>
              <a:lnSpc>
                <a:spcPct val="100000"/>
              </a:lnSpc>
              <a:defRPr sz="1000">
                <a:solidFill>
                  <a:schemeClr val="tx1"/>
                </a:solidFill>
              </a:defRPr>
            </a:lvl4pPr>
            <a:lvl5pPr>
              <a:lnSpc>
                <a:spcPct val="100000"/>
              </a:lnSpc>
              <a:defRPr sz="9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31">
            <a:extLst>
              <a:ext uri="{FF2B5EF4-FFF2-40B4-BE49-F238E27FC236}">
                <a16:creationId xmlns:a16="http://schemas.microsoft.com/office/drawing/2014/main" id="{9003BA64-7A61-4257-8CC0-B40D518AADDF}"/>
              </a:ext>
            </a:extLst>
          </p:cNvPr>
          <p:cNvSpPr>
            <a:spLocks noGrp="1"/>
          </p:cNvSpPr>
          <p:nvPr>
            <p:ph type="pic" sz="quarter" idx="19" hasCustomPrompt="1"/>
          </p:nvPr>
        </p:nvSpPr>
        <p:spPr>
          <a:xfrm>
            <a:off x="10333973" y="371914"/>
            <a:ext cx="1858027" cy="5914586"/>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solidFill>
                  <a:schemeClr val="bg1"/>
                </a:solidFill>
              </a:defRPr>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8" name="Text Placeholder 9">
            <a:extLst>
              <a:ext uri="{FF2B5EF4-FFF2-40B4-BE49-F238E27FC236}">
                <a16:creationId xmlns:a16="http://schemas.microsoft.com/office/drawing/2014/main" id="{95C5D600-92A9-419D-8C4B-B809327D32AA}"/>
              </a:ext>
            </a:extLst>
          </p:cNvPr>
          <p:cNvSpPr>
            <a:spLocks noGrp="1"/>
          </p:cNvSpPr>
          <p:nvPr>
            <p:ph type="body" sz="quarter" idx="13" hasCustomPrompt="1"/>
          </p:nvPr>
        </p:nvSpPr>
        <p:spPr>
          <a:xfrm>
            <a:off x="524170" y="1780302"/>
            <a:ext cx="3447679"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sp>
        <p:nvSpPr>
          <p:cNvPr id="19" name="Content Placeholder 2">
            <a:extLst>
              <a:ext uri="{FF2B5EF4-FFF2-40B4-BE49-F238E27FC236}">
                <a16:creationId xmlns:a16="http://schemas.microsoft.com/office/drawing/2014/main" id="{D5880EDB-AB7F-4EB3-B249-F3F08D95A403}"/>
              </a:ext>
            </a:extLst>
          </p:cNvPr>
          <p:cNvSpPr>
            <a:spLocks noGrp="1"/>
          </p:cNvSpPr>
          <p:nvPr>
            <p:ph idx="1"/>
          </p:nvPr>
        </p:nvSpPr>
        <p:spPr>
          <a:xfrm>
            <a:off x="524170" y="2891115"/>
            <a:ext cx="3487536" cy="3395384"/>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20" name="Picture 19">
            <a:extLst>
              <a:ext uri="{FF2B5EF4-FFF2-40B4-BE49-F238E27FC236}">
                <a16:creationId xmlns:a16="http://schemas.microsoft.com/office/drawing/2014/main" id="{17F5E332-A569-A34A-AA04-4C251BC3956D}"/>
              </a:ext>
            </a:extLst>
          </p:cNvPr>
          <p:cNvPicPr>
            <a:picLocks noChangeAspect="1"/>
          </p:cNvPicPr>
          <p:nvPr userDrawn="1"/>
        </p:nvPicPr>
        <p:blipFill rotWithShape="1">
          <a:blip r:embed="rId3" cstate="screen">
            <a:alphaModFix amt="40000"/>
            <a:extLst>
              <a:ext uri="{28A0092B-C50C-407E-A947-70E740481C1C}">
                <a14:useLocalDpi xmlns:a14="http://schemas.microsoft.com/office/drawing/2010/main"/>
              </a:ext>
            </a:extLst>
          </a:blip>
          <a:srcRect t="3196"/>
          <a:stretch/>
        </p:blipFill>
        <p:spPr>
          <a:xfrm>
            <a:off x="-1" y="0"/>
            <a:ext cx="12185987" cy="6858000"/>
          </a:xfrm>
          <a:prstGeom prst="rect">
            <a:avLst/>
          </a:prstGeom>
        </p:spPr>
      </p:pic>
    </p:spTree>
    <p:extLst>
      <p:ext uri="{BB962C8B-B14F-4D97-AF65-F5344CB8AC3E}">
        <p14:creationId xmlns:p14="http://schemas.microsoft.com/office/powerpoint/2010/main" val="3569248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s and content whit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06D7D0F-4650-401E-B80D-FC6AB70133A2}"/>
              </a:ext>
            </a:extLst>
          </p:cNvPr>
          <p:cNvPicPr>
            <a:picLocks noChangeAspect="1"/>
          </p:cNvPicPr>
          <p:nvPr userDrawn="1"/>
        </p:nvPicPr>
        <p:blipFill rotWithShape="1">
          <a:blip cstate="screen">
            <a:alphaModFix amt="25000"/>
            <a:extLst>
              <a:ext uri="{28A0092B-C50C-407E-A947-70E740481C1C}">
                <a14:useLocalDpi xmlns:a14="http://schemas.microsoft.com/office/drawing/2010/main"/>
              </a:ext>
              <a:ext uri="{96DAC541-7B7A-43D3-8B79-37D633B846F1}">
                <asvg:svgBlip xmlns:asvg="http://schemas.microsoft.com/office/drawing/2016/SVG/main" r:embed="rId2"/>
              </a:ext>
            </a:extLst>
          </a:blip>
          <a:srcRect t="27907"/>
          <a:stretch/>
        </p:blipFill>
        <p:spPr>
          <a:xfrm>
            <a:off x="0" y="1748117"/>
            <a:ext cx="12192000" cy="5109883"/>
          </a:xfrm>
          <a:prstGeom prst="rect">
            <a:avLst/>
          </a:prstGeom>
        </p:spPr>
      </p:pic>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a:xfrm>
            <a:off x="10333973" y="6566624"/>
            <a:ext cx="1406946" cy="131991"/>
          </a:xfrm>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524170" y="371913"/>
            <a:ext cx="3447679" cy="1252350"/>
          </a:xfrm>
        </p:spPr>
        <p:txBody>
          <a:bodyPr/>
          <a:lstStyle/>
          <a:p>
            <a:r>
              <a:rPr lang="en-GB"/>
              <a:t>Click to edit Master title style</a:t>
            </a:r>
            <a:endParaRPr lang="en-US" dirty="0"/>
          </a:p>
        </p:txBody>
      </p:sp>
      <p:sp>
        <p:nvSpPr>
          <p:cNvPr id="7" name="Picture Placeholder 29">
            <a:extLst>
              <a:ext uri="{FF2B5EF4-FFF2-40B4-BE49-F238E27FC236}">
                <a16:creationId xmlns:a16="http://schemas.microsoft.com/office/drawing/2014/main" id="{BD2D6F1B-060A-46EF-AF1B-F5B0C2564A64}"/>
              </a:ext>
            </a:extLst>
          </p:cNvPr>
          <p:cNvSpPr>
            <a:spLocks noGrp="1"/>
          </p:cNvSpPr>
          <p:nvPr>
            <p:ph type="pic" sz="quarter" idx="15" hasCustomPrompt="1"/>
          </p:nvPr>
        </p:nvSpPr>
        <p:spPr>
          <a:xfrm>
            <a:off x="4251724" y="1"/>
            <a:ext cx="2754177" cy="2190710"/>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8" name="Picture Placeholder 30">
            <a:extLst>
              <a:ext uri="{FF2B5EF4-FFF2-40B4-BE49-F238E27FC236}">
                <a16:creationId xmlns:a16="http://schemas.microsoft.com/office/drawing/2014/main" id="{1370501F-3CBE-43C7-A957-B7595288A458}"/>
              </a:ext>
            </a:extLst>
          </p:cNvPr>
          <p:cNvSpPr>
            <a:spLocks noGrp="1"/>
          </p:cNvSpPr>
          <p:nvPr>
            <p:ph type="pic" sz="quarter" idx="16" hasCustomPrompt="1"/>
          </p:nvPr>
        </p:nvSpPr>
        <p:spPr>
          <a:xfrm>
            <a:off x="4251724" y="4817327"/>
            <a:ext cx="2754177" cy="204067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540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9" name="Rectangle 8">
            <a:extLst>
              <a:ext uri="{FF2B5EF4-FFF2-40B4-BE49-F238E27FC236}">
                <a16:creationId xmlns:a16="http://schemas.microsoft.com/office/drawing/2014/main" id="{C3C80AE9-E823-4C24-82E6-D8AFA0F6A4EC}"/>
              </a:ext>
            </a:extLst>
          </p:cNvPr>
          <p:cNvSpPr/>
          <p:nvPr userDrawn="1"/>
        </p:nvSpPr>
        <p:spPr>
          <a:xfrm>
            <a:off x="7095583" y="1"/>
            <a:ext cx="2754177" cy="35072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BCF99AB-EC9A-4FD8-909A-68B75D501E9C}"/>
              </a:ext>
            </a:extLst>
          </p:cNvPr>
          <p:cNvSpPr/>
          <p:nvPr userDrawn="1"/>
        </p:nvSpPr>
        <p:spPr>
          <a:xfrm>
            <a:off x="4251723" y="2259654"/>
            <a:ext cx="2754177" cy="24573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7C689E-3CF6-4289-9BA0-555942DF8032}"/>
              </a:ext>
            </a:extLst>
          </p:cNvPr>
          <p:cNvSpPr/>
          <p:nvPr userDrawn="1"/>
        </p:nvSpPr>
        <p:spPr>
          <a:xfrm>
            <a:off x="7095583" y="3607496"/>
            <a:ext cx="2754177" cy="325050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2">
            <a:extLst>
              <a:ext uri="{FF2B5EF4-FFF2-40B4-BE49-F238E27FC236}">
                <a16:creationId xmlns:a16="http://schemas.microsoft.com/office/drawing/2014/main" id="{B13B5256-FE15-487C-A013-8735C9863686}"/>
              </a:ext>
            </a:extLst>
          </p:cNvPr>
          <p:cNvSpPr>
            <a:spLocks noGrp="1"/>
          </p:cNvSpPr>
          <p:nvPr>
            <p:ph type="body" sz="quarter" idx="17" hasCustomPrompt="1"/>
          </p:nvPr>
        </p:nvSpPr>
        <p:spPr>
          <a:xfrm>
            <a:off x="7314275" y="3820438"/>
            <a:ext cx="2255610" cy="2647269"/>
          </a:xfrm>
        </p:spPr>
        <p:txBody>
          <a:bodyPr/>
          <a:lstStyle>
            <a:lvl1pPr>
              <a:lnSpc>
                <a:spcPct val="100000"/>
              </a:lnSpc>
              <a:spcAft>
                <a:spcPts val="600"/>
              </a:spcAft>
              <a:defRPr lang="en-US" sz="1200" kern="1200" baseline="0" dirty="0">
                <a:solidFill>
                  <a:schemeClr val="bg1"/>
                </a:solidFill>
                <a:latin typeface="+mn-lt"/>
                <a:ea typeface="+mn-ea"/>
                <a:cs typeface="+mn-cs"/>
              </a:defRPr>
            </a:lvl1pPr>
            <a:lvl2pPr>
              <a:lnSpc>
                <a:spcPct val="110000"/>
              </a:lnSpc>
              <a:spcBef>
                <a:spcPts val="600"/>
              </a:spcBef>
              <a:defRPr sz="1100">
                <a:solidFill>
                  <a:schemeClr val="bg1"/>
                </a:solidFill>
              </a:defRPr>
            </a:lvl2pPr>
            <a:lvl3pPr>
              <a:lnSpc>
                <a:spcPct val="100000"/>
              </a:lnSpc>
              <a:buClr>
                <a:schemeClr val="bg1"/>
              </a:buClr>
              <a:defRPr sz="1050">
                <a:solidFill>
                  <a:schemeClr val="bg1"/>
                </a:solidFill>
              </a:defRPr>
            </a:lvl3pPr>
            <a:lvl4pPr>
              <a:lnSpc>
                <a:spcPct val="100000"/>
              </a:lnSpc>
              <a:buClr>
                <a:schemeClr val="bg1"/>
              </a:buClr>
              <a:defRPr sz="1000">
                <a:solidFill>
                  <a:schemeClr val="bg1"/>
                </a:solidFill>
              </a:defRPr>
            </a:lvl4pPr>
            <a:lvl5pPr>
              <a:lnSpc>
                <a:spcPct val="100000"/>
              </a:lnSpc>
              <a:buClr>
                <a:schemeClr val="bg1"/>
              </a:buClr>
              <a:defRPr sz="900">
                <a:solidFill>
                  <a:schemeClr val="bg1"/>
                </a:solidFill>
              </a:defRPr>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2">
            <a:extLst>
              <a:ext uri="{FF2B5EF4-FFF2-40B4-BE49-F238E27FC236}">
                <a16:creationId xmlns:a16="http://schemas.microsoft.com/office/drawing/2014/main" id="{0B5CF6FB-0F24-48C4-A742-F83EC8968C10}"/>
              </a:ext>
            </a:extLst>
          </p:cNvPr>
          <p:cNvSpPr>
            <a:spLocks noGrp="1"/>
          </p:cNvSpPr>
          <p:nvPr>
            <p:ph type="body" sz="quarter" idx="18" hasCustomPrompt="1"/>
          </p:nvPr>
        </p:nvSpPr>
        <p:spPr>
          <a:xfrm>
            <a:off x="7314275" y="481265"/>
            <a:ext cx="2255610" cy="2675294"/>
          </a:xfrm>
        </p:spPr>
        <p:txBody>
          <a:bodyPr/>
          <a:lstStyle>
            <a:lvl1pPr>
              <a:lnSpc>
                <a:spcPct val="100000"/>
              </a:lnSpc>
              <a:spcBef>
                <a:spcPts val="600"/>
              </a:spcBef>
              <a:spcAft>
                <a:spcPts val="600"/>
              </a:spcAft>
              <a:defRPr lang="en-US" sz="1200" kern="1200" baseline="0" dirty="0">
                <a:solidFill>
                  <a:schemeClr val="bg1"/>
                </a:solidFill>
                <a:latin typeface="+mn-lt"/>
                <a:ea typeface="+mn-ea"/>
                <a:cs typeface="+mn-cs"/>
              </a:defRPr>
            </a:lvl1pPr>
            <a:lvl2pPr>
              <a:lnSpc>
                <a:spcPct val="110000"/>
              </a:lnSpc>
              <a:spcBef>
                <a:spcPts val="600"/>
              </a:spcBef>
              <a:defRPr sz="1100">
                <a:solidFill>
                  <a:schemeClr val="bg1"/>
                </a:solidFill>
              </a:defRPr>
            </a:lvl2pPr>
            <a:lvl3pPr>
              <a:lnSpc>
                <a:spcPct val="100000"/>
              </a:lnSpc>
              <a:buClr>
                <a:schemeClr val="bg1"/>
              </a:buClr>
              <a:defRPr sz="1050">
                <a:solidFill>
                  <a:schemeClr val="bg1"/>
                </a:solidFill>
              </a:defRPr>
            </a:lvl3pPr>
            <a:lvl4pPr>
              <a:lnSpc>
                <a:spcPct val="100000"/>
              </a:lnSpc>
              <a:buClr>
                <a:schemeClr val="bg1"/>
              </a:buClr>
              <a:defRPr sz="1000">
                <a:solidFill>
                  <a:schemeClr val="bg1"/>
                </a:solidFill>
              </a:defRPr>
            </a:lvl4pPr>
            <a:lvl5pPr>
              <a:lnSpc>
                <a:spcPct val="100000"/>
              </a:lnSpc>
              <a:buClr>
                <a:schemeClr val="bg1"/>
              </a:buClr>
              <a:defRPr sz="900">
                <a:solidFill>
                  <a:schemeClr val="bg1"/>
                </a:solidFill>
              </a:defRPr>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2">
            <a:extLst>
              <a:ext uri="{FF2B5EF4-FFF2-40B4-BE49-F238E27FC236}">
                <a16:creationId xmlns:a16="http://schemas.microsoft.com/office/drawing/2014/main" id="{6FC1236F-588C-4839-94BC-D959F80E5441}"/>
              </a:ext>
            </a:extLst>
          </p:cNvPr>
          <p:cNvSpPr>
            <a:spLocks noGrp="1"/>
          </p:cNvSpPr>
          <p:nvPr>
            <p:ph type="body" sz="quarter" idx="14" hasCustomPrompt="1"/>
          </p:nvPr>
        </p:nvSpPr>
        <p:spPr>
          <a:xfrm>
            <a:off x="4495919" y="2448102"/>
            <a:ext cx="2255610" cy="2023538"/>
          </a:xfrm>
        </p:spPr>
        <p:txBody>
          <a:bodyPr/>
          <a:lstStyle>
            <a:lvl1pPr>
              <a:lnSpc>
                <a:spcPct val="100000"/>
              </a:lnSpc>
              <a:spcAft>
                <a:spcPts val="600"/>
              </a:spcAft>
              <a:defRPr sz="1200" baseline="0">
                <a:solidFill>
                  <a:schemeClr val="bg1"/>
                </a:solidFill>
              </a:defRPr>
            </a:lvl1pPr>
            <a:lvl2pPr>
              <a:lnSpc>
                <a:spcPct val="110000"/>
              </a:lnSpc>
              <a:spcBef>
                <a:spcPts val="600"/>
              </a:spcBef>
              <a:defRPr sz="1100">
                <a:solidFill>
                  <a:schemeClr val="bg1"/>
                </a:solidFill>
              </a:defRPr>
            </a:lvl2pPr>
            <a:lvl3pPr>
              <a:lnSpc>
                <a:spcPct val="100000"/>
              </a:lnSpc>
              <a:buClr>
                <a:schemeClr val="bg1"/>
              </a:buClr>
              <a:defRPr sz="1050">
                <a:solidFill>
                  <a:schemeClr val="bg1"/>
                </a:solidFill>
              </a:defRPr>
            </a:lvl3pPr>
            <a:lvl4pPr>
              <a:lnSpc>
                <a:spcPct val="100000"/>
              </a:lnSpc>
              <a:buClr>
                <a:schemeClr val="bg1"/>
              </a:buClr>
              <a:defRPr sz="1000">
                <a:solidFill>
                  <a:schemeClr val="bg1"/>
                </a:solidFill>
              </a:defRPr>
            </a:lvl4pPr>
            <a:lvl5pPr>
              <a:lnSpc>
                <a:spcPct val="100000"/>
              </a:lnSpc>
              <a:buClr>
                <a:schemeClr val="bg1"/>
              </a:buClr>
              <a:defRPr sz="9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31">
            <a:extLst>
              <a:ext uri="{FF2B5EF4-FFF2-40B4-BE49-F238E27FC236}">
                <a16:creationId xmlns:a16="http://schemas.microsoft.com/office/drawing/2014/main" id="{9003BA64-7A61-4257-8CC0-B40D518AADDF}"/>
              </a:ext>
            </a:extLst>
          </p:cNvPr>
          <p:cNvSpPr>
            <a:spLocks noGrp="1"/>
          </p:cNvSpPr>
          <p:nvPr>
            <p:ph type="pic" sz="quarter" idx="19" hasCustomPrompt="1"/>
          </p:nvPr>
        </p:nvSpPr>
        <p:spPr>
          <a:xfrm>
            <a:off x="10333973" y="371914"/>
            <a:ext cx="1858027" cy="5914586"/>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8" name="Text Placeholder 9">
            <a:extLst>
              <a:ext uri="{FF2B5EF4-FFF2-40B4-BE49-F238E27FC236}">
                <a16:creationId xmlns:a16="http://schemas.microsoft.com/office/drawing/2014/main" id="{95C5D600-92A9-419D-8C4B-B809327D32AA}"/>
              </a:ext>
            </a:extLst>
          </p:cNvPr>
          <p:cNvSpPr>
            <a:spLocks noGrp="1"/>
          </p:cNvSpPr>
          <p:nvPr>
            <p:ph type="body" sz="quarter" idx="13" hasCustomPrompt="1"/>
          </p:nvPr>
        </p:nvSpPr>
        <p:spPr>
          <a:xfrm>
            <a:off x="524170" y="1780302"/>
            <a:ext cx="3447679"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19" name="Content Placeholder 2">
            <a:extLst>
              <a:ext uri="{FF2B5EF4-FFF2-40B4-BE49-F238E27FC236}">
                <a16:creationId xmlns:a16="http://schemas.microsoft.com/office/drawing/2014/main" id="{D5880EDB-AB7F-4EB3-B249-F3F08D95A403}"/>
              </a:ext>
            </a:extLst>
          </p:cNvPr>
          <p:cNvSpPr>
            <a:spLocks noGrp="1"/>
          </p:cNvSpPr>
          <p:nvPr>
            <p:ph idx="1"/>
          </p:nvPr>
        </p:nvSpPr>
        <p:spPr>
          <a:xfrm>
            <a:off x="524170" y="2891115"/>
            <a:ext cx="3487536" cy="339538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291293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Right picture">
    <p:spTree>
      <p:nvGrpSpPr>
        <p:cNvPr id="1" name=""/>
        <p:cNvGrpSpPr/>
        <p:nvPr/>
      </p:nvGrpSpPr>
      <p:grpSpPr>
        <a:xfrm>
          <a:off x="0" y="0"/>
          <a:ext cx="0" cy="0"/>
          <a:chOff x="0" y="0"/>
          <a:chExt cx="0" cy="0"/>
        </a:xfrm>
      </p:grpSpPr>
      <p:sp>
        <p:nvSpPr>
          <p:cNvPr id="7" name="Picture Placeholder 29">
            <a:extLst>
              <a:ext uri="{FF2B5EF4-FFF2-40B4-BE49-F238E27FC236}">
                <a16:creationId xmlns:a16="http://schemas.microsoft.com/office/drawing/2014/main" id="{2EB064DC-5F66-4B7E-8BDB-36F3F22EEC49}"/>
              </a:ext>
            </a:extLst>
          </p:cNvPr>
          <p:cNvSpPr>
            <a:spLocks noGrp="1"/>
          </p:cNvSpPr>
          <p:nvPr>
            <p:ph type="pic" sz="quarter" idx="15" hasCustomPrompt="1"/>
          </p:nvPr>
        </p:nvSpPr>
        <p:spPr>
          <a:xfrm>
            <a:off x="190121" y="0"/>
            <a:ext cx="5809307" cy="6858000"/>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pic>
        <p:nvPicPr>
          <p:cNvPr id="6" name="Graphic 5">
            <a:extLst>
              <a:ext uri="{FF2B5EF4-FFF2-40B4-BE49-F238E27FC236}">
                <a16:creationId xmlns:a16="http://schemas.microsoft.com/office/drawing/2014/main" id="{506D7D0F-4650-401E-B80D-FC6AB70133A2}"/>
              </a:ext>
            </a:extLst>
          </p:cNvPr>
          <p:cNvPicPr>
            <a:picLocks noChangeAspect="1"/>
          </p:cNvPicPr>
          <p:nvPr userDrawn="1"/>
        </p:nvPicPr>
        <p:blipFill rotWithShape="1">
          <a:blip cstate="screen">
            <a:alphaModFix amt="25000"/>
            <a:extLst>
              <a:ext uri="{28A0092B-C50C-407E-A947-70E740481C1C}">
                <a14:useLocalDpi xmlns:a14="http://schemas.microsoft.com/office/drawing/2010/main"/>
              </a:ext>
              <a:ext uri="{96DAC541-7B7A-43D3-8B79-37D633B846F1}">
                <asvg:svgBlip xmlns:asvg="http://schemas.microsoft.com/office/drawing/2016/SVG/main" r:embed="rId2"/>
              </a:ext>
            </a:extLst>
          </a:blip>
          <a:srcRect t="27907"/>
          <a:stretch/>
        </p:blipFill>
        <p:spPr>
          <a:xfrm>
            <a:off x="0" y="1748117"/>
            <a:ext cx="12192000" cy="5109883"/>
          </a:xfrm>
          <a:prstGeom prst="rect">
            <a:avLst/>
          </a:prstGeom>
        </p:spPr>
      </p:pic>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6455781" y="1798811"/>
            <a:ext cx="5285139"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6455782" y="371913"/>
            <a:ext cx="5285138" cy="1216819"/>
          </a:xfrm>
        </p:spPr>
        <p:txBody>
          <a:bodyPr/>
          <a:lstStyle/>
          <a:p>
            <a:r>
              <a:rPr lang="en-GB"/>
              <a:t>Click to edit Master title style</a:t>
            </a:r>
            <a:endParaRPr lang="en-US" dirty="0"/>
          </a:p>
        </p:txBody>
      </p:sp>
      <p:sp>
        <p:nvSpPr>
          <p:cNvPr id="8" name="Content Placeholder 2">
            <a:extLst>
              <a:ext uri="{FF2B5EF4-FFF2-40B4-BE49-F238E27FC236}">
                <a16:creationId xmlns:a16="http://schemas.microsoft.com/office/drawing/2014/main" id="{C650D8E9-2F73-443A-9C48-F7C083C92887}"/>
              </a:ext>
            </a:extLst>
          </p:cNvPr>
          <p:cNvSpPr>
            <a:spLocks noGrp="1"/>
          </p:cNvSpPr>
          <p:nvPr>
            <p:ph idx="1"/>
          </p:nvPr>
        </p:nvSpPr>
        <p:spPr>
          <a:xfrm>
            <a:off x="6455782" y="2525916"/>
            <a:ext cx="5288801" cy="37605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9" name="Picture 8">
            <a:extLst>
              <a:ext uri="{FF2B5EF4-FFF2-40B4-BE49-F238E27FC236}">
                <a16:creationId xmlns:a16="http://schemas.microsoft.com/office/drawing/2014/main" id="{A5B4F438-19E2-4D95-A843-8052ADC3453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22171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Picture and content white">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B6AF5E90-0A0C-4EF4-B254-D58958674FEC}"/>
              </a:ext>
            </a:extLst>
          </p:cNvPr>
          <p:cNvSpPr>
            <a:spLocks noGrp="1"/>
          </p:cNvSpPr>
          <p:nvPr>
            <p:ph type="pic" sz="quarter" idx="15"/>
          </p:nvPr>
        </p:nvSpPr>
        <p:spPr>
          <a:xfrm>
            <a:off x="0" y="0"/>
            <a:ext cx="12191997" cy="4114799"/>
          </a:xfrm>
        </p:spPr>
        <p:txBody>
          <a:bodyPr bIns="684000" anchor="ctr"/>
          <a:lstStyle>
            <a:lvl1pPr algn="ctr">
              <a:defRPr>
                <a:solidFill>
                  <a:schemeClr val="bg1"/>
                </a:solidFill>
              </a:defRPr>
            </a:lvl1pPr>
          </a:lstStyle>
          <a:p>
            <a:r>
              <a:rPr lang="en-GB"/>
              <a:t>Click icon to add picture</a:t>
            </a:r>
            <a:endParaRPr lang="en-US" dirty="0"/>
          </a:p>
        </p:txBody>
      </p:sp>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5645008"/>
            <a:ext cx="3025854" cy="308610"/>
          </a:xfrm>
        </p:spPr>
        <p:txBody>
          <a:bodyPr/>
          <a:lstStyle>
            <a:lvl1pPr>
              <a:defRPr lang="en-US" sz="1400" kern="1200" spc="0" dirty="0" smtClean="0">
                <a:solidFill>
                  <a:schemeClr val="tx2"/>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tx2"/>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tx2"/>
                </a:solidFill>
              </a:defRPr>
            </a:lvl1pPr>
          </a:lstStyle>
          <a:p>
            <a:fld id="{31939A77-4DCF-4228-8B74-013876D0374B}" type="slidenum">
              <a:rPr lang="en-US" smtClean="0"/>
              <a:pPr/>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524170" y="4522672"/>
            <a:ext cx="3349187" cy="902083"/>
          </a:xfrm>
        </p:spPr>
        <p:txBody>
          <a:bodyPr/>
          <a:lstStyle>
            <a:lvl1pPr>
              <a:defRPr sz="2400">
                <a:solidFill>
                  <a:schemeClr val="tx2"/>
                </a:solidFill>
              </a:defRPr>
            </a:lvl1pPr>
          </a:lstStyle>
          <a:p>
            <a:r>
              <a:rPr lang="en-GB"/>
              <a:t>Click to edit Master title style</a:t>
            </a:r>
            <a:endParaRPr lang="en-US" dirty="0"/>
          </a:p>
        </p:txBody>
      </p:sp>
      <p:sp>
        <p:nvSpPr>
          <p:cNvPr id="14" name="Content Placeholder 2">
            <a:extLst>
              <a:ext uri="{FF2B5EF4-FFF2-40B4-BE49-F238E27FC236}">
                <a16:creationId xmlns:a16="http://schemas.microsoft.com/office/drawing/2014/main" id="{CEA8A5E9-FDCA-4168-A9C6-BC269A2273DB}"/>
              </a:ext>
            </a:extLst>
          </p:cNvPr>
          <p:cNvSpPr>
            <a:spLocks noGrp="1"/>
          </p:cNvSpPr>
          <p:nvPr>
            <p:ph idx="1"/>
          </p:nvPr>
        </p:nvSpPr>
        <p:spPr>
          <a:xfrm>
            <a:off x="4211372" y="4522672"/>
            <a:ext cx="3595766" cy="1763828"/>
          </a:xfrm>
        </p:spPr>
        <p:txBody>
          <a:bodyPr/>
          <a:lstStyle>
            <a:lvl1pPr>
              <a:lnSpc>
                <a:spcPct val="100000"/>
              </a:lnSpc>
              <a:spcAft>
                <a:spcPts val="600"/>
              </a:spcAft>
              <a:defRPr sz="1200">
                <a:solidFill>
                  <a:schemeClr val="tx2"/>
                </a:solidFill>
              </a:defRPr>
            </a:lvl1pPr>
            <a:lvl2pPr>
              <a:lnSpc>
                <a:spcPct val="100000"/>
              </a:lnSpc>
              <a:spcBef>
                <a:spcPts val="600"/>
              </a:spcBef>
              <a:defRPr sz="10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5" name="Content Placeholder 2">
            <a:extLst>
              <a:ext uri="{FF2B5EF4-FFF2-40B4-BE49-F238E27FC236}">
                <a16:creationId xmlns:a16="http://schemas.microsoft.com/office/drawing/2014/main" id="{9E8F0552-DBB8-47EA-B7EF-603352D440F2}"/>
              </a:ext>
            </a:extLst>
          </p:cNvPr>
          <p:cNvSpPr>
            <a:spLocks noGrp="1"/>
          </p:cNvSpPr>
          <p:nvPr>
            <p:ph idx="14"/>
          </p:nvPr>
        </p:nvSpPr>
        <p:spPr>
          <a:xfrm>
            <a:off x="8145154" y="4522672"/>
            <a:ext cx="3595766" cy="1763828"/>
          </a:xfrm>
        </p:spPr>
        <p:txBody>
          <a:bodyPr/>
          <a:lstStyle>
            <a:lvl1pPr>
              <a:lnSpc>
                <a:spcPct val="100000"/>
              </a:lnSpc>
              <a:spcAft>
                <a:spcPts val="600"/>
              </a:spcAft>
              <a:defRPr sz="1200">
                <a:solidFill>
                  <a:schemeClr val="tx2"/>
                </a:solidFill>
              </a:defRPr>
            </a:lvl1pPr>
            <a:lvl2pPr>
              <a:lnSpc>
                <a:spcPct val="100000"/>
              </a:lnSpc>
              <a:spcBef>
                <a:spcPts val="600"/>
              </a:spcBef>
              <a:defRPr lang="en-US" sz="1000" kern="1200" dirty="0">
                <a:solidFill>
                  <a:schemeClr val="tx2"/>
                </a:solidFill>
                <a:latin typeface="+mn-lt"/>
                <a:ea typeface="+mn-ea"/>
                <a:cs typeface="+mn-cs"/>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743698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Picture and content dark">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6EAD439-4155-40C9-8DA8-7094E884926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16" name="Picture Placeholder 2">
            <a:extLst>
              <a:ext uri="{FF2B5EF4-FFF2-40B4-BE49-F238E27FC236}">
                <a16:creationId xmlns:a16="http://schemas.microsoft.com/office/drawing/2014/main" id="{B6AF5E90-0A0C-4EF4-B254-D58958674FEC}"/>
              </a:ext>
            </a:extLst>
          </p:cNvPr>
          <p:cNvSpPr>
            <a:spLocks noGrp="1"/>
          </p:cNvSpPr>
          <p:nvPr>
            <p:ph type="pic" sz="quarter" idx="15"/>
          </p:nvPr>
        </p:nvSpPr>
        <p:spPr>
          <a:xfrm>
            <a:off x="0" y="0"/>
            <a:ext cx="12191997" cy="4114799"/>
          </a:xfrm>
        </p:spPr>
        <p:txBody>
          <a:bodyPr bIns="684000" anchor="ctr"/>
          <a:lstStyle>
            <a:lvl1pPr algn="ctr">
              <a:defRPr>
                <a:solidFill>
                  <a:schemeClr val="bg1"/>
                </a:solidFill>
              </a:defRPr>
            </a:lvl1pPr>
          </a:lstStyle>
          <a:p>
            <a:r>
              <a:rPr lang="en-GB"/>
              <a:t>Click icon to add picture</a:t>
            </a:r>
            <a:endParaRPr lang="en-US" dirty="0"/>
          </a:p>
        </p:txBody>
      </p:sp>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5645008"/>
            <a:ext cx="3025854" cy="308610"/>
          </a:xfrm>
        </p:spPr>
        <p:txBody>
          <a:bodyPr/>
          <a:lstStyle>
            <a:lvl1pPr>
              <a:defRPr lang="en-US" sz="1400" kern="1200" spc="0" dirty="0" smtClean="0">
                <a:solidFill>
                  <a:schemeClr val="bg1"/>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524170" y="4522672"/>
            <a:ext cx="3349187" cy="902083"/>
          </a:xfrm>
        </p:spPr>
        <p:txBody>
          <a:bodyPr/>
          <a:lstStyle>
            <a:lvl1pPr>
              <a:defRPr sz="2400">
                <a:solidFill>
                  <a:schemeClr val="bg1"/>
                </a:solidFill>
              </a:defRPr>
            </a:lvl1pPr>
          </a:lstStyle>
          <a:p>
            <a:r>
              <a:rPr lang="en-GB"/>
              <a:t>Click to edit Master title style</a:t>
            </a:r>
            <a:endParaRPr lang="en-US" dirty="0"/>
          </a:p>
        </p:txBody>
      </p:sp>
      <p:sp>
        <p:nvSpPr>
          <p:cNvPr id="14" name="Content Placeholder 2">
            <a:extLst>
              <a:ext uri="{FF2B5EF4-FFF2-40B4-BE49-F238E27FC236}">
                <a16:creationId xmlns:a16="http://schemas.microsoft.com/office/drawing/2014/main" id="{CEA8A5E9-FDCA-4168-A9C6-BC269A2273DB}"/>
              </a:ext>
            </a:extLst>
          </p:cNvPr>
          <p:cNvSpPr>
            <a:spLocks noGrp="1"/>
          </p:cNvSpPr>
          <p:nvPr>
            <p:ph idx="1"/>
          </p:nvPr>
        </p:nvSpPr>
        <p:spPr>
          <a:xfrm>
            <a:off x="4211372" y="4522672"/>
            <a:ext cx="3595766" cy="1763828"/>
          </a:xfrm>
        </p:spPr>
        <p:txBody>
          <a:bodyPr/>
          <a:lstStyle>
            <a:lvl1pPr>
              <a:lnSpc>
                <a:spcPct val="100000"/>
              </a:lnSpc>
              <a:spcAft>
                <a:spcPts val="600"/>
              </a:spcAft>
              <a:defRPr sz="1200">
                <a:solidFill>
                  <a:schemeClr val="bg1"/>
                </a:solidFill>
              </a:defRPr>
            </a:lvl1pPr>
            <a:lvl2pPr>
              <a:lnSpc>
                <a:spcPct val="100000"/>
              </a:lnSpc>
              <a:spcBef>
                <a:spcPts val="600"/>
              </a:spcBef>
              <a:defRPr sz="10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5" name="Content Placeholder 2">
            <a:extLst>
              <a:ext uri="{FF2B5EF4-FFF2-40B4-BE49-F238E27FC236}">
                <a16:creationId xmlns:a16="http://schemas.microsoft.com/office/drawing/2014/main" id="{9E8F0552-DBB8-47EA-B7EF-603352D440F2}"/>
              </a:ext>
            </a:extLst>
          </p:cNvPr>
          <p:cNvSpPr>
            <a:spLocks noGrp="1"/>
          </p:cNvSpPr>
          <p:nvPr>
            <p:ph idx="14"/>
          </p:nvPr>
        </p:nvSpPr>
        <p:spPr>
          <a:xfrm>
            <a:off x="8145154" y="4522672"/>
            <a:ext cx="3595766" cy="1763828"/>
          </a:xfrm>
        </p:spPr>
        <p:txBody>
          <a:bodyPr/>
          <a:lstStyle>
            <a:lvl1pPr>
              <a:lnSpc>
                <a:spcPct val="100000"/>
              </a:lnSpc>
              <a:spcAft>
                <a:spcPts val="600"/>
              </a:spcAft>
              <a:defRPr sz="1200">
                <a:solidFill>
                  <a:schemeClr val="bg1"/>
                </a:solidFill>
              </a:defRPr>
            </a:lvl1pPr>
            <a:lvl2pPr>
              <a:lnSpc>
                <a:spcPct val="100000"/>
              </a:lnSpc>
              <a:spcBef>
                <a:spcPts val="600"/>
              </a:spcBef>
              <a:defRPr lang="en-US" sz="1000" kern="1200" dirty="0">
                <a:solidFill>
                  <a:schemeClr val="bg1"/>
                </a:solidFill>
                <a:latin typeface="+mn-lt"/>
                <a:ea typeface="+mn-ea"/>
                <a:cs typeface="+mn-cs"/>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4121875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ft picture">
    <p:spTree>
      <p:nvGrpSpPr>
        <p:cNvPr id="1" name=""/>
        <p:cNvGrpSpPr/>
        <p:nvPr/>
      </p:nvGrpSpPr>
      <p:grpSpPr>
        <a:xfrm>
          <a:off x="0" y="0"/>
          <a:ext cx="0" cy="0"/>
          <a:chOff x="0" y="0"/>
          <a:chExt cx="0" cy="0"/>
        </a:xfrm>
      </p:grpSpPr>
      <p:sp>
        <p:nvSpPr>
          <p:cNvPr id="7" name="Picture Placeholder 29">
            <a:extLst>
              <a:ext uri="{FF2B5EF4-FFF2-40B4-BE49-F238E27FC236}">
                <a16:creationId xmlns:a16="http://schemas.microsoft.com/office/drawing/2014/main" id="{2EB064DC-5F66-4B7E-8BDB-36F3F22EEC49}"/>
              </a:ext>
            </a:extLst>
          </p:cNvPr>
          <p:cNvSpPr>
            <a:spLocks noGrp="1"/>
          </p:cNvSpPr>
          <p:nvPr>
            <p:ph type="pic" sz="quarter" idx="15" hasCustomPrompt="1"/>
          </p:nvPr>
        </p:nvSpPr>
        <p:spPr>
          <a:xfrm>
            <a:off x="6382692" y="0"/>
            <a:ext cx="5809307" cy="6858000"/>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69" y="1427619"/>
            <a:ext cx="5285139"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524170" y="371913"/>
            <a:ext cx="5285138" cy="886519"/>
          </a:xfrm>
        </p:spPr>
        <p:txBody>
          <a:bodyPr/>
          <a:lstStyle/>
          <a:p>
            <a:r>
              <a:rPr lang="en-GB"/>
              <a:t>Click to edit Master title style</a:t>
            </a:r>
            <a:endParaRPr lang="en-US" dirty="0"/>
          </a:p>
        </p:txBody>
      </p:sp>
      <p:sp>
        <p:nvSpPr>
          <p:cNvPr id="8" name="Content Placeholder 2">
            <a:extLst>
              <a:ext uri="{FF2B5EF4-FFF2-40B4-BE49-F238E27FC236}">
                <a16:creationId xmlns:a16="http://schemas.microsoft.com/office/drawing/2014/main" id="{C650D8E9-2F73-443A-9C48-F7C083C92887}"/>
              </a:ext>
            </a:extLst>
          </p:cNvPr>
          <p:cNvSpPr>
            <a:spLocks noGrp="1"/>
          </p:cNvSpPr>
          <p:nvPr>
            <p:ph idx="1"/>
          </p:nvPr>
        </p:nvSpPr>
        <p:spPr>
          <a:xfrm>
            <a:off x="524170" y="2118512"/>
            <a:ext cx="5288801" cy="41679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9" name="Graphic 8">
            <a:extLst>
              <a:ext uri="{FF2B5EF4-FFF2-40B4-BE49-F238E27FC236}">
                <a16:creationId xmlns:a16="http://schemas.microsoft.com/office/drawing/2014/main" id="{9E168892-CCAA-8C45-A071-184E9CA4FDD9}"/>
              </a:ext>
            </a:extLst>
          </p:cNvPr>
          <p:cNvPicPr>
            <a:picLocks noChangeAspect="1"/>
          </p:cNvPicPr>
          <p:nvPr userDrawn="1"/>
        </p:nvPicPr>
        <p:blipFill rotWithShape="1">
          <a:blip cstate="screen">
            <a:alphaModFix amt="25000"/>
            <a:extLst>
              <a:ext uri="{28A0092B-C50C-407E-A947-70E740481C1C}">
                <a14:useLocalDpi xmlns:a14="http://schemas.microsoft.com/office/drawing/2010/main"/>
              </a:ext>
              <a:ext uri="{96DAC541-7B7A-43D3-8B79-37D633B846F1}">
                <asvg:svgBlip xmlns:asvg="http://schemas.microsoft.com/office/drawing/2016/SVG/main" r:embed="rId2"/>
              </a:ext>
            </a:extLst>
          </a:blip>
          <a:srcRect t="27907"/>
          <a:stretch/>
        </p:blipFill>
        <p:spPr>
          <a:xfrm>
            <a:off x="152400" y="1811991"/>
            <a:ext cx="12039600" cy="5046009"/>
          </a:xfrm>
          <a:prstGeom prst="rect">
            <a:avLst/>
          </a:prstGeom>
        </p:spPr>
      </p:pic>
    </p:spTree>
    <p:extLst>
      <p:ext uri="{BB962C8B-B14F-4D97-AF65-F5344CB8AC3E}">
        <p14:creationId xmlns:p14="http://schemas.microsoft.com/office/powerpoint/2010/main" val="355442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ntent and pictur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48F6141F-68E9-DE48-892F-01B83A4AD07B}"/>
              </a:ext>
            </a:extLst>
          </p:cNvPr>
          <p:cNvPicPr>
            <a:picLocks noChangeAspect="1"/>
          </p:cNvPicPr>
          <p:nvPr userDrawn="1"/>
        </p:nvPicPr>
        <p:blipFill rotWithShape="1">
          <a:blip cstate="screen">
            <a:alphaModFix amt="25000"/>
            <a:extLst>
              <a:ext uri="{28A0092B-C50C-407E-A947-70E740481C1C}">
                <a14:useLocalDpi xmlns:a14="http://schemas.microsoft.com/office/drawing/2010/main"/>
              </a:ext>
              <a:ext uri="{96DAC541-7B7A-43D3-8B79-37D633B846F1}">
                <asvg:svgBlip xmlns:asvg="http://schemas.microsoft.com/office/drawing/2016/SVG/main" r:embed="rId2"/>
              </a:ext>
            </a:extLst>
          </a:blip>
          <a:srcRect t="27907"/>
          <a:stretch/>
        </p:blipFill>
        <p:spPr>
          <a:xfrm>
            <a:off x="0" y="1748117"/>
            <a:ext cx="12192000" cy="5109883"/>
          </a:xfrm>
          <a:prstGeom prst="rect">
            <a:avLst/>
          </a:prstGeom>
        </p:spPr>
      </p:pic>
      <p:sp>
        <p:nvSpPr>
          <p:cNvPr id="16" name="Content Placeholder 2">
            <a:extLst>
              <a:ext uri="{FF2B5EF4-FFF2-40B4-BE49-F238E27FC236}">
                <a16:creationId xmlns:a16="http://schemas.microsoft.com/office/drawing/2014/main" id="{311A06B4-1D31-4C61-8954-20D47A582B35}"/>
              </a:ext>
            </a:extLst>
          </p:cNvPr>
          <p:cNvSpPr>
            <a:spLocks noGrp="1"/>
          </p:cNvSpPr>
          <p:nvPr>
            <p:ph idx="15"/>
          </p:nvPr>
        </p:nvSpPr>
        <p:spPr>
          <a:xfrm>
            <a:off x="6988557" y="1699732"/>
            <a:ext cx="2699973" cy="3334605"/>
          </a:xfrm>
        </p:spPr>
        <p:txBody>
          <a:bodyPr/>
          <a:lstStyle>
            <a:lvl1pPr>
              <a:defRPr>
                <a:solidFill>
                  <a:schemeClr val="tx2"/>
                </a:solidFill>
              </a:defRPr>
            </a:lvl1pPr>
            <a:lvl2pPr>
              <a:defRPr>
                <a:solidFill>
                  <a:schemeClr val="tx2"/>
                </a:solidFill>
              </a:defRPr>
            </a:lvl2pPr>
            <a:lvl3pPr>
              <a:defRPr>
                <a:solidFill>
                  <a:schemeClr val="tx2"/>
                </a:solidFill>
              </a:defRPr>
            </a:lvl3pPr>
            <a:lvl4pPr>
              <a:buClr>
                <a:schemeClr val="bg1"/>
              </a:buClr>
              <a:defRPr>
                <a:solidFill>
                  <a:schemeClr val="tx2"/>
                </a:solidFill>
              </a:defRPr>
            </a:lvl4pPr>
            <a:lvl5pPr>
              <a:buClr>
                <a:schemeClr val="bg1"/>
              </a:buCl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Picture Placeholder 2">
            <a:extLst>
              <a:ext uri="{FF2B5EF4-FFF2-40B4-BE49-F238E27FC236}">
                <a16:creationId xmlns:a16="http://schemas.microsoft.com/office/drawing/2014/main" id="{873450E2-BA76-404A-8332-468D7A0AFAAB}"/>
              </a:ext>
            </a:extLst>
          </p:cNvPr>
          <p:cNvSpPr>
            <a:spLocks noGrp="1"/>
          </p:cNvSpPr>
          <p:nvPr>
            <p:ph type="pic" sz="quarter" idx="14"/>
          </p:nvPr>
        </p:nvSpPr>
        <p:spPr>
          <a:xfrm>
            <a:off x="4445007" y="-1"/>
            <a:ext cx="2159726" cy="6858001"/>
          </a:xfrm>
        </p:spPr>
        <p:txBody>
          <a:bodyPr bIns="684000" anchor="ctr"/>
          <a:lstStyle>
            <a:lvl1pPr algn="ctr">
              <a:defRPr/>
            </a:lvl1pPr>
          </a:lstStyle>
          <a:p>
            <a:r>
              <a:rPr lang="en-GB"/>
              <a:t>Click icon to add picture</a:t>
            </a:r>
            <a:endParaRPr lang="en-US"/>
          </a:p>
        </p:txBody>
      </p:sp>
      <p:pic>
        <p:nvPicPr>
          <p:cNvPr id="7" name="Picture 6">
            <a:extLst>
              <a:ext uri="{FF2B5EF4-FFF2-40B4-BE49-F238E27FC236}">
                <a16:creationId xmlns:a16="http://schemas.microsoft.com/office/drawing/2014/main" id="{575905FA-EDA7-45F9-96AF-F53AC5201CA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454434"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1699732"/>
            <a:ext cx="3595767"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hasCustomPrompt="1"/>
          </p:nvPr>
        </p:nvSpPr>
        <p:spPr>
          <a:xfrm>
            <a:off x="524170" y="371913"/>
            <a:ext cx="3595767" cy="416757"/>
          </a:xfrm>
        </p:spPr>
        <p:txBody>
          <a:bodyPr/>
          <a:lstStyle>
            <a:lvl1pPr>
              <a:defRPr>
                <a:solidFill>
                  <a:schemeClr val="bg1"/>
                </a:solidFill>
              </a:defRPr>
            </a:lvl1pPr>
          </a:lstStyle>
          <a:p>
            <a:r>
              <a:rPr lang="en-US" dirty="0"/>
              <a:t>Insert title here</a:t>
            </a:r>
          </a:p>
        </p:txBody>
      </p:sp>
      <p:sp>
        <p:nvSpPr>
          <p:cNvPr id="15" name="Content Placeholder 2">
            <a:extLst>
              <a:ext uri="{FF2B5EF4-FFF2-40B4-BE49-F238E27FC236}">
                <a16:creationId xmlns:a16="http://schemas.microsoft.com/office/drawing/2014/main" id="{ECF733EA-CFBE-4C3E-B195-77FA57C76800}"/>
              </a:ext>
            </a:extLst>
          </p:cNvPr>
          <p:cNvSpPr>
            <a:spLocks noGrp="1"/>
          </p:cNvSpPr>
          <p:nvPr>
            <p:ph idx="1"/>
          </p:nvPr>
        </p:nvSpPr>
        <p:spPr>
          <a:xfrm>
            <a:off x="524170" y="2465799"/>
            <a:ext cx="3595767" cy="3820702"/>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986268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and image 2">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519EA408-723A-4C06-A267-8FEC0EC95E8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14" name="Graphic 13">
            <a:extLst>
              <a:ext uri="{FF2B5EF4-FFF2-40B4-BE49-F238E27FC236}">
                <a16:creationId xmlns:a16="http://schemas.microsoft.com/office/drawing/2014/main" id="{33550C93-BC90-49B2-B20D-BF1A1E4234A6}"/>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43"/>
          <a:stretch/>
        </p:blipFill>
        <p:spPr>
          <a:xfrm>
            <a:off x="0" y="0"/>
            <a:ext cx="12191999" cy="6858000"/>
          </a:xfrm>
          <a:prstGeom prst="rect">
            <a:avLst/>
          </a:prstGeom>
        </p:spPr>
      </p:pic>
      <p:pic>
        <p:nvPicPr>
          <p:cNvPr id="15" name="Picture 14">
            <a:extLst>
              <a:ext uri="{FF2B5EF4-FFF2-40B4-BE49-F238E27FC236}">
                <a16:creationId xmlns:a16="http://schemas.microsoft.com/office/drawing/2014/main" id="{73D1E210-B537-4A8F-869F-CAA323820CE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7213607" y="0"/>
            <a:ext cx="4978390" cy="685800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63" name="Picture Placeholder 2">
            <a:extLst>
              <a:ext uri="{FF2B5EF4-FFF2-40B4-BE49-F238E27FC236}">
                <a16:creationId xmlns:a16="http://schemas.microsoft.com/office/drawing/2014/main" id="{40B7D96E-C9DC-4E7E-899C-DE889C865459}"/>
              </a:ext>
            </a:extLst>
          </p:cNvPr>
          <p:cNvSpPr>
            <a:spLocks noGrp="1"/>
          </p:cNvSpPr>
          <p:nvPr>
            <p:ph type="pic" sz="quarter" idx="14"/>
          </p:nvPr>
        </p:nvSpPr>
        <p:spPr>
          <a:xfrm>
            <a:off x="6112701" y="613774"/>
            <a:ext cx="4910203" cy="5672725"/>
          </a:xfrm>
        </p:spPr>
        <p:txBody>
          <a:bodyPr bIns="684000" anchor="ctr"/>
          <a:lstStyle>
            <a:lvl1pPr algn="ctr">
              <a:defRPr/>
            </a:lvl1pPr>
          </a:lstStyle>
          <a:p>
            <a:r>
              <a:rPr lang="en-GB"/>
              <a:t>Click icon to add picture</a:t>
            </a:r>
            <a:endParaRPr lang="en-US" dirty="0"/>
          </a:p>
        </p:txBody>
      </p:sp>
      <p:sp>
        <p:nvSpPr>
          <p:cNvPr id="61" name="Slide Number Placeholder 4">
            <a:extLst>
              <a:ext uri="{FF2B5EF4-FFF2-40B4-BE49-F238E27FC236}">
                <a16:creationId xmlns:a16="http://schemas.microsoft.com/office/drawing/2014/main" id="{70F2EA06-266A-42F5-AC3D-9D6902FAD83F}"/>
              </a:ext>
            </a:extLst>
          </p:cNvPr>
          <p:cNvSpPr txBox="1">
            <a:spLocks/>
          </p:cNvSpPr>
          <p:nvPr userDrawn="1"/>
        </p:nvSpPr>
        <p:spPr>
          <a:xfrm>
            <a:off x="11801918" y="6566624"/>
            <a:ext cx="157671" cy="131991"/>
          </a:xfrm>
          <a:prstGeom prst="rect">
            <a:avLst/>
          </a:prstGeom>
        </p:spPr>
        <p:txBody>
          <a:bodyPr vert="horz" wrap="none" lIns="0" tIns="0" rIns="0" bIns="0" rtlCol="0" anchor="b">
            <a:noAutofit/>
          </a:bodyPr>
          <a:lstStyle>
            <a:defPPr>
              <a:defRPr lang="en-US"/>
            </a:defPPr>
            <a:lvl1pPr marL="0" algn="r"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939A77-4DCF-4228-8B74-013876D0374B}" type="slidenum">
              <a:rPr lang="en-US" smtClean="0">
                <a:solidFill>
                  <a:schemeClr val="bg1"/>
                </a:solidFill>
              </a:rPr>
              <a:pPr/>
              <a:t>‹#›</a:t>
            </a:fld>
            <a:endParaRPr lang="en-US">
              <a:solidFill>
                <a:schemeClr val="bg1"/>
              </a:solidFill>
            </a:endParaRP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2" name="Title 1">
            <a:extLst>
              <a:ext uri="{FF2B5EF4-FFF2-40B4-BE49-F238E27FC236}">
                <a16:creationId xmlns:a16="http://schemas.microsoft.com/office/drawing/2014/main" id="{99EB7C1C-0CA9-44D5-8563-025A89BDFB5A}"/>
              </a:ext>
            </a:extLst>
          </p:cNvPr>
          <p:cNvSpPr>
            <a:spLocks noGrp="1"/>
          </p:cNvSpPr>
          <p:nvPr>
            <p:ph type="title" hasCustomPrompt="1"/>
          </p:nvPr>
        </p:nvSpPr>
        <p:spPr>
          <a:xfrm>
            <a:off x="524171" y="371913"/>
            <a:ext cx="4972128" cy="819889"/>
          </a:xfrm>
        </p:spPr>
        <p:txBody>
          <a:bodyPr/>
          <a:lstStyle>
            <a:lvl1pPr>
              <a:defRPr/>
            </a:lvl1pPr>
          </a:lstStyle>
          <a:p>
            <a:r>
              <a:rPr lang="en-US" dirty="0"/>
              <a:t>Click to edit</a:t>
            </a:r>
            <a:br>
              <a:rPr lang="en-US" dirty="0"/>
            </a:br>
            <a:r>
              <a:rPr lang="en-US" dirty="0"/>
              <a:t>Master title style</a:t>
            </a:r>
          </a:p>
        </p:txBody>
      </p:sp>
      <p:sp>
        <p:nvSpPr>
          <p:cNvPr id="17" name="Text Placeholder 9">
            <a:extLst>
              <a:ext uri="{FF2B5EF4-FFF2-40B4-BE49-F238E27FC236}">
                <a16:creationId xmlns:a16="http://schemas.microsoft.com/office/drawing/2014/main" id="{7A7F650E-F8F6-4370-82C0-3D42EFDF5227}"/>
              </a:ext>
            </a:extLst>
          </p:cNvPr>
          <p:cNvSpPr>
            <a:spLocks noGrp="1"/>
          </p:cNvSpPr>
          <p:nvPr>
            <p:ph type="body" sz="quarter" idx="13" hasCustomPrompt="1"/>
          </p:nvPr>
        </p:nvSpPr>
        <p:spPr>
          <a:xfrm>
            <a:off x="524171" y="1299039"/>
            <a:ext cx="497212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62" name="Content Placeholder 2">
            <a:extLst>
              <a:ext uri="{FF2B5EF4-FFF2-40B4-BE49-F238E27FC236}">
                <a16:creationId xmlns:a16="http://schemas.microsoft.com/office/drawing/2014/main" id="{7014493F-A301-489E-BDFE-B76986824AA0}"/>
              </a:ext>
            </a:extLst>
          </p:cNvPr>
          <p:cNvSpPr>
            <a:spLocks noGrp="1"/>
          </p:cNvSpPr>
          <p:nvPr>
            <p:ph idx="1"/>
          </p:nvPr>
        </p:nvSpPr>
        <p:spPr>
          <a:xfrm>
            <a:off x="524170" y="2085654"/>
            <a:ext cx="4972128" cy="4065123"/>
          </a:xfrm>
        </p:spPr>
        <p:txBody>
          <a:bodyPr/>
          <a:lstStyle>
            <a:lvl1pPr>
              <a:lnSpc>
                <a:spcPct val="100000"/>
              </a:lnSpc>
              <a:defRPr/>
            </a:lvl1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22636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and image 4">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3627ACAF-6814-4B65-9D5F-6B2904BC5C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64" name="Picture 63">
            <a:extLst>
              <a:ext uri="{FF2B5EF4-FFF2-40B4-BE49-F238E27FC236}">
                <a16:creationId xmlns:a16="http://schemas.microsoft.com/office/drawing/2014/main" id="{A373A8DC-6CB6-40EB-A28D-671D274A0CE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213607" y="4283901"/>
            <a:ext cx="4978390" cy="25741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63" name="Picture Placeholder 2">
            <a:extLst>
              <a:ext uri="{FF2B5EF4-FFF2-40B4-BE49-F238E27FC236}">
                <a16:creationId xmlns:a16="http://schemas.microsoft.com/office/drawing/2014/main" id="{40B7D96E-C9DC-4E7E-899C-DE889C865459}"/>
              </a:ext>
            </a:extLst>
          </p:cNvPr>
          <p:cNvSpPr>
            <a:spLocks noGrp="1"/>
          </p:cNvSpPr>
          <p:nvPr>
            <p:ph type="pic" sz="quarter" idx="14"/>
          </p:nvPr>
        </p:nvSpPr>
        <p:spPr>
          <a:xfrm>
            <a:off x="7213606" y="1"/>
            <a:ext cx="4978394" cy="4283900"/>
          </a:xfrm>
        </p:spPr>
        <p:txBody>
          <a:bodyPr bIns="684000" anchor="ctr"/>
          <a:lstStyle>
            <a:lvl1pPr algn="ctr">
              <a:defRPr/>
            </a:lvl1pPr>
          </a:lstStyle>
          <a:p>
            <a:r>
              <a:rPr lang="en-GB"/>
              <a:t>Click icon to add picture</a:t>
            </a:r>
            <a:endParaRPr lang="en-US" dirty="0"/>
          </a:p>
        </p:txBody>
      </p:sp>
      <p:sp>
        <p:nvSpPr>
          <p:cNvPr id="61" name="Slide Number Placeholder 4">
            <a:extLst>
              <a:ext uri="{FF2B5EF4-FFF2-40B4-BE49-F238E27FC236}">
                <a16:creationId xmlns:a16="http://schemas.microsoft.com/office/drawing/2014/main" id="{70F2EA06-266A-42F5-AC3D-9D6902FAD83F}"/>
              </a:ext>
            </a:extLst>
          </p:cNvPr>
          <p:cNvSpPr txBox="1">
            <a:spLocks/>
          </p:cNvSpPr>
          <p:nvPr userDrawn="1"/>
        </p:nvSpPr>
        <p:spPr>
          <a:xfrm>
            <a:off x="11801918" y="6566624"/>
            <a:ext cx="157671" cy="131991"/>
          </a:xfrm>
          <a:prstGeom prst="rect">
            <a:avLst/>
          </a:prstGeom>
        </p:spPr>
        <p:txBody>
          <a:bodyPr vert="horz" wrap="none" lIns="0" tIns="0" rIns="0" bIns="0" rtlCol="0" anchor="b">
            <a:noAutofit/>
          </a:bodyPr>
          <a:lstStyle>
            <a:defPPr>
              <a:defRPr lang="en-US"/>
            </a:defPPr>
            <a:lvl1pPr marL="0" algn="r"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939A77-4DCF-4228-8B74-013876D0374B}" type="slidenum">
              <a:rPr lang="en-US" smtClean="0">
                <a:solidFill>
                  <a:schemeClr val="bg1"/>
                </a:solidFill>
              </a:rPr>
              <a:pPr/>
              <a:t>‹#›</a:t>
            </a:fld>
            <a:endParaRPr lang="en-US">
              <a:solidFill>
                <a:schemeClr val="bg1"/>
              </a:solidFill>
            </a:endParaRP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2" name="Title 1">
            <a:extLst>
              <a:ext uri="{FF2B5EF4-FFF2-40B4-BE49-F238E27FC236}">
                <a16:creationId xmlns:a16="http://schemas.microsoft.com/office/drawing/2014/main" id="{99EB7C1C-0CA9-44D5-8563-025A89BDFB5A}"/>
              </a:ext>
            </a:extLst>
          </p:cNvPr>
          <p:cNvSpPr>
            <a:spLocks noGrp="1"/>
          </p:cNvSpPr>
          <p:nvPr>
            <p:ph type="title" hasCustomPrompt="1"/>
          </p:nvPr>
        </p:nvSpPr>
        <p:spPr>
          <a:xfrm>
            <a:off x="524170" y="371913"/>
            <a:ext cx="6127151" cy="819889"/>
          </a:xfrm>
        </p:spPr>
        <p:txBody>
          <a:bodyPr/>
          <a:lstStyle>
            <a:lvl1pPr>
              <a:defRPr/>
            </a:lvl1pPr>
          </a:lstStyle>
          <a:p>
            <a:r>
              <a:rPr lang="en-US" dirty="0"/>
              <a:t>Click to edit</a:t>
            </a:r>
            <a:br>
              <a:rPr lang="en-US" dirty="0"/>
            </a:br>
            <a:r>
              <a:rPr lang="en-US" dirty="0"/>
              <a:t>Master title style</a:t>
            </a:r>
          </a:p>
        </p:txBody>
      </p:sp>
      <p:sp>
        <p:nvSpPr>
          <p:cNvPr id="17" name="Text Placeholder 9">
            <a:extLst>
              <a:ext uri="{FF2B5EF4-FFF2-40B4-BE49-F238E27FC236}">
                <a16:creationId xmlns:a16="http://schemas.microsoft.com/office/drawing/2014/main" id="{7A7F650E-F8F6-4370-82C0-3D42EFDF5227}"/>
              </a:ext>
            </a:extLst>
          </p:cNvPr>
          <p:cNvSpPr>
            <a:spLocks noGrp="1"/>
          </p:cNvSpPr>
          <p:nvPr>
            <p:ph type="body" sz="quarter" idx="13" hasCustomPrompt="1"/>
          </p:nvPr>
        </p:nvSpPr>
        <p:spPr>
          <a:xfrm>
            <a:off x="524170" y="1299039"/>
            <a:ext cx="6127151"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62" name="Content Placeholder 2">
            <a:extLst>
              <a:ext uri="{FF2B5EF4-FFF2-40B4-BE49-F238E27FC236}">
                <a16:creationId xmlns:a16="http://schemas.microsoft.com/office/drawing/2014/main" id="{7014493F-A301-489E-BDFE-B76986824AA0}"/>
              </a:ext>
            </a:extLst>
          </p:cNvPr>
          <p:cNvSpPr>
            <a:spLocks noGrp="1"/>
          </p:cNvSpPr>
          <p:nvPr>
            <p:ph idx="1"/>
          </p:nvPr>
        </p:nvSpPr>
        <p:spPr>
          <a:xfrm>
            <a:off x="524170" y="2085654"/>
            <a:ext cx="6127152" cy="4065123"/>
          </a:xfrm>
        </p:spPr>
        <p:txBody>
          <a:bodyPr/>
          <a:lstStyle>
            <a:lvl1pPr>
              <a:lnSpc>
                <a:spcPct val="100000"/>
              </a:lnSpc>
              <a:defRPr/>
            </a:lvl1pPr>
          </a:lstStyle>
          <a:p>
            <a:pPr lvl="0"/>
            <a:r>
              <a:rPr lang="en-GB"/>
              <a:t>Click to edit Master text styles</a:t>
            </a:r>
          </a:p>
          <a:p>
            <a:pPr lvl="1"/>
            <a:r>
              <a:rPr lang="en-GB"/>
              <a:t>Second level</a:t>
            </a:r>
          </a:p>
          <a:p>
            <a:pPr lvl="2"/>
            <a:r>
              <a:rPr lang="en-GB"/>
              <a:t>Third level</a:t>
            </a:r>
          </a:p>
        </p:txBody>
      </p:sp>
      <p:sp>
        <p:nvSpPr>
          <p:cNvPr id="31" name="Content Placeholder 2">
            <a:extLst>
              <a:ext uri="{FF2B5EF4-FFF2-40B4-BE49-F238E27FC236}">
                <a16:creationId xmlns:a16="http://schemas.microsoft.com/office/drawing/2014/main" id="{992450DC-EE87-444E-B9FA-B28D58781C14}"/>
              </a:ext>
            </a:extLst>
          </p:cNvPr>
          <p:cNvSpPr>
            <a:spLocks noGrp="1"/>
          </p:cNvSpPr>
          <p:nvPr>
            <p:ph idx="15"/>
          </p:nvPr>
        </p:nvSpPr>
        <p:spPr>
          <a:xfrm>
            <a:off x="7555822" y="4522672"/>
            <a:ext cx="4185098" cy="1763828"/>
          </a:xfrm>
        </p:spPr>
        <p:txBody>
          <a:bodyPr/>
          <a:lstStyle>
            <a:lvl1pPr>
              <a:lnSpc>
                <a:spcPct val="100000"/>
              </a:lnSpc>
              <a:spcAft>
                <a:spcPts val="600"/>
              </a:spcAft>
              <a:defRPr sz="1200">
                <a:solidFill>
                  <a:schemeClr val="bg1"/>
                </a:solidFill>
              </a:defRPr>
            </a:lvl1pPr>
            <a:lvl2pPr>
              <a:lnSpc>
                <a:spcPct val="100000"/>
              </a:lnSpc>
              <a:spcBef>
                <a:spcPts val="600"/>
              </a:spcBef>
              <a:defRPr sz="10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16906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and image 3">
    <p:spTree>
      <p:nvGrpSpPr>
        <p:cNvPr id="1" name=""/>
        <p:cNvGrpSpPr/>
        <p:nvPr/>
      </p:nvGrpSpPr>
      <p:grpSpPr>
        <a:xfrm>
          <a:off x="0" y="0"/>
          <a:ext cx="0" cy="0"/>
          <a:chOff x="0" y="0"/>
          <a:chExt cx="0" cy="0"/>
        </a:xfrm>
      </p:grpSpPr>
      <p:pic>
        <p:nvPicPr>
          <p:cNvPr id="64" name="Picture 63">
            <a:extLst>
              <a:ext uri="{FF2B5EF4-FFF2-40B4-BE49-F238E27FC236}">
                <a16:creationId xmlns:a16="http://schemas.microsoft.com/office/drawing/2014/main" id="{A373A8DC-6CB6-40EB-A28D-671D274A0CE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195366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63" name="Picture Placeholder 2">
            <a:extLst>
              <a:ext uri="{FF2B5EF4-FFF2-40B4-BE49-F238E27FC236}">
                <a16:creationId xmlns:a16="http://schemas.microsoft.com/office/drawing/2014/main" id="{40B7D96E-C9DC-4E7E-899C-DE889C865459}"/>
              </a:ext>
            </a:extLst>
          </p:cNvPr>
          <p:cNvSpPr>
            <a:spLocks noGrp="1"/>
          </p:cNvSpPr>
          <p:nvPr>
            <p:ph type="pic" sz="quarter" idx="14"/>
          </p:nvPr>
        </p:nvSpPr>
        <p:spPr>
          <a:xfrm>
            <a:off x="7213606" y="1"/>
            <a:ext cx="4978394" cy="4283900"/>
          </a:xfrm>
        </p:spPr>
        <p:txBody>
          <a:bodyPr bIns="684000" anchor="ctr"/>
          <a:lstStyle>
            <a:lvl1pPr algn="ctr">
              <a:defRPr/>
            </a:lvl1pPr>
          </a:lstStyle>
          <a:p>
            <a:r>
              <a:rPr lang="en-GB"/>
              <a:t>Click icon to add picture</a:t>
            </a:r>
            <a:endParaRPr lang="en-US" dirty="0"/>
          </a:p>
        </p:txBody>
      </p:sp>
      <p:sp>
        <p:nvSpPr>
          <p:cNvPr id="61" name="Slide Number Placeholder 4">
            <a:extLst>
              <a:ext uri="{FF2B5EF4-FFF2-40B4-BE49-F238E27FC236}">
                <a16:creationId xmlns:a16="http://schemas.microsoft.com/office/drawing/2014/main" id="{70F2EA06-266A-42F5-AC3D-9D6902FAD83F}"/>
              </a:ext>
            </a:extLst>
          </p:cNvPr>
          <p:cNvSpPr txBox="1">
            <a:spLocks/>
          </p:cNvSpPr>
          <p:nvPr userDrawn="1"/>
        </p:nvSpPr>
        <p:spPr>
          <a:xfrm>
            <a:off x="11801918" y="6566624"/>
            <a:ext cx="157671" cy="131991"/>
          </a:xfrm>
          <a:prstGeom prst="rect">
            <a:avLst/>
          </a:prstGeom>
        </p:spPr>
        <p:txBody>
          <a:bodyPr vert="horz" wrap="none" lIns="0" tIns="0" rIns="0" bIns="0" rtlCol="0" anchor="b">
            <a:noAutofit/>
          </a:bodyPr>
          <a:lstStyle>
            <a:defPPr>
              <a:defRPr lang="en-US"/>
            </a:defPPr>
            <a:lvl1pPr marL="0" algn="r"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939A77-4DCF-4228-8B74-013876D0374B}" type="slidenum">
              <a:rPr lang="en-US" smtClean="0">
                <a:solidFill>
                  <a:schemeClr val="tx2"/>
                </a:solidFill>
              </a:rPr>
              <a:pPr/>
              <a:t>‹#›</a:t>
            </a:fld>
            <a:endParaRPr lang="en-US">
              <a:solidFill>
                <a:schemeClr val="tx2"/>
              </a:solidFill>
            </a:endParaRP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tx2"/>
                </a:solidFill>
              </a:defRPr>
            </a:lvl1pPr>
          </a:lstStyle>
          <a:p>
            <a:fld id="{31939A77-4DCF-4228-8B74-013876D0374B}" type="slidenum">
              <a:rPr lang="en-US" smtClean="0"/>
              <a:pPr/>
              <a:t>‹#›</a:t>
            </a:fld>
            <a:endParaRPr lang="en-US"/>
          </a:p>
        </p:txBody>
      </p:sp>
      <p:sp>
        <p:nvSpPr>
          <p:cNvPr id="2" name="Title 1">
            <a:extLst>
              <a:ext uri="{FF2B5EF4-FFF2-40B4-BE49-F238E27FC236}">
                <a16:creationId xmlns:a16="http://schemas.microsoft.com/office/drawing/2014/main" id="{99EB7C1C-0CA9-44D5-8563-025A89BDFB5A}"/>
              </a:ext>
            </a:extLst>
          </p:cNvPr>
          <p:cNvSpPr>
            <a:spLocks noGrp="1"/>
          </p:cNvSpPr>
          <p:nvPr>
            <p:ph type="title" hasCustomPrompt="1"/>
          </p:nvPr>
        </p:nvSpPr>
        <p:spPr>
          <a:xfrm>
            <a:off x="524170" y="371913"/>
            <a:ext cx="6127151" cy="819889"/>
          </a:xfrm>
        </p:spPr>
        <p:txBody>
          <a:bodyPr/>
          <a:lstStyle>
            <a:lvl1pPr>
              <a:defRPr>
                <a:solidFill>
                  <a:schemeClr val="bg1"/>
                </a:solidFill>
              </a:defRPr>
            </a:lvl1pPr>
          </a:lstStyle>
          <a:p>
            <a:r>
              <a:rPr lang="en-US" dirty="0"/>
              <a:t>Click to edit</a:t>
            </a:r>
            <a:br>
              <a:rPr lang="en-US" dirty="0"/>
            </a:br>
            <a:r>
              <a:rPr lang="en-US" dirty="0"/>
              <a:t>Master title style</a:t>
            </a:r>
          </a:p>
        </p:txBody>
      </p:sp>
      <p:sp>
        <p:nvSpPr>
          <p:cNvPr id="17" name="Text Placeholder 9">
            <a:extLst>
              <a:ext uri="{FF2B5EF4-FFF2-40B4-BE49-F238E27FC236}">
                <a16:creationId xmlns:a16="http://schemas.microsoft.com/office/drawing/2014/main" id="{7A7F650E-F8F6-4370-82C0-3D42EFDF5227}"/>
              </a:ext>
            </a:extLst>
          </p:cNvPr>
          <p:cNvSpPr>
            <a:spLocks noGrp="1"/>
          </p:cNvSpPr>
          <p:nvPr>
            <p:ph type="body" sz="quarter" idx="13" hasCustomPrompt="1"/>
          </p:nvPr>
        </p:nvSpPr>
        <p:spPr>
          <a:xfrm>
            <a:off x="524170" y="1299039"/>
            <a:ext cx="6127151"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sp>
        <p:nvSpPr>
          <p:cNvPr id="62" name="Content Placeholder 2">
            <a:extLst>
              <a:ext uri="{FF2B5EF4-FFF2-40B4-BE49-F238E27FC236}">
                <a16:creationId xmlns:a16="http://schemas.microsoft.com/office/drawing/2014/main" id="{7014493F-A301-489E-BDFE-B76986824AA0}"/>
              </a:ext>
            </a:extLst>
          </p:cNvPr>
          <p:cNvSpPr>
            <a:spLocks noGrp="1"/>
          </p:cNvSpPr>
          <p:nvPr>
            <p:ph idx="1"/>
          </p:nvPr>
        </p:nvSpPr>
        <p:spPr>
          <a:xfrm>
            <a:off x="524170" y="2085654"/>
            <a:ext cx="6127152" cy="2198247"/>
          </a:xfrm>
        </p:spPr>
        <p:txBody>
          <a:bodyPr/>
          <a:lstStyle>
            <a:lvl1pPr>
              <a:lnSpc>
                <a:spcPct val="100000"/>
              </a:lnSpc>
              <a:defRPr/>
            </a:lvl1pPr>
          </a:lstStyle>
          <a:p>
            <a:pPr lvl="0"/>
            <a:r>
              <a:rPr lang="en-GB"/>
              <a:t>Click to edit Master text styles</a:t>
            </a:r>
          </a:p>
          <a:p>
            <a:pPr lvl="1"/>
            <a:r>
              <a:rPr lang="en-GB"/>
              <a:t>Second level</a:t>
            </a:r>
          </a:p>
          <a:p>
            <a:pPr lvl="2"/>
            <a:r>
              <a:rPr lang="en-GB"/>
              <a:t>Third level</a:t>
            </a:r>
          </a:p>
        </p:txBody>
      </p:sp>
      <p:sp>
        <p:nvSpPr>
          <p:cNvPr id="31" name="Content Placeholder 2">
            <a:extLst>
              <a:ext uri="{FF2B5EF4-FFF2-40B4-BE49-F238E27FC236}">
                <a16:creationId xmlns:a16="http://schemas.microsoft.com/office/drawing/2014/main" id="{992450DC-EE87-444E-B9FA-B28D58781C14}"/>
              </a:ext>
            </a:extLst>
          </p:cNvPr>
          <p:cNvSpPr>
            <a:spLocks noGrp="1"/>
          </p:cNvSpPr>
          <p:nvPr>
            <p:ph idx="15"/>
          </p:nvPr>
        </p:nvSpPr>
        <p:spPr>
          <a:xfrm>
            <a:off x="524169" y="5160722"/>
            <a:ext cx="6127151" cy="1125777"/>
          </a:xfrm>
        </p:spPr>
        <p:txBody>
          <a:bodyPr/>
          <a:lstStyle>
            <a:lvl1pPr>
              <a:lnSpc>
                <a:spcPct val="100000"/>
              </a:lnSpc>
              <a:spcAft>
                <a:spcPts val="600"/>
              </a:spcAft>
              <a:defRPr sz="1200">
                <a:solidFill>
                  <a:schemeClr val="tx2"/>
                </a:solidFill>
              </a:defRPr>
            </a:lvl1pPr>
            <a:lvl2pPr>
              <a:lnSpc>
                <a:spcPct val="100000"/>
              </a:lnSpc>
              <a:spcBef>
                <a:spcPts val="600"/>
              </a:spcBef>
              <a:defRPr sz="10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6" name="Content Placeholder 2">
            <a:extLst>
              <a:ext uri="{FF2B5EF4-FFF2-40B4-BE49-F238E27FC236}">
                <a16:creationId xmlns:a16="http://schemas.microsoft.com/office/drawing/2014/main" id="{BC17C2C7-B16C-4A2F-B8C0-2AA8198A1C62}"/>
              </a:ext>
            </a:extLst>
          </p:cNvPr>
          <p:cNvSpPr>
            <a:spLocks noGrp="1"/>
          </p:cNvSpPr>
          <p:nvPr>
            <p:ph idx="16"/>
          </p:nvPr>
        </p:nvSpPr>
        <p:spPr>
          <a:xfrm>
            <a:off x="7555822" y="4522672"/>
            <a:ext cx="4185098" cy="1763828"/>
          </a:xfrm>
        </p:spPr>
        <p:txBody>
          <a:bodyPr/>
          <a:lstStyle>
            <a:lvl1pPr>
              <a:lnSpc>
                <a:spcPct val="100000"/>
              </a:lnSpc>
              <a:spcAft>
                <a:spcPts val="600"/>
              </a:spcAft>
              <a:defRPr sz="1200">
                <a:solidFill>
                  <a:schemeClr val="tx2"/>
                </a:solidFill>
              </a:defRPr>
            </a:lvl1pPr>
            <a:lvl2pPr>
              <a:lnSpc>
                <a:spcPct val="100000"/>
              </a:lnSpc>
              <a:spcBef>
                <a:spcPts val="600"/>
              </a:spcBef>
              <a:defRPr sz="10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cxnSp>
        <p:nvCxnSpPr>
          <p:cNvPr id="18" name="Straight Connector 17">
            <a:extLst>
              <a:ext uri="{FF2B5EF4-FFF2-40B4-BE49-F238E27FC236}">
                <a16:creationId xmlns:a16="http://schemas.microsoft.com/office/drawing/2014/main" id="{00227417-8493-447B-893E-9DCC14476675}"/>
              </a:ext>
            </a:extLst>
          </p:cNvPr>
          <p:cNvCxnSpPr>
            <a:cxnSpLocks/>
          </p:cNvCxnSpPr>
          <p:nvPr userDrawn="1"/>
        </p:nvCxnSpPr>
        <p:spPr>
          <a:xfrm>
            <a:off x="524169" y="4809719"/>
            <a:ext cx="613967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109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ub divider with big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B0B8CEF-E2B7-4D25-BD90-4A66C18E4527}"/>
              </a:ext>
            </a:extLst>
          </p:cNvPr>
          <p:cNvSpPr>
            <a:spLocks noGrp="1"/>
          </p:cNvSpPr>
          <p:nvPr>
            <p:ph type="pic" sz="quarter" idx="14"/>
          </p:nvPr>
        </p:nvSpPr>
        <p:spPr>
          <a:xfrm>
            <a:off x="1" y="0"/>
            <a:ext cx="8509298" cy="6858000"/>
          </a:xfrm>
          <a:custGeom>
            <a:avLst/>
            <a:gdLst>
              <a:gd name="connsiteX0" fmla="*/ 524169 w 8509298"/>
              <a:gd name="connsiteY0" fmla="*/ 1153757 h 6858000"/>
              <a:gd name="connsiteX1" fmla="*/ 524169 w 8509298"/>
              <a:gd name="connsiteY1" fmla="*/ 5940910 h 6858000"/>
              <a:gd name="connsiteX2" fmla="*/ 5859962 w 8509298"/>
              <a:gd name="connsiteY2" fmla="*/ 5940910 h 6858000"/>
              <a:gd name="connsiteX3" fmla="*/ 5859962 w 8509298"/>
              <a:gd name="connsiteY3" fmla="*/ 1153757 h 6858000"/>
              <a:gd name="connsiteX4" fmla="*/ 0 w 8509298"/>
              <a:gd name="connsiteY4" fmla="*/ 0 h 6858000"/>
              <a:gd name="connsiteX5" fmla="*/ 8509298 w 8509298"/>
              <a:gd name="connsiteY5" fmla="*/ 0 h 6858000"/>
              <a:gd name="connsiteX6" fmla="*/ 8509298 w 8509298"/>
              <a:gd name="connsiteY6" fmla="*/ 6858000 h 6858000"/>
              <a:gd name="connsiteX7" fmla="*/ 0 w 850929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09298" h="6858000">
                <a:moveTo>
                  <a:pt x="524169" y="1153757"/>
                </a:moveTo>
                <a:lnTo>
                  <a:pt x="524169" y="5940910"/>
                </a:lnTo>
                <a:lnTo>
                  <a:pt x="5859962" y="5940910"/>
                </a:lnTo>
                <a:lnTo>
                  <a:pt x="5859962" y="1153757"/>
                </a:lnTo>
                <a:close/>
                <a:moveTo>
                  <a:pt x="0" y="0"/>
                </a:moveTo>
                <a:lnTo>
                  <a:pt x="8509298" y="0"/>
                </a:lnTo>
                <a:lnTo>
                  <a:pt x="8509298" y="6858000"/>
                </a:lnTo>
                <a:lnTo>
                  <a:pt x="0" y="6858000"/>
                </a:lnTo>
                <a:close/>
              </a:path>
            </a:pathLst>
          </a:custGeom>
        </p:spPr>
        <p:txBody>
          <a:bodyPr wrap="square" bIns="684000" anchor="ctr">
            <a:noAutofit/>
          </a:bodyPr>
          <a:lstStyle>
            <a:lvl1pPr algn="ctr">
              <a:defRPr/>
            </a:lvl1pPr>
          </a:lstStyle>
          <a:p>
            <a:r>
              <a:rPr lang="en-GB"/>
              <a:t>Click icon to add picture</a:t>
            </a:r>
            <a:endParaRPr lang="en-US" dirty="0"/>
          </a:p>
        </p:txBody>
      </p:sp>
      <p:sp>
        <p:nvSpPr>
          <p:cNvPr id="4" name="Slide Number Placeholder 3">
            <a:extLst>
              <a:ext uri="{FF2B5EF4-FFF2-40B4-BE49-F238E27FC236}">
                <a16:creationId xmlns:a16="http://schemas.microsoft.com/office/drawing/2014/main" id="{238FD37F-0AA2-471A-96FB-05ABCF5C88B7}"/>
              </a:ext>
            </a:extLst>
          </p:cNvPr>
          <p:cNvSpPr>
            <a:spLocks noGrp="1"/>
          </p:cNvSpPr>
          <p:nvPr>
            <p:ph type="sldNum" sz="quarter" idx="11"/>
          </p:nvPr>
        </p:nvSpPr>
        <p:spPr/>
        <p:txBody>
          <a:bodyPr/>
          <a:lstStyle/>
          <a:p>
            <a:fld id="{31939A77-4DCF-4228-8B74-013876D0374B}" type="slidenum">
              <a:rPr lang="en-US" smtClean="0"/>
              <a:pPr/>
              <a:t>‹#›</a:t>
            </a:fld>
            <a:endParaRPr lang="en-US" dirty="0"/>
          </a:p>
        </p:txBody>
      </p:sp>
      <p:pic>
        <p:nvPicPr>
          <p:cNvPr id="6" name="Picture 5">
            <a:extLst>
              <a:ext uri="{FF2B5EF4-FFF2-40B4-BE49-F238E27FC236}">
                <a16:creationId xmlns:a16="http://schemas.microsoft.com/office/drawing/2014/main" id="{74BFD3E5-599A-4253-A431-BC8AE3CFB41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4170" y="1153757"/>
            <a:ext cx="5335793" cy="4787153"/>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3B3AD998-60BF-4F78-A549-43381AF3F1AC}"/>
              </a:ext>
            </a:extLst>
          </p:cNvPr>
          <p:cNvSpPr>
            <a:spLocks noGrp="1"/>
          </p:cNvSpPr>
          <p:nvPr>
            <p:ph type="title"/>
          </p:nvPr>
        </p:nvSpPr>
        <p:spPr>
          <a:xfrm>
            <a:off x="911445" y="1522982"/>
            <a:ext cx="4521167" cy="1220218"/>
          </a:xfrm>
        </p:spPr>
        <p:txBody>
          <a:bodyPr/>
          <a:lstStyle>
            <a:lvl1pPr>
              <a:defRPr>
                <a:solidFill>
                  <a:schemeClr val="bg1"/>
                </a:solidFill>
              </a:defRPr>
            </a:lvl1pPr>
          </a:lstStyle>
          <a:p>
            <a:r>
              <a:rPr lang="en-GB"/>
              <a:t>Click to edit Master title style</a:t>
            </a:r>
            <a:endParaRPr lang="en-US" dirty="0"/>
          </a:p>
        </p:txBody>
      </p:sp>
      <p:sp>
        <p:nvSpPr>
          <p:cNvPr id="10" name="Text Placeholder 2">
            <a:extLst>
              <a:ext uri="{FF2B5EF4-FFF2-40B4-BE49-F238E27FC236}">
                <a16:creationId xmlns:a16="http://schemas.microsoft.com/office/drawing/2014/main" id="{E2FC2EB2-D12E-4548-A01F-CF7DBA77E3AE}"/>
              </a:ext>
            </a:extLst>
          </p:cNvPr>
          <p:cNvSpPr>
            <a:spLocks noGrp="1"/>
          </p:cNvSpPr>
          <p:nvPr>
            <p:ph type="body" sz="quarter" idx="17" hasCustomPrompt="1"/>
          </p:nvPr>
        </p:nvSpPr>
        <p:spPr>
          <a:xfrm rot="16200000">
            <a:off x="7570541" y="2044895"/>
            <a:ext cx="5843364" cy="2497399"/>
          </a:xfrm>
        </p:spPr>
        <p:txBody>
          <a:bodyPr anchor="ctr"/>
          <a:lstStyle>
            <a:lvl1pPr algn="l">
              <a:defRPr lang="en-US" sz="5400" kern="1200" cap="all" baseline="0" dirty="0" smtClean="0">
                <a:solidFill>
                  <a:schemeClr val="tx2"/>
                </a:solidFill>
                <a:latin typeface="+mj-lt"/>
                <a:ea typeface="+mn-ea"/>
                <a:cs typeface="+mn-cs"/>
              </a:defRPr>
            </a:lvl1pPr>
            <a:lvl2pPr>
              <a:defRPr lang="en-US" sz="3200" kern="1200" cap="all" baseline="0" dirty="0" smtClean="0">
                <a:solidFill>
                  <a:schemeClr val="tx2"/>
                </a:solidFill>
                <a:latin typeface="+mj-lt"/>
                <a:ea typeface="+mn-ea"/>
                <a:cs typeface="+mn-cs"/>
              </a:defRPr>
            </a:lvl2pPr>
          </a:lstStyle>
          <a:p>
            <a:pPr lvl="0"/>
            <a:r>
              <a:rPr lang="en-US" dirty="0"/>
              <a:t>INSERT A BIG STATEMENT</a:t>
            </a:r>
          </a:p>
        </p:txBody>
      </p:sp>
      <p:sp>
        <p:nvSpPr>
          <p:cNvPr id="11" name="Content Placeholder 2">
            <a:extLst>
              <a:ext uri="{FF2B5EF4-FFF2-40B4-BE49-F238E27FC236}">
                <a16:creationId xmlns:a16="http://schemas.microsoft.com/office/drawing/2014/main" id="{9E747163-4997-4B02-9AA7-822DC536BD84}"/>
              </a:ext>
            </a:extLst>
          </p:cNvPr>
          <p:cNvSpPr>
            <a:spLocks noGrp="1"/>
          </p:cNvSpPr>
          <p:nvPr>
            <p:ph idx="16"/>
          </p:nvPr>
        </p:nvSpPr>
        <p:spPr>
          <a:xfrm>
            <a:off x="911444" y="3091904"/>
            <a:ext cx="4521167" cy="2437527"/>
          </a:xfrm>
        </p:spPr>
        <p:txBody>
          <a:bodyPr/>
          <a:lstStyle>
            <a:lvl1pPr>
              <a:lnSpc>
                <a:spcPct val="100000"/>
              </a:lnSpc>
              <a:spcAft>
                <a:spcPts val="600"/>
              </a:spcAft>
              <a:defRPr sz="1200">
                <a:solidFill>
                  <a:schemeClr val="bg1"/>
                </a:solidFill>
              </a:defRPr>
            </a:lvl1pPr>
            <a:lvl2pPr>
              <a:lnSpc>
                <a:spcPct val="100000"/>
              </a:lnSpc>
              <a:spcBef>
                <a:spcPts val="600"/>
              </a:spcBef>
              <a:defRPr sz="10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68496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ontent and image 5">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67828662-4309-43EA-B067-3F6C410F8128}"/>
              </a:ext>
            </a:extLst>
          </p:cNvPr>
          <p:cNvSpPr/>
          <p:nvPr userDrawn="1"/>
        </p:nvSpPr>
        <p:spPr>
          <a:xfrm>
            <a:off x="9578714" y="2085655"/>
            <a:ext cx="2162205" cy="40651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a:extLst>
              <a:ext uri="{FF2B5EF4-FFF2-40B4-BE49-F238E27FC236}">
                <a16:creationId xmlns:a16="http://schemas.microsoft.com/office/drawing/2014/main" id="{A373A8DC-6CB6-40EB-A28D-671D274A0CE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4999171" cy="3043004"/>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63" name="Picture Placeholder 2">
            <a:extLst>
              <a:ext uri="{FF2B5EF4-FFF2-40B4-BE49-F238E27FC236}">
                <a16:creationId xmlns:a16="http://schemas.microsoft.com/office/drawing/2014/main" id="{40B7D96E-C9DC-4E7E-899C-DE889C865459}"/>
              </a:ext>
            </a:extLst>
          </p:cNvPr>
          <p:cNvSpPr>
            <a:spLocks noGrp="1"/>
          </p:cNvSpPr>
          <p:nvPr>
            <p:ph type="pic" sz="quarter" idx="14"/>
          </p:nvPr>
        </p:nvSpPr>
        <p:spPr>
          <a:xfrm>
            <a:off x="-2" y="3043003"/>
            <a:ext cx="4999171" cy="3814996"/>
          </a:xfrm>
        </p:spPr>
        <p:txBody>
          <a:bodyPr bIns="684000" anchor="ctr"/>
          <a:lstStyle>
            <a:lvl1pPr algn="ctr">
              <a:defRPr/>
            </a:lvl1pPr>
          </a:lstStyle>
          <a:p>
            <a:r>
              <a:rPr lang="en-GB"/>
              <a:t>Click icon to add picture</a:t>
            </a:r>
            <a:endParaRPr lang="en-US" dirty="0"/>
          </a:p>
        </p:txBody>
      </p:sp>
      <p:sp>
        <p:nvSpPr>
          <p:cNvPr id="61" name="Slide Number Placeholder 4">
            <a:extLst>
              <a:ext uri="{FF2B5EF4-FFF2-40B4-BE49-F238E27FC236}">
                <a16:creationId xmlns:a16="http://schemas.microsoft.com/office/drawing/2014/main" id="{70F2EA06-266A-42F5-AC3D-9D6902FAD83F}"/>
              </a:ext>
            </a:extLst>
          </p:cNvPr>
          <p:cNvSpPr txBox="1">
            <a:spLocks/>
          </p:cNvSpPr>
          <p:nvPr userDrawn="1"/>
        </p:nvSpPr>
        <p:spPr>
          <a:xfrm>
            <a:off x="11801918" y="6566624"/>
            <a:ext cx="157671" cy="131991"/>
          </a:xfrm>
          <a:prstGeom prst="rect">
            <a:avLst/>
          </a:prstGeom>
        </p:spPr>
        <p:txBody>
          <a:bodyPr vert="horz" wrap="none" lIns="0" tIns="0" rIns="0" bIns="0" rtlCol="0" anchor="b">
            <a:noAutofit/>
          </a:bodyPr>
          <a:lstStyle>
            <a:defPPr>
              <a:defRPr lang="en-US"/>
            </a:defPPr>
            <a:lvl1pPr marL="0" algn="r"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939A77-4DCF-4228-8B74-013876D0374B}" type="slidenum">
              <a:rPr lang="en-US" smtClean="0">
                <a:solidFill>
                  <a:schemeClr val="tx2"/>
                </a:solidFill>
              </a:rPr>
              <a:pPr/>
              <a:t>‹#›</a:t>
            </a:fld>
            <a:endParaRPr lang="en-US">
              <a:solidFill>
                <a:schemeClr val="tx2"/>
              </a:solidFill>
            </a:endParaRP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tx2"/>
                </a:solidFill>
              </a:defRPr>
            </a:lvl1pPr>
          </a:lstStyle>
          <a:p>
            <a:fld id="{31939A77-4DCF-4228-8B74-013876D0374B}" type="slidenum">
              <a:rPr lang="en-US" smtClean="0"/>
              <a:pPr/>
              <a:t>‹#›</a:t>
            </a:fld>
            <a:endParaRPr lang="en-US"/>
          </a:p>
        </p:txBody>
      </p:sp>
      <p:sp>
        <p:nvSpPr>
          <p:cNvPr id="2" name="Title 1">
            <a:extLst>
              <a:ext uri="{FF2B5EF4-FFF2-40B4-BE49-F238E27FC236}">
                <a16:creationId xmlns:a16="http://schemas.microsoft.com/office/drawing/2014/main" id="{99EB7C1C-0CA9-44D5-8563-025A89BDFB5A}"/>
              </a:ext>
            </a:extLst>
          </p:cNvPr>
          <p:cNvSpPr>
            <a:spLocks noGrp="1"/>
          </p:cNvSpPr>
          <p:nvPr>
            <p:ph type="title" hasCustomPrompt="1"/>
          </p:nvPr>
        </p:nvSpPr>
        <p:spPr>
          <a:xfrm>
            <a:off x="5613768" y="371913"/>
            <a:ext cx="6127151" cy="819889"/>
          </a:xfrm>
        </p:spPr>
        <p:txBody>
          <a:bodyPr/>
          <a:lstStyle>
            <a:lvl1pPr>
              <a:defRPr/>
            </a:lvl1pPr>
          </a:lstStyle>
          <a:p>
            <a:r>
              <a:rPr lang="en-US" dirty="0"/>
              <a:t>Click to edit</a:t>
            </a:r>
            <a:br>
              <a:rPr lang="en-US" dirty="0"/>
            </a:br>
            <a:r>
              <a:rPr lang="en-US" dirty="0"/>
              <a:t>Master title style</a:t>
            </a:r>
          </a:p>
        </p:txBody>
      </p:sp>
      <p:sp>
        <p:nvSpPr>
          <p:cNvPr id="17" name="Text Placeholder 9">
            <a:extLst>
              <a:ext uri="{FF2B5EF4-FFF2-40B4-BE49-F238E27FC236}">
                <a16:creationId xmlns:a16="http://schemas.microsoft.com/office/drawing/2014/main" id="{7A7F650E-F8F6-4370-82C0-3D42EFDF5227}"/>
              </a:ext>
            </a:extLst>
          </p:cNvPr>
          <p:cNvSpPr>
            <a:spLocks noGrp="1"/>
          </p:cNvSpPr>
          <p:nvPr>
            <p:ph type="body" sz="quarter" idx="13" hasCustomPrompt="1"/>
          </p:nvPr>
        </p:nvSpPr>
        <p:spPr>
          <a:xfrm>
            <a:off x="5613768" y="1299039"/>
            <a:ext cx="6127151"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62" name="Content Placeholder 2">
            <a:extLst>
              <a:ext uri="{FF2B5EF4-FFF2-40B4-BE49-F238E27FC236}">
                <a16:creationId xmlns:a16="http://schemas.microsoft.com/office/drawing/2014/main" id="{7014493F-A301-489E-BDFE-B76986824AA0}"/>
              </a:ext>
            </a:extLst>
          </p:cNvPr>
          <p:cNvSpPr>
            <a:spLocks noGrp="1"/>
          </p:cNvSpPr>
          <p:nvPr>
            <p:ph idx="1"/>
          </p:nvPr>
        </p:nvSpPr>
        <p:spPr>
          <a:xfrm>
            <a:off x="5613768" y="2085654"/>
            <a:ext cx="3513866" cy="4065123"/>
          </a:xfrm>
        </p:spPr>
        <p:txBody>
          <a:bodyPr/>
          <a:lstStyle>
            <a:lvl1pPr>
              <a:lnSpc>
                <a:spcPct val="100000"/>
              </a:lnSpc>
              <a:defRPr/>
            </a:lvl1pPr>
          </a:lstStyle>
          <a:p>
            <a:pPr lvl="0"/>
            <a:r>
              <a:rPr lang="en-GB"/>
              <a:t>Click to edit Master text styles</a:t>
            </a:r>
          </a:p>
          <a:p>
            <a:pPr lvl="1"/>
            <a:r>
              <a:rPr lang="en-GB"/>
              <a:t>Second level</a:t>
            </a:r>
          </a:p>
          <a:p>
            <a:pPr lvl="2"/>
            <a:r>
              <a:rPr lang="en-GB"/>
              <a:t>Third level</a:t>
            </a:r>
          </a:p>
        </p:txBody>
      </p:sp>
      <p:sp>
        <p:nvSpPr>
          <p:cNvPr id="31" name="Content Placeholder 2">
            <a:extLst>
              <a:ext uri="{FF2B5EF4-FFF2-40B4-BE49-F238E27FC236}">
                <a16:creationId xmlns:a16="http://schemas.microsoft.com/office/drawing/2014/main" id="{992450DC-EE87-444E-B9FA-B28D58781C14}"/>
              </a:ext>
            </a:extLst>
          </p:cNvPr>
          <p:cNvSpPr>
            <a:spLocks noGrp="1"/>
          </p:cNvSpPr>
          <p:nvPr>
            <p:ph idx="15"/>
          </p:nvPr>
        </p:nvSpPr>
        <p:spPr>
          <a:xfrm>
            <a:off x="405514" y="371913"/>
            <a:ext cx="4121516" cy="1763828"/>
          </a:xfrm>
        </p:spPr>
        <p:txBody>
          <a:bodyPr/>
          <a:lstStyle>
            <a:lvl1pPr>
              <a:lnSpc>
                <a:spcPct val="100000"/>
              </a:lnSpc>
              <a:spcAft>
                <a:spcPts val="600"/>
              </a:spcAft>
              <a:defRPr sz="1200">
                <a:solidFill>
                  <a:schemeClr val="bg1"/>
                </a:solidFill>
              </a:defRPr>
            </a:lvl1pPr>
            <a:lvl2pPr>
              <a:lnSpc>
                <a:spcPct val="100000"/>
              </a:lnSpc>
              <a:spcBef>
                <a:spcPts val="600"/>
              </a:spcBef>
              <a:defRPr sz="10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5" name="Content Placeholder 2">
            <a:extLst>
              <a:ext uri="{FF2B5EF4-FFF2-40B4-BE49-F238E27FC236}">
                <a16:creationId xmlns:a16="http://schemas.microsoft.com/office/drawing/2014/main" id="{1DB21F6B-0D68-43DC-9326-B471037127D9}"/>
              </a:ext>
            </a:extLst>
          </p:cNvPr>
          <p:cNvSpPr>
            <a:spLocks noGrp="1"/>
          </p:cNvSpPr>
          <p:nvPr>
            <p:ph idx="16"/>
          </p:nvPr>
        </p:nvSpPr>
        <p:spPr>
          <a:xfrm>
            <a:off x="9744386" y="2355477"/>
            <a:ext cx="1783050" cy="3565638"/>
          </a:xfrm>
        </p:spPr>
        <p:txBody>
          <a:bodyPr/>
          <a:lstStyle>
            <a:lvl1pPr>
              <a:lnSpc>
                <a:spcPct val="100000"/>
              </a:lnSpc>
              <a:spcAft>
                <a:spcPts val="600"/>
              </a:spcAft>
              <a:defRPr sz="1200">
                <a:solidFill>
                  <a:schemeClr val="tx2"/>
                </a:solidFill>
              </a:defRPr>
            </a:lvl1pPr>
            <a:lvl2pPr>
              <a:lnSpc>
                <a:spcPct val="100000"/>
              </a:lnSpc>
              <a:spcBef>
                <a:spcPts val="600"/>
              </a:spcBef>
              <a:defRPr sz="10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074913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 pictures and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4EF05E9-5155-4C5A-BF14-C60F16491320}"/>
              </a:ext>
            </a:extLst>
          </p:cNvPr>
          <p:cNvSpPr>
            <a:spLocks noGrp="1"/>
          </p:cNvSpPr>
          <p:nvPr>
            <p:ph idx="1"/>
          </p:nvPr>
        </p:nvSpPr>
        <p:spPr>
          <a:xfrm>
            <a:off x="524170" y="3463962"/>
            <a:ext cx="2444941" cy="2822538"/>
          </a:xfrm>
        </p:spPr>
        <p:txBody>
          <a:bodyPr/>
          <a:lstStyle>
            <a:lvl1pPr>
              <a:defRPr sz="1200"/>
            </a:lvl1pPr>
            <a:lvl2pPr>
              <a:defRPr sz="1100"/>
            </a:lvl2pPr>
            <a:lvl3pPr>
              <a:defRPr sz="1100"/>
            </a:lvl3pPr>
            <a:lvl4pPr>
              <a:defRPr sz="1050"/>
            </a:lvl4pPr>
            <a:lvl5pPr>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Slide Number Placeholder 5">
            <a:extLst>
              <a:ext uri="{FF2B5EF4-FFF2-40B4-BE49-F238E27FC236}">
                <a16:creationId xmlns:a16="http://schemas.microsoft.com/office/drawing/2014/main" id="{CD645826-87CF-472E-BADC-468F3C403073}"/>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8" name="Content Placeholder 2">
            <a:extLst>
              <a:ext uri="{FF2B5EF4-FFF2-40B4-BE49-F238E27FC236}">
                <a16:creationId xmlns:a16="http://schemas.microsoft.com/office/drawing/2014/main" id="{E298D1C6-C6B9-4F1D-8737-6D3FCF2E6762}"/>
              </a:ext>
            </a:extLst>
          </p:cNvPr>
          <p:cNvSpPr>
            <a:spLocks noGrp="1"/>
          </p:cNvSpPr>
          <p:nvPr>
            <p:ph idx="14"/>
          </p:nvPr>
        </p:nvSpPr>
        <p:spPr>
          <a:xfrm>
            <a:off x="3448106" y="3463962"/>
            <a:ext cx="2444941" cy="2822538"/>
          </a:xfrm>
        </p:spPr>
        <p:txBody>
          <a:bodyPr/>
          <a:lstStyle>
            <a:lvl1pPr>
              <a:defRPr sz="1200"/>
            </a:lvl1pPr>
            <a:lvl2pPr>
              <a:defRPr sz="1100"/>
            </a:lvl2pPr>
            <a:lvl3pPr>
              <a:defRPr sz="1100"/>
            </a:lvl3pPr>
            <a:lvl4pPr>
              <a:defRPr sz="1050"/>
            </a:lvl4pPr>
            <a:lvl5pPr>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Content Placeholder 2">
            <a:extLst>
              <a:ext uri="{FF2B5EF4-FFF2-40B4-BE49-F238E27FC236}">
                <a16:creationId xmlns:a16="http://schemas.microsoft.com/office/drawing/2014/main" id="{62BAAB7C-E5AE-4C54-B646-62AE3CA7B01B}"/>
              </a:ext>
            </a:extLst>
          </p:cNvPr>
          <p:cNvSpPr>
            <a:spLocks noGrp="1"/>
          </p:cNvSpPr>
          <p:nvPr>
            <p:ph idx="15"/>
          </p:nvPr>
        </p:nvSpPr>
        <p:spPr>
          <a:xfrm>
            <a:off x="6372042" y="3463962"/>
            <a:ext cx="2444941" cy="2822538"/>
          </a:xfrm>
        </p:spPr>
        <p:txBody>
          <a:bodyPr/>
          <a:lstStyle>
            <a:lvl1pPr>
              <a:defRPr sz="1200"/>
            </a:lvl1pPr>
            <a:lvl2pPr>
              <a:defRPr sz="1100"/>
            </a:lvl2pPr>
            <a:lvl3pPr>
              <a:defRPr sz="1100"/>
            </a:lvl3pPr>
            <a:lvl4pPr>
              <a:defRPr sz="1050"/>
            </a:lvl4pPr>
            <a:lvl5pPr>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Content Placeholder 2">
            <a:extLst>
              <a:ext uri="{FF2B5EF4-FFF2-40B4-BE49-F238E27FC236}">
                <a16:creationId xmlns:a16="http://schemas.microsoft.com/office/drawing/2014/main" id="{E4D16F93-B9C8-4AF1-A130-D4AC0985D54D}"/>
              </a:ext>
            </a:extLst>
          </p:cNvPr>
          <p:cNvSpPr>
            <a:spLocks noGrp="1"/>
          </p:cNvSpPr>
          <p:nvPr>
            <p:ph idx="16"/>
          </p:nvPr>
        </p:nvSpPr>
        <p:spPr>
          <a:xfrm>
            <a:off x="9295979" y="3463962"/>
            <a:ext cx="2444941" cy="2822538"/>
          </a:xfrm>
        </p:spPr>
        <p:txBody>
          <a:bodyPr/>
          <a:lstStyle>
            <a:lvl1pPr>
              <a:defRPr sz="1200"/>
            </a:lvl1pPr>
            <a:lvl2pPr>
              <a:defRPr sz="1100"/>
            </a:lvl2pPr>
            <a:lvl3pPr>
              <a:defRPr sz="1100"/>
            </a:lvl3pPr>
            <a:lvl4pPr>
              <a:defRPr sz="1050"/>
            </a:lvl4pPr>
            <a:lvl5pPr>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Picture Placeholder 29">
            <a:extLst>
              <a:ext uri="{FF2B5EF4-FFF2-40B4-BE49-F238E27FC236}">
                <a16:creationId xmlns:a16="http://schemas.microsoft.com/office/drawing/2014/main" id="{34872E8B-6ED7-4497-9771-1CE3F950F60E}"/>
              </a:ext>
            </a:extLst>
          </p:cNvPr>
          <p:cNvSpPr>
            <a:spLocks noGrp="1"/>
          </p:cNvSpPr>
          <p:nvPr>
            <p:ph type="pic" sz="quarter" idx="17" hasCustomPrompt="1"/>
          </p:nvPr>
        </p:nvSpPr>
        <p:spPr>
          <a:xfrm>
            <a:off x="524170" y="1538344"/>
            <a:ext cx="2444941" cy="166392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2" name="Picture Placeholder 29">
            <a:extLst>
              <a:ext uri="{FF2B5EF4-FFF2-40B4-BE49-F238E27FC236}">
                <a16:creationId xmlns:a16="http://schemas.microsoft.com/office/drawing/2014/main" id="{4F0BED94-DBFD-4A8F-A8BD-AE4EFDEAECEB}"/>
              </a:ext>
            </a:extLst>
          </p:cNvPr>
          <p:cNvSpPr>
            <a:spLocks noGrp="1"/>
          </p:cNvSpPr>
          <p:nvPr>
            <p:ph type="pic" sz="quarter" idx="18" hasCustomPrompt="1"/>
          </p:nvPr>
        </p:nvSpPr>
        <p:spPr>
          <a:xfrm>
            <a:off x="3448106" y="1538344"/>
            <a:ext cx="2444941" cy="166392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3" name="Picture Placeholder 29">
            <a:extLst>
              <a:ext uri="{FF2B5EF4-FFF2-40B4-BE49-F238E27FC236}">
                <a16:creationId xmlns:a16="http://schemas.microsoft.com/office/drawing/2014/main" id="{22BE5381-4660-4296-952B-49298D913839}"/>
              </a:ext>
            </a:extLst>
          </p:cNvPr>
          <p:cNvSpPr>
            <a:spLocks noGrp="1"/>
          </p:cNvSpPr>
          <p:nvPr>
            <p:ph type="pic" sz="quarter" idx="19" hasCustomPrompt="1"/>
          </p:nvPr>
        </p:nvSpPr>
        <p:spPr>
          <a:xfrm>
            <a:off x="6372042" y="1538344"/>
            <a:ext cx="2444941" cy="166392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4" name="Picture Placeholder 29">
            <a:extLst>
              <a:ext uri="{FF2B5EF4-FFF2-40B4-BE49-F238E27FC236}">
                <a16:creationId xmlns:a16="http://schemas.microsoft.com/office/drawing/2014/main" id="{AA69DB6A-138D-44E4-A16A-C84FD57DDCFD}"/>
              </a:ext>
            </a:extLst>
          </p:cNvPr>
          <p:cNvSpPr>
            <a:spLocks noGrp="1"/>
          </p:cNvSpPr>
          <p:nvPr>
            <p:ph type="pic" sz="quarter" idx="20" hasCustomPrompt="1"/>
          </p:nvPr>
        </p:nvSpPr>
        <p:spPr>
          <a:xfrm>
            <a:off x="9295979" y="1538344"/>
            <a:ext cx="2444941" cy="166392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cxnSp>
        <p:nvCxnSpPr>
          <p:cNvPr id="15" name="Straight Connector 14">
            <a:extLst>
              <a:ext uri="{FF2B5EF4-FFF2-40B4-BE49-F238E27FC236}">
                <a16:creationId xmlns:a16="http://schemas.microsoft.com/office/drawing/2014/main" id="{184A7808-5A3E-43F1-9BFE-234CF79C77C2}"/>
              </a:ext>
            </a:extLst>
          </p:cNvPr>
          <p:cNvCxnSpPr>
            <a:cxnSpLocks/>
          </p:cNvCxnSpPr>
          <p:nvPr userDrawn="1"/>
        </p:nvCxnSpPr>
        <p:spPr>
          <a:xfrm>
            <a:off x="3208609"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D468B03-AC85-4854-9928-6EC548F43128}"/>
              </a:ext>
            </a:extLst>
          </p:cNvPr>
          <p:cNvCxnSpPr>
            <a:cxnSpLocks/>
          </p:cNvCxnSpPr>
          <p:nvPr userDrawn="1"/>
        </p:nvCxnSpPr>
        <p:spPr>
          <a:xfrm>
            <a:off x="6132545"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8477B5-2DA5-4916-9DC3-59DDF28021F3}"/>
              </a:ext>
            </a:extLst>
          </p:cNvPr>
          <p:cNvCxnSpPr>
            <a:cxnSpLocks/>
          </p:cNvCxnSpPr>
          <p:nvPr userDrawn="1"/>
        </p:nvCxnSpPr>
        <p:spPr>
          <a:xfrm>
            <a:off x="9056481"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5E9258E8-51C4-46DA-9289-0D05523CA9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2910872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aptop placeholder 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FD141B-B4E4-41F3-B14A-DB13DD9A7E3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077199" y="1"/>
            <a:ext cx="4114798"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16" name="Graphic 15">
            <a:extLst>
              <a:ext uri="{FF2B5EF4-FFF2-40B4-BE49-F238E27FC236}">
                <a16:creationId xmlns:a16="http://schemas.microsoft.com/office/drawing/2014/main" id="{235C471F-4BC2-48D7-B212-95A17532188B}"/>
              </a:ext>
            </a:extLst>
          </p:cNvPr>
          <p:cNvPicPr>
            <a:picLocks noChangeAspect="1"/>
          </p:cNvPicPr>
          <p:nvPr userDrawn="1"/>
        </p:nvPicPr>
        <p:blipFill rotWithShape="1">
          <a:blip cstate="screen">
            <a:alphaModFix amt="25000"/>
            <a:extLst>
              <a:ext uri="{28A0092B-C50C-407E-A947-70E740481C1C}">
                <a14:useLocalDpi xmlns:a14="http://schemas.microsoft.com/office/drawing/2010/main"/>
              </a:ext>
              <a:ext uri="{96DAC541-7B7A-43D3-8B79-37D633B846F1}">
                <asvg:svgBlip xmlns:asvg="http://schemas.microsoft.com/office/drawing/2016/SVG/main" r:embed="rId3"/>
              </a:ext>
            </a:extLst>
          </a:blip>
          <a:srcRect t="27907"/>
          <a:stretch/>
        </p:blipFill>
        <p:spPr>
          <a:xfrm>
            <a:off x="0" y="1748117"/>
            <a:ext cx="12192000" cy="5109883"/>
          </a:xfrm>
          <a:prstGeom prst="rect">
            <a:avLst/>
          </a:prstGeom>
        </p:spPr>
      </p:pic>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12" name="Title 11">
            <a:extLst>
              <a:ext uri="{FF2B5EF4-FFF2-40B4-BE49-F238E27FC236}">
                <a16:creationId xmlns:a16="http://schemas.microsoft.com/office/drawing/2014/main" id="{AB2A86E2-0718-4054-A16B-DE0122BE04F0}"/>
              </a:ext>
            </a:extLst>
          </p:cNvPr>
          <p:cNvSpPr>
            <a:spLocks noGrp="1"/>
          </p:cNvSpPr>
          <p:nvPr>
            <p:ph type="title"/>
          </p:nvPr>
        </p:nvSpPr>
        <p:spPr>
          <a:xfrm>
            <a:off x="524170" y="371913"/>
            <a:ext cx="3590630" cy="416757"/>
          </a:xfrm>
        </p:spPr>
        <p:txBody>
          <a:bodyPr/>
          <a:lstStyle>
            <a:lvl1pPr>
              <a:defRPr>
                <a:solidFill>
                  <a:schemeClr val="tx2"/>
                </a:solidFill>
              </a:defRPr>
            </a:lvl1pPr>
          </a:lstStyle>
          <a:p>
            <a:r>
              <a:rPr lang="en-GB"/>
              <a:t>Click to edit Master title style</a:t>
            </a:r>
            <a:endParaRPr lang="en-US" dirty="0"/>
          </a:p>
        </p:txBody>
      </p:sp>
      <p:pic>
        <p:nvPicPr>
          <p:cNvPr id="8" name="Picture 7">
            <a:extLst>
              <a:ext uri="{FF2B5EF4-FFF2-40B4-BE49-F238E27FC236}">
                <a16:creationId xmlns:a16="http://schemas.microsoft.com/office/drawing/2014/main" id="{B86E89C6-1F69-4F25-81F3-0099FB42A4F9}"/>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068052" y="755334"/>
            <a:ext cx="10154653" cy="5711993"/>
          </a:xfrm>
          <a:prstGeom prst="rect">
            <a:avLst/>
          </a:prstGeom>
        </p:spPr>
      </p:pic>
      <p:sp>
        <p:nvSpPr>
          <p:cNvPr id="9" name="Content Placeholder 2">
            <a:extLst>
              <a:ext uri="{FF2B5EF4-FFF2-40B4-BE49-F238E27FC236}">
                <a16:creationId xmlns:a16="http://schemas.microsoft.com/office/drawing/2014/main" id="{698644A6-5CB3-4CBB-BFBD-E2AA799E5B0C}"/>
              </a:ext>
            </a:extLst>
          </p:cNvPr>
          <p:cNvSpPr>
            <a:spLocks noGrp="1"/>
          </p:cNvSpPr>
          <p:nvPr>
            <p:ph idx="1"/>
          </p:nvPr>
        </p:nvSpPr>
        <p:spPr>
          <a:xfrm>
            <a:off x="524170" y="2911642"/>
            <a:ext cx="3487536" cy="2658979"/>
          </a:xfrm>
        </p:spPr>
        <p:txBody>
          <a:bodyPr/>
          <a:lstStyle>
            <a:lvl1pPr>
              <a:defRPr sz="1100">
                <a:solidFill>
                  <a:schemeClr val="tx2"/>
                </a:solidFill>
              </a:defRPr>
            </a:lvl1pPr>
            <a:lvl2pPr>
              <a:defRPr sz="1050">
                <a:solidFill>
                  <a:schemeClr val="tx2"/>
                </a:solidFill>
              </a:defRPr>
            </a:lvl2pPr>
            <a:lvl3pPr>
              <a:buClr>
                <a:schemeClr val="tx2"/>
              </a:buClr>
              <a:defRPr sz="1050">
                <a:solidFill>
                  <a:schemeClr val="tx2"/>
                </a:solidFill>
              </a:defRPr>
            </a:lvl3pPr>
            <a:lvl4pPr>
              <a:buClr>
                <a:schemeClr val="tx2"/>
              </a:buClr>
              <a:defRPr sz="1000">
                <a:solidFill>
                  <a:schemeClr val="tx2"/>
                </a:solidFill>
              </a:defRPr>
            </a:lvl4pPr>
            <a:lvl5pPr>
              <a:buClr>
                <a:schemeClr val="tx2"/>
              </a:buCl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4" name="Text Placeholder 9">
            <a:extLst>
              <a:ext uri="{FF2B5EF4-FFF2-40B4-BE49-F238E27FC236}">
                <a16:creationId xmlns:a16="http://schemas.microsoft.com/office/drawing/2014/main" id="{9D1FB0AB-7949-4B0C-9FFB-1C5980DFA0AA}"/>
              </a:ext>
            </a:extLst>
          </p:cNvPr>
          <p:cNvSpPr>
            <a:spLocks noGrp="1"/>
          </p:cNvSpPr>
          <p:nvPr>
            <p:ph type="body" sz="quarter" idx="13" hasCustomPrompt="1"/>
          </p:nvPr>
        </p:nvSpPr>
        <p:spPr>
          <a:xfrm>
            <a:off x="524170" y="1780302"/>
            <a:ext cx="3590630" cy="308610"/>
          </a:xfrm>
        </p:spPr>
        <p:txBody>
          <a:bodyPr/>
          <a:lstStyle>
            <a:lvl1pPr>
              <a:defRPr lang="en-US" sz="1800" kern="1200" spc="0" dirty="0" smtClean="0">
                <a:solidFill>
                  <a:schemeClr val="tx2"/>
                </a:solidFill>
                <a:latin typeface="+mn-lt"/>
                <a:ea typeface="+mn-ea"/>
                <a:cs typeface="+mn-cs"/>
              </a:defRPr>
            </a:lvl1pPr>
          </a:lstStyle>
          <a:p>
            <a:pPr lvl="0"/>
            <a:r>
              <a:rPr lang="en-US" dirty="0"/>
              <a:t>Subtitle goes here</a:t>
            </a:r>
          </a:p>
        </p:txBody>
      </p:sp>
      <p:sp>
        <p:nvSpPr>
          <p:cNvPr id="17" name="Content Placeholder 12">
            <a:extLst>
              <a:ext uri="{FF2B5EF4-FFF2-40B4-BE49-F238E27FC236}">
                <a16:creationId xmlns:a16="http://schemas.microsoft.com/office/drawing/2014/main" id="{7897FEC3-3A10-4D7B-848B-4811FF170F58}"/>
              </a:ext>
            </a:extLst>
          </p:cNvPr>
          <p:cNvSpPr>
            <a:spLocks noGrp="1"/>
          </p:cNvSpPr>
          <p:nvPr>
            <p:ph sz="quarter" idx="14" hasCustomPrompt="1"/>
          </p:nvPr>
        </p:nvSpPr>
        <p:spPr>
          <a:xfrm>
            <a:off x="4781643" y="1204957"/>
            <a:ext cx="6727138" cy="4477996"/>
          </a:xfrm>
          <a:prstGeom prst="round2SameRect">
            <a:avLst>
              <a:gd name="adj1" fmla="val 2225"/>
              <a:gd name="adj2" fmla="val 0"/>
            </a:avLst>
          </a:prstGeom>
        </p:spPr>
        <p:txBody>
          <a:bodyPr/>
          <a:lstStyle>
            <a:lvl1pPr>
              <a:defRPr/>
            </a:lvl1pPr>
          </a:lstStyle>
          <a:p>
            <a:pPr lvl="0"/>
            <a:r>
              <a:rPr lang="en-US" dirty="0"/>
              <a:t> </a:t>
            </a:r>
          </a:p>
        </p:txBody>
      </p:sp>
    </p:spTree>
    <p:extLst>
      <p:ext uri="{BB962C8B-B14F-4D97-AF65-F5344CB8AC3E}">
        <p14:creationId xmlns:p14="http://schemas.microsoft.com/office/powerpoint/2010/main" val="426593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aptop placeholder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FD141B-B4E4-41F3-B14A-DB13DD9A7E3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15" name="Rectangle 14">
            <a:extLst>
              <a:ext uri="{FF2B5EF4-FFF2-40B4-BE49-F238E27FC236}">
                <a16:creationId xmlns:a16="http://schemas.microsoft.com/office/drawing/2014/main" id="{C5103E64-2390-4B25-92D1-2A9A2C9C1A87}"/>
              </a:ext>
            </a:extLst>
          </p:cNvPr>
          <p:cNvSpPr/>
          <p:nvPr userDrawn="1"/>
        </p:nvSpPr>
        <p:spPr>
          <a:xfrm>
            <a:off x="8077203" y="1"/>
            <a:ext cx="411479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506D7D0F-4650-401E-B80D-FC6AB70133A2}"/>
              </a:ext>
            </a:extLst>
          </p:cNvPr>
          <p:cNvPicPr>
            <a:picLocks noChangeAspect="1"/>
          </p:cNvPicPr>
          <p:nvPr userDrawn="1"/>
        </p:nvPicPr>
        <p:blipFill rotWithShape="1">
          <a:blip cstate="screen">
            <a:alphaModFix amt="25000"/>
            <a:extLst>
              <a:ext uri="{28A0092B-C50C-407E-A947-70E740481C1C}">
                <a14:useLocalDpi xmlns:a14="http://schemas.microsoft.com/office/drawing/2010/main"/>
              </a:ext>
              <a:ext uri="{96DAC541-7B7A-43D3-8B79-37D633B846F1}">
                <asvg:svgBlip xmlns:asvg="http://schemas.microsoft.com/office/drawing/2016/SVG/main" r:embed="rId3"/>
              </a:ext>
            </a:extLst>
          </a:blip>
          <a:srcRect t="27907"/>
          <a:stretch/>
        </p:blipFill>
        <p:spPr>
          <a:xfrm>
            <a:off x="0" y="1748117"/>
            <a:ext cx="12192000" cy="5109883"/>
          </a:xfrm>
          <a:prstGeom prst="rect">
            <a:avLst/>
          </a:prstGeom>
        </p:spPr>
      </p:pic>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tx2"/>
                </a:solidFill>
              </a:defRPr>
            </a:lvl1pPr>
          </a:lstStyle>
          <a:p>
            <a:fld id="{31939A77-4DCF-4228-8B74-013876D0374B}" type="slidenum">
              <a:rPr lang="en-US" smtClean="0"/>
              <a:pPr/>
              <a:t>‹#›</a:t>
            </a:fld>
            <a:endParaRPr lang="en-US"/>
          </a:p>
        </p:txBody>
      </p:sp>
      <p:sp>
        <p:nvSpPr>
          <p:cNvPr id="12" name="Title 11">
            <a:extLst>
              <a:ext uri="{FF2B5EF4-FFF2-40B4-BE49-F238E27FC236}">
                <a16:creationId xmlns:a16="http://schemas.microsoft.com/office/drawing/2014/main" id="{AB2A86E2-0718-4054-A16B-DE0122BE04F0}"/>
              </a:ext>
            </a:extLst>
          </p:cNvPr>
          <p:cNvSpPr>
            <a:spLocks noGrp="1"/>
          </p:cNvSpPr>
          <p:nvPr>
            <p:ph type="title"/>
          </p:nvPr>
        </p:nvSpPr>
        <p:spPr>
          <a:xfrm>
            <a:off x="524170" y="371913"/>
            <a:ext cx="3590630" cy="416757"/>
          </a:xfrm>
        </p:spPr>
        <p:txBody>
          <a:bodyPr/>
          <a:lstStyle>
            <a:lvl1pPr>
              <a:defRPr>
                <a:solidFill>
                  <a:schemeClr val="bg1"/>
                </a:solidFill>
              </a:defRPr>
            </a:lvl1pPr>
          </a:lstStyle>
          <a:p>
            <a:r>
              <a:rPr lang="en-GB"/>
              <a:t>Click to edit Master title style</a:t>
            </a:r>
            <a:endParaRPr lang="en-US" dirty="0"/>
          </a:p>
        </p:txBody>
      </p:sp>
      <p:pic>
        <p:nvPicPr>
          <p:cNvPr id="8" name="Picture 7">
            <a:extLst>
              <a:ext uri="{FF2B5EF4-FFF2-40B4-BE49-F238E27FC236}">
                <a16:creationId xmlns:a16="http://schemas.microsoft.com/office/drawing/2014/main" id="{B86E89C6-1F69-4F25-81F3-0099FB42A4F9}"/>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068052" y="755334"/>
            <a:ext cx="10154653" cy="5711993"/>
          </a:xfrm>
          <a:prstGeom prst="rect">
            <a:avLst/>
          </a:prstGeom>
        </p:spPr>
      </p:pic>
      <p:sp>
        <p:nvSpPr>
          <p:cNvPr id="9" name="Content Placeholder 2">
            <a:extLst>
              <a:ext uri="{FF2B5EF4-FFF2-40B4-BE49-F238E27FC236}">
                <a16:creationId xmlns:a16="http://schemas.microsoft.com/office/drawing/2014/main" id="{698644A6-5CB3-4CBB-BFBD-E2AA799E5B0C}"/>
              </a:ext>
            </a:extLst>
          </p:cNvPr>
          <p:cNvSpPr>
            <a:spLocks noGrp="1"/>
          </p:cNvSpPr>
          <p:nvPr>
            <p:ph idx="1"/>
          </p:nvPr>
        </p:nvSpPr>
        <p:spPr>
          <a:xfrm>
            <a:off x="524170" y="2911642"/>
            <a:ext cx="3487536" cy="2658979"/>
          </a:xfrm>
        </p:spPr>
        <p:txBody>
          <a:bodyPr/>
          <a:lstStyle>
            <a:lvl1pPr>
              <a:defRPr sz="1100">
                <a:solidFill>
                  <a:schemeClr val="bg1"/>
                </a:solidFill>
              </a:defRPr>
            </a:lvl1pPr>
            <a:lvl2pPr>
              <a:defRPr sz="1050">
                <a:solidFill>
                  <a:schemeClr val="bg1"/>
                </a:solidFill>
              </a:defRPr>
            </a:lvl2pPr>
            <a:lvl3pPr>
              <a:buClr>
                <a:schemeClr val="bg1"/>
              </a:buClr>
              <a:defRPr sz="1050">
                <a:solidFill>
                  <a:schemeClr val="bg1"/>
                </a:solidFill>
              </a:defRPr>
            </a:lvl3pPr>
            <a:lvl4pPr>
              <a:buClr>
                <a:schemeClr val="bg1"/>
              </a:buClr>
              <a:defRPr sz="1000">
                <a:solidFill>
                  <a:schemeClr val="bg1"/>
                </a:solidFill>
              </a:defRPr>
            </a:lvl4pPr>
            <a:lvl5pPr>
              <a:buClr>
                <a:schemeClr val="bg1"/>
              </a:buClr>
              <a:defRPr sz="10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12">
            <a:extLst>
              <a:ext uri="{FF2B5EF4-FFF2-40B4-BE49-F238E27FC236}">
                <a16:creationId xmlns:a16="http://schemas.microsoft.com/office/drawing/2014/main" id="{962FCE3F-3C9D-4DE4-93F6-04D204EBA8AA}"/>
              </a:ext>
            </a:extLst>
          </p:cNvPr>
          <p:cNvSpPr>
            <a:spLocks noGrp="1"/>
          </p:cNvSpPr>
          <p:nvPr>
            <p:ph sz="quarter" idx="14" hasCustomPrompt="1"/>
          </p:nvPr>
        </p:nvSpPr>
        <p:spPr>
          <a:xfrm>
            <a:off x="4781643" y="1204957"/>
            <a:ext cx="6727138" cy="4477996"/>
          </a:xfrm>
          <a:prstGeom prst="round2SameRect">
            <a:avLst>
              <a:gd name="adj1" fmla="val 2225"/>
              <a:gd name="adj2" fmla="val 0"/>
            </a:avLst>
          </a:prstGeom>
        </p:spPr>
        <p:txBody>
          <a:bodyPr/>
          <a:lstStyle>
            <a:lvl1pPr>
              <a:defRPr/>
            </a:lvl1pPr>
          </a:lstStyle>
          <a:p>
            <a:pPr lvl="0"/>
            <a:r>
              <a:rPr lang="en-US" dirty="0"/>
              <a:t> </a:t>
            </a:r>
          </a:p>
        </p:txBody>
      </p:sp>
      <p:sp>
        <p:nvSpPr>
          <p:cNvPr id="14" name="Text Placeholder 9">
            <a:extLst>
              <a:ext uri="{FF2B5EF4-FFF2-40B4-BE49-F238E27FC236}">
                <a16:creationId xmlns:a16="http://schemas.microsoft.com/office/drawing/2014/main" id="{9D1FB0AB-7949-4B0C-9FFB-1C5980DFA0AA}"/>
              </a:ext>
            </a:extLst>
          </p:cNvPr>
          <p:cNvSpPr>
            <a:spLocks noGrp="1"/>
          </p:cNvSpPr>
          <p:nvPr>
            <p:ph type="body" sz="quarter" idx="13" hasCustomPrompt="1"/>
          </p:nvPr>
        </p:nvSpPr>
        <p:spPr>
          <a:xfrm>
            <a:off x="524170" y="1780302"/>
            <a:ext cx="3590630"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spTree>
    <p:extLst>
      <p:ext uri="{BB962C8B-B14F-4D97-AF65-F5344CB8AC3E}">
        <p14:creationId xmlns:p14="http://schemas.microsoft.com/office/powerpoint/2010/main" val="809739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obile placeholder 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FD141B-B4E4-41F3-B14A-DB13DD9A7E3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381750" y="1"/>
            <a:ext cx="581024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16" name="Graphic 15">
            <a:extLst>
              <a:ext uri="{FF2B5EF4-FFF2-40B4-BE49-F238E27FC236}">
                <a16:creationId xmlns:a16="http://schemas.microsoft.com/office/drawing/2014/main" id="{235C471F-4BC2-48D7-B212-95A17532188B}"/>
              </a:ext>
            </a:extLst>
          </p:cNvPr>
          <p:cNvPicPr>
            <a:picLocks noChangeAspect="1"/>
          </p:cNvPicPr>
          <p:nvPr userDrawn="1"/>
        </p:nvPicPr>
        <p:blipFill rotWithShape="1">
          <a:blip cstate="screen">
            <a:alphaModFix amt="25000"/>
            <a:extLst>
              <a:ext uri="{28A0092B-C50C-407E-A947-70E740481C1C}">
                <a14:useLocalDpi xmlns:a14="http://schemas.microsoft.com/office/drawing/2010/main"/>
              </a:ext>
              <a:ext uri="{96DAC541-7B7A-43D3-8B79-37D633B846F1}">
                <asvg:svgBlip xmlns:asvg="http://schemas.microsoft.com/office/drawing/2016/SVG/main" r:embed="rId3"/>
              </a:ext>
            </a:extLst>
          </a:blip>
          <a:srcRect t="27907"/>
          <a:stretch/>
        </p:blipFill>
        <p:spPr>
          <a:xfrm>
            <a:off x="0" y="1748117"/>
            <a:ext cx="12192000" cy="5109883"/>
          </a:xfrm>
          <a:prstGeom prst="rect">
            <a:avLst/>
          </a:prstGeom>
        </p:spPr>
      </p:pic>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12" name="Title 11">
            <a:extLst>
              <a:ext uri="{FF2B5EF4-FFF2-40B4-BE49-F238E27FC236}">
                <a16:creationId xmlns:a16="http://schemas.microsoft.com/office/drawing/2014/main" id="{AB2A86E2-0718-4054-A16B-DE0122BE04F0}"/>
              </a:ext>
            </a:extLst>
          </p:cNvPr>
          <p:cNvSpPr>
            <a:spLocks noGrp="1"/>
          </p:cNvSpPr>
          <p:nvPr>
            <p:ph type="title"/>
          </p:nvPr>
        </p:nvSpPr>
        <p:spPr>
          <a:xfrm>
            <a:off x="524170" y="371913"/>
            <a:ext cx="3590630" cy="416757"/>
          </a:xfrm>
        </p:spPr>
        <p:txBody>
          <a:bodyPr/>
          <a:lstStyle>
            <a:lvl1pPr>
              <a:defRPr>
                <a:solidFill>
                  <a:schemeClr val="tx2"/>
                </a:solidFill>
              </a:defRPr>
            </a:lvl1pPr>
          </a:lstStyle>
          <a:p>
            <a:r>
              <a:rPr lang="en-GB"/>
              <a:t>Click to edit Master title style</a:t>
            </a:r>
            <a:endParaRPr lang="en-US" dirty="0"/>
          </a:p>
        </p:txBody>
      </p:sp>
      <p:sp>
        <p:nvSpPr>
          <p:cNvPr id="9" name="Content Placeholder 2">
            <a:extLst>
              <a:ext uri="{FF2B5EF4-FFF2-40B4-BE49-F238E27FC236}">
                <a16:creationId xmlns:a16="http://schemas.microsoft.com/office/drawing/2014/main" id="{698644A6-5CB3-4CBB-BFBD-E2AA799E5B0C}"/>
              </a:ext>
            </a:extLst>
          </p:cNvPr>
          <p:cNvSpPr>
            <a:spLocks noGrp="1"/>
          </p:cNvSpPr>
          <p:nvPr>
            <p:ph idx="1"/>
          </p:nvPr>
        </p:nvSpPr>
        <p:spPr>
          <a:xfrm>
            <a:off x="524170" y="2911642"/>
            <a:ext cx="3487536" cy="2658979"/>
          </a:xfrm>
        </p:spPr>
        <p:txBody>
          <a:bodyPr/>
          <a:lstStyle>
            <a:lvl1pPr>
              <a:defRPr sz="1100">
                <a:solidFill>
                  <a:schemeClr val="tx2"/>
                </a:solidFill>
              </a:defRPr>
            </a:lvl1pPr>
            <a:lvl2pPr>
              <a:defRPr sz="1050">
                <a:solidFill>
                  <a:schemeClr val="tx2"/>
                </a:solidFill>
              </a:defRPr>
            </a:lvl2pPr>
            <a:lvl3pPr>
              <a:buClr>
                <a:schemeClr val="tx2"/>
              </a:buClr>
              <a:defRPr sz="1050">
                <a:solidFill>
                  <a:schemeClr val="tx2"/>
                </a:solidFill>
              </a:defRPr>
            </a:lvl3pPr>
            <a:lvl4pPr>
              <a:buClr>
                <a:schemeClr val="tx2"/>
              </a:buClr>
              <a:defRPr sz="1000">
                <a:solidFill>
                  <a:schemeClr val="tx2"/>
                </a:solidFill>
              </a:defRPr>
            </a:lvl4pPr>
            <a:lvl5pPr>
              <a:buClr>
                <a:schemeClr val="tx2"/>
              </a:buCl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4" name="Text Placeholder 9">
            <a:extLst>
              <a:ext uri="{FF2B5EF4-FFF2-40B4-BE49-F238E27FC236}">
                <a16:creationId xmlns:a16="http://schemas.microsoft.com/office/drawing/2014/main" id="{9D1FB0AB-7949-4B0C-9FFB-1C5980DFA0AA}"/>
              </a:ext>
            </a:extLst>
          </p:cNvPr>
          <p:cNvSpPr>
            <a:spLocks noGrp="1"/>
          </p:cNvSpPr>
          <p:nvPr>
            <p:ph type="body" sz="quarter" idx="13" hasCustomPrompt="1"/>
          </p:nvPr>
        </p:nvSpPr>
        <p:spPr>
          <a:xfrm>
            <a:off x="524170" y="1780302"/>
            <a:ext cx="3590630" cy="308610"/>
          </a:xfrm>
        </p:spPr>
        <p:txBody>
          <a:bodyPr/>
          <a:lstStyle>
            <a:lvl1pPr>
              <a:defRPr lang="en-US" sz="1800" kern="1200" spc="0" dirty="0" smtClean="0">
                <a:solidFill>
                  <a:schemeClr val="tx2"/>
                </a:solidFill>
                <a:latin typeface="+mn-lt"/>
                <a:ea typeface="+mn-ea"/>
                <a:cs typeface="+mn-cs"/>
              </a:defRPr>
            </a:lvl1pPr>
          </a:lstStyle>
          <a:p>
            <a:pPr lvl="0"/>
            <a:r>
              <a:rPr lang="en-US" dirty="0"/>
              <a:t>Subtitle goes here</a:t>
            </a:r>
          </a:p>
        </p:txBody>
      </p:sp>
      <p:pic>
        <p:nvPicPr>
          <p:cNvPr id="11" name="Picture 10">
            <a:extLst>
              <a:ext uri="{FF2B5EF4-FFF2-40B4-BE49-F238E27FC236}">
                <a16:creationId xmlns:a16="http://schemas.microsoft.com/office/drawing/2014/main" id="{87615FEF-90F6-42C9-A183-5B08E5BD214F}"/>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4905679" y="360483"/>
            <a:ext cx="3066433" cy="6032328"/>
          </a:xfrm>
          <a:prstGeom prst="rect">
            <a:avLst/>
          </a:prstGeom>
        </p:spPr>
      </p:pic>
      <p:sp>
        <p:nvSpPr>
          <p:cNvPr id="15" name="Content Placeholder 2">
            <a:extLst>
              <a:ext uri="{FF2B5EF4-FFF2-40B4-BE49-F238E27FC236}">
                <a16:creationId xmlns:a16="http://schemas.microsoft.com/office/drawing/2014/main" id="{7F9825AD-C773-49A8-82D1-79456538FF5B}"/>
              </a:ext>
            </a:extLst>
          </p:cNvPr>
          <p:cNvSpPr>
            <a:spLocks noGrp="1"/>
          </p:cNvSpPr>
          <p:nvPr>
            <p:ph idx="14"/>
          </p:nvPr>
        </p:nvSpPr>
        <p:spPr>
          <a:xfrm>
            <a:off x="8258470" y="3810000"/>
            <a:ext cx="3487536" cy="1760621"/>
          </a:xfrm>
        </p:spPr>
        <p:txBody>
          <a:bodyPr/>
          <a:lstStyle>
            <a:lvl1pPr>
              <a:defRPr sz="1100">
                <a:solidFill>
                  <a:schemeClr val="bg1"/>
                </a:solidFill>
              </a:defRPr>
            </a:lvl1pPr>
            <a:lvl2pPr>
              <a:defRPr sz="1050">
                <a:solidFill>
                  <a:schemeClr val="bg1"/>
                </a:solidFill>
              </a:defRPr>
            </a:lvl2pPr>
            <a:lvl3pPr>
              <a:buClr>
                <a:schemeClr val="bg1"/>
              </a:buClr>
              <a:defRPr sz="1050">
                <a:solidFill>
                  <a:schemeClr val="bg1"/>
                </a:solidFill>
              </a:defRPr>
            </a:lvl3pPr>
            <a:lvl4pPr>
              <a:buClr>
                <a:schemeClr val="bg1"/>
              </a:buClr>
              <a:defRPr sz="1000">
                <a:solidFill>
                  <a:schemeClr val="bg1"/>
                </a:solidFill>
              </a:defRPr>
            </a:lvl4pPr>
            <a:lvl5pPr>
              <a:buClr>
                <a:schemeClr val="bg1"/>
              </a:buClr>
              <a:defRPr sz="10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8" name="Picture Placeholder 30">
            <a:extLst>
              <a:ext uri="{FF2B5EF4-FFF2-40B4-BE49-F238E27FC236}">
                <a16:creationId xmlns:a16="http://schemas.microsoft.com/office/drawing/2014/main" id="{0D4CA01E-B3B3-494A-94A1-0FFB476DBE08}"/>
              </a:ext>
            </a:extLst>
          </p:cNvPr>
          <p:cNvSpPr>
            <a:spLocks noGrp="1"/>
          </p:cNvSpPr>
          <p:nvPr>
            <p:ph type="pic" sz="quarter" idx="15"/>
          </p:nvPr>
        </p:nvSpPr>
        <p:spPr>
          <a:xfrm>
            <a:off x="5126323" y="597691"/>
            <a:ext cx="2609770" cy="5586622"/>
          </a:xfrm>
          <a:custGeom>
            <a:avLst/>
            <a:gdLst>
              <a:gd name="connsiteX0" fmla="*/ 219977 w 2622154"/>
              <a:gd name="connsiteY0" fmla="*/ 0 h 5586622"/>
              <a:gd name="connsiteX1" fmla="*/ 261074 w 2622154"/>
              <a:gd name="connsiteY1" fmla="*/ 0 h 5586622"/>
              <a:gd name="connsiteX2" fmla="*/ 305094 w 2622154"/>
              <a:gd name="connsiteY2" fmla="*/ 0 h 5586622"/>
              <a:gd name="connsiteX3" fmla="*/ 550600 w 2622154"/>
              <a:gd name="connsiteY3" fmla="*/ 0 h 5586622"/>
              <a:gd name="connsiteX4" fmla="*/ 591697 w 2622154"/>
              <a:gd name="connsiteY4" fmla="*/ 0 h 5586622"/>
              <a:gd name="connsiteX5" fmla="*/ 618996 w 2622154"/>
              <a:gd name="connsiteY5" fmla="*/ 0 h 5586622"/>
              <a:gd name="connsiteX6" fmla="*/ 618996 w 2622154"/>
              <a:gd name="connsiteY6" fmla="*/ 6724 h 5586622"/>
              <a:gd name="connsiteX7" fmla="*/ 625720 w 2622154"/>
              <a:gd name="connsiteY7" fmla="*/ 6724 h 5586622"/>
              <a:gd name="connsiteX8" fmla="*/ 625720 w 2622154"/>
              <a:gd name="connsiteY8" fmla="*/ 47320 h 5586622"/>
              <a:gd name="connsiteX9" fmla="*/ 639340 w 2622154"/>
              <a:gd name="connsiteY9" fmla="*/ 114783 h 5586622"/>
              <a:gd name="connsiteX10" fmla="*/ 673776 w 2622154"/>
              <a:gd name="connsiteY10" fmla="*/ 165858 h 5586622"/>
              <a:gd name="connsiteX11" fmla="*/ 724851 w 2622154"/>
              <a:gd name="connsiteY11" fmla="*/ 200294 h 5586622"/>
              <a:gd name="connsiteX12" fmla="*/ 792314 w 2622154"/>
              <a:gd name="connsiteY12" fmla="*/ 213914 h 5586622"/>
              <a:gd name="connsiteX13" fmla="*/ 1823118 w 2622154"/>
              <a:gd name="connsiteY13" fmla="*/ 213914 h 5586622"/>
              <a:gd name="connsiteX14" fmla="*/ 1996436 w 2622154"/>
              <a:gd name="connsiteY14" fmla="*/ 40596 h 5586622"/>
              <a:gd name="connsiteX15" fmla="*/ 1996436 w 2622154"/>
              <a:gd name="connsiteY15" fmla="*/ 0 h 5586622"/>
              <a:gd name="connsiteX16" fmla="*/ 2023738 w 2622154"/>
              <a:gd name="connsiteY16" fmla="*/ 0 h 5586622"/>
              <a:gd name="connsiteX17" fmla="*/ 2064835 w 2622154"/>
              <a:gd name="connsiteY17" fmla="*/ 0 h 5586622"/>
              <a:gd name="connsiteX18" fmla="*/ 2343070 w 2622154"/>
              <a:gd name="connsiteY18" fmla="*/ 0 h 5586622"/>
              <a:gd name="connsiteX19" fmla="*/ 2354356 w 2622154"/>
              <a:gd name="connsiteY19" fmla="*/ 0 h 5586622"/>
              <a:gd name="connsiteX20" fmla="*/ 2395453 w 2622154"/>
              <a:gd name="connsiteY20" fmla="*/ 0 h 5586622"/>
              <a:gd name="connsiteX21" fmla="*/ 2551000 w 2622154"/>
              <a:gd name="connsiteY21" fmla="*/ 64430 h 5586622"/>
              <a:gd name="connsiteX22" fmla="*/ 2553708 w 2622154"/>
              <a:gd name="connsiteY22" fmla="*/ 68446 h 5586622"/>
              <a:gd name="connsiteX23" fmla="*/ 2557724 w 2622154"/>
              <a:gd name="connsiteY23" fmla="*/ 71154 h 5586622"/>
              <a:gd name="connsiteX24" fmla="*/ 2622154 w 2622154"/>
              <a:gd name="connsiteY24" fmla="*/ 226701 h 5586622"/>
              <a:gd name="connsiteX25" fmla="*/ 2622154 w 2622154"/>
              <a:gd name="connsiteY25" fmla="*/ 5366645 h 5586622"/>
              <a:gd name="connsiteX26" fmla="*/ 2402177 w 2622154"/>
              <a:gd name="connsiteY26" fmla="*/ 5586622 h 5586622"/>
              <a:gd name="connsiteX27" fmla="*/ 2361080 w 2622154"/>
              <a:gd name="connsiteY27" fmla="*/ 5586622 h 5586622"/>
              <a:gd name="connsiteX28" fmla="*/ 267798 w 2622154"/>
              <a:gd name="connsiteY28" fmla="*/ 5586622 h 5586622"/>
              <a:gd name="connsiteX29" fmla="*/ 226701 w 2622154"/>
              <a:gd name="connsiteY29" fmla="*/ 5586622 h 5586622"/>
              <a:gd name="connsiteX30" fmla="*/ 71154 w 2622154"/>
              <a:gd name="connsiteY30" fmla="*/ 5522193 h 5586622"/>
              <a:gd name="connsiteX31" fmla="*/ 68446 w 2622154"/>
              <a:gd name="connsiteY31" fmla="*/ 5518176 h 5586622"/>
              <a:gd name="connsiteX32" fmla="*/ 64430 w 2622154"/>
              <a:gd name="connsiteY32" fmla="*/ 5515468 h 5586622"/>
              <a:gd name="connsiteX33" fmla="*/ 0 w 2622154"/>
              <a:gd name="connsiteY33" fmla="*/ 5359921 h 5586622"/>
              <a:gd name="connsiteX34" fmla="*/ 0 w 2622154"/>
              <a:gd name="connsiteY34" fmla="*/ 219977 h 5586622"/>
              <a:gd name="connsiteX35" fmla="*/ 219977 w 2622154"/>
              <a:gd name="connsiteY35" fmla="*/ 0 h 558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22154" h="5586622">
                <a:moveTo>
                  <a:pt x="219977" y="0"/>
                </a:moveTo>
                <a:lnTo>
                  <a:pt x="261074" y="0"/>
                </a:lnTo>
                <a:lnTo>
                  <a:pt x="305094" y="0"/>
                </a:lnTo>
                <a:lnTo>
                  <a:pt x="550600" y="0"/>
                </a:lnTo>
                <a:lnTo>
                  <a:pt x="591697" y="0"/>
                </a:lnTo>
                <a:lnTo>
                  <a:pt x="618996" y="0"/>
                </a:lnTo>
                <a:lnTo>
                  <a:pt x="618996" y="6724"/>
                </a:lnTo>
                <a:lnTo>
                  <a:pt x="625720" y="6724"/>
                </a:lnTo>
                <a:lnTo>
                  <a:pt x="625720" y="47320"/>
                </a:lnTo>
                <a:cubicBezTo>
                  <a:pt x="625720" y="71250"/>
                  <a:pt x="630570" y="94048"/>
                  <a:pt x="639340" y="114783"/>
                </a:cubicBezTo>
                <a:lnTo>
                  <a:pt x="673776" y="165858"/>
                </a:lnTo>
                <a:lnTo>
                  <a:pt x="724851" y="200294"/>
                </a:lnTo>
                <a:cubicBezTo>
                  <a:pt x="745587" y="209064"/>
                  <a:pt x="768384" y="213914"/>
                  <a:pt x="792314" y="213914"/>
                </a:cubicBezTo>
                <a:lnTo>
                  <a:pt x="1823118" y="213914"/>
                </a:lnTo>
                <a:cubicBezTo>
                  <a:pt x="1918839" y="213914"/>
                  <a:pt x="1996436" y="136317"/>
                  <a:pt x="1996436" y="40596"/>
                </a:cubicBezTo>
                <a:lnTo>
                  <a:pt x="1996436" y="0"/>
                </a:lnTo>
                <a:lnTo>
                  <a:pt x="2023738" y="0"/>
                </a:lnTo>
                <a:lnTo>
                  <a:pt x="2064835" y="0"/>
                </a:lnTo>
                <a:lnTo>
                  <a:pt x="2343070" y="0"/>
                </a:lnTo>
                <a:lnTo>
                  <a:pt x="2354356" y="0"/>
                </a:lnTo>
                <a:lnTo>
                  <a:pt x="2395453" y="0"/>
                </a:lnTo>
                <a:cubicBezTo>
                  <a:pt x="2456198" y="0"/>
                  <a:pt x="2511192" y="24622"/>
                  <a:pt x="2551000" y="64430"/>
                </a:cubicBezTo>
                <a:lnTo>
                  <a:pt x="2553708" y="68446"/>
                </a:lnTo>
                <a:lnTo>
                  <a:pt x="2557724" y="71154"/>
                </a:lnTo>
                <a:cubicBezTo>
                  <a:pt x="2597532" y="110962"/>
                  <a:pt x="2622154" y="165956"/>
                  <a:pt x="2622154" y="226701"/>
                </a:cubicBezTo>
                <a:lnTo>
                  <a:pt x="2622154" y="5366645"/>
                </a:lnTo>
                <a:cubicBezTo>
                  <a:pt x="2622154" y="5488135"/>
                  <a:pt x="2523667" y="5586622"/>
                  <a:pt x="2402177" y="5586622"/>
                </a:cubicBezTo>
                <a:lnTo>
                  <a:pt x="2361080" y="5586622"/>
                </a:lnTo>
                <a:lnTo>
                  <a:pt x="267798" y="5586622"/>
                </a:lnTo>
                <a:lnTo>
                  <a:pt x="226701" y="5586622"/>
                </a:lnTo>
                <a:cubicBezTo>
                  <a:pt x="165956" y="5586622"/>
                  <a:pt x="110962" y="5562001"/>
                  <a:pt x="71154" y="5522193"/>
                </a:cubicBezTo>
                <a:lnTo>
                  <a:pt x="68446" y="5518176"/>
                </a:lnTo>
                <a:lnTo>
                  <a:pt x="64430" y="5515468"/>
                </a:lnTo>
                <a:cubicBezTo>
                  <a:pt x="24622" y="5475660"/>
                  <a:pt x="0" y="5420666"/>
                  <a:pt x="0" y="5359921"/>
                </a:cubicBezTo>
                <a:lnTo>
                  <a:pt x="0" y="219977"/>
                </a:lnTo>
                <a:cubicBezTo>
                  <a:pt x="0" y="98487"/>
                  <a:pt x="98487" y="0"/>
                  <a:pt x="219977" y="0"/>
                </a:cubicBezTo>
                <a:close/>
              </a:path>
            </a:pathLst>
          </a:custGeom>
          <a:solidFill>
            <a:schemeClr val="bg1"/>
          </a:solidFill>
        </p:spPr>
        <p:txBody>
          <a:bodyPr wrap="square" bIns="828000" anchor="ctr">
            <a:noAutofit/>
          </a:bodyPr>
          <a:lstStyle>
            <a:lvl1pPr algn="ctr">
              <a:defRPr/>
            </a:lvl1pPr>
          </a:lstStyle>
          <a:p>
            <a:r>
              <a:rPr lang="en-GB"/>
              <a:t>Click icon to add picture</a:t>
            </a:r>
            <a:endParaRPr lang="en-US" dirty="0"/>
          </a:p>
        </p:txBody>
      </p:sp>
    </p:spTree>
    <p:extLst>
      <p:ext uri="{BB962C8B-B14F-4D97-AF65-F5344CB8AC3E}">
        <p14:creationId xmlns:p14="http://schemas.microsoft.com/office/powerpoint/2010/main" val="2812483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obile placeholder dark">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7BB82C25-BBFB-4CBD-A75A-6CA24237059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6" name="Graphic 5">
            <a:extLst>
              <a:ext uri="{FF2B5EF4-FFF2-40B4-BE49-F238E27FC236}">
                <a16:creationId xmlns:a16="http://schemas.microsoft.com/office/drawing/2014/main" id="{506D7D0F-4650-401E-B80D-FC6AB70133A2}"/>
              </a:ext>
            </a:extLst>
          </p:cNvPr>
          <p:cNvPicPr>
            <a:picLocks noChangeAspect="1"/>
          </p:cNvPicPr>
          <p:nvPr userDrawn="1"/>
        </p:nvPicPr>
        <p:blipFill rotWithShape="1">
          <a:blip cstate="screen">
            <a:alphaModFix amt="25000"/>
            <a:extLst>
              <a:ext uri="{28A0092B-C50C-407E-A947-70E740481C1C}">
                <a14:useLocalDpi xmlns:a14="http://schemas.microsoft.com/office/drawing/2010/main"/>
              </a:ext>
              <a:ext uri="{96DAC541-7B7A-43D3-8B79-37D633B846F1}">
                <asvg:svgBlip xmlns:asvg="http://schemas.microsoft.com/office/drawing/2016/SVG/main" r:embed="rId3"/>
              </a:ext>
            </a:extLst>
          </a:blip>
          <a:srcRect t="27907"/>
          <a:stretch/>
        </p:blipFill>
        <p:spPr>
          <a:xfrm>
            <a:off x="0" y="1748117"/>
            <a:ext cx="12192000" cy="5109883"/>
          </a:xfrm>
          <a:prstGeom prst="rect">
            <a:avLst/>
          </a:prstGeom>
        </p:spPr>
      </p:pic>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tx2"/>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tx2"/>
                </a:solidFill>
              </a:defRPr>
            </a:lvl1pPr>
          </a:lstStyle>
          <a:p>
            <a:fld id="{31939A77-4DCF-4228-8B74-013876D0374B}" type="slidenum">
              <a:rPr lang="en-US" smtClean="0"/>
              <a:pPr/>
              <a:t>‹#›</a:t>
            </a:fld>
            <a:endParaRPr lang="en-US"/>
          </a:p>
        </p:txBody>
      </p:sp>
      <p:sp>
        <p:nvSpPr>
          <p:cNvPr id="12" name="Title 11">
            <a:extLst>
              <a:ext uri="{FF2B5EF4-FFF2-40B4-BE49-F238E27FC236}">
                <a16:creationId xmlns:a16="http://schemas.microsoft.com/office/drawing/2014/main" id="{AB2A86E2-0718-4054-A16B-DE0122BE04F0}"/>
              </a:ext>
            </a:extLst>
          </p:cNvPr>
          <p:cNvSpPr>
            <a:spLocks noGrp="1"/>
          </p:cNvSpPr>
          <p:nvPr>
            <p:ph type="title"/>
          </p:nvPr>
        </p:nvSpPr>
        <p:spPr>
          <a:xfrm>
            <a:off x="524170" y="371913"/>
            <a:ext cx="3590630" cy="416757"/>
          </a:xfrm>
        </p:spPr>
        <p:txBody>
          <a:bodyPr/>
          <a:lstStyle>
            <a:lvl1pPr>
              <a:defRPr>
                <a:solidFill>
                  <a:schemeClr val="bg1"/>
                </a:solidFill>
              </a:defRPr>
            </a:lvl1pPr>
          </a:lstStyle>
          <a:p>
            <a:r>
              <a:rPr lang="en-GB"/>
              <a:t>Click to edit Master title style</a:t>
            </a:r>
            <a:endParaRPr lang="en-US" dirty="0"/>
          </a:p>
        </p:txBody>
      </p:sp>
      <p:sp>
        <p:nvSpPr>
          <p:cNvPr id="9" name="Content Placeholder 2">
            <a:extLst>
              <a:ext uri="{FF2B5EF4-FFF2-40B4-BE49-F238E27FC236}">
                <a16:creationId xmlns:a16="http://schemas.microsoft.com/office/drawing/2014/main" id="{698644A6-5CB3-4CBB-BFBD-E2AA799E5B0C}"/>
              </a:ext>
            </a:extLst>
          </p:cNvPr>
          <p:cNvSpPr>
            <a:spLocks noGrp="1"/>
          </p:cNvSpPr>
          <p:nvPr>
            <p:ph idx="1"/>
          </p:nvPr>
        </p:nvSpPr>
        <p:spPr>
          <a:xfrm>
            <a:off x="524170" y="2911642"/>
            <a:ext cx="3487536" cy="2658979"/>
          </a:xfrm>
        </p:spPr>
        <p:txBody>
          <a:bodyPr/>
          <a:lstStyle>
            <a:lvl1pPr>
              <a:defRPr sz="1100">
                <a:solidFill>
                  <a:schemeClr val="bg1"/>
                </a:solidFill>
              </a:defRPr>
            </a:lvl1pPr>
            <a:lvl2pPr>
              <a:defRPr sz="1050">
                <a:solidFill>
                  <a:schemeClr val="bg1"/>
                </a:solidFill>
              </a:defRPr>
            </a:lvl2pPr>
            <a:lvl3pPr>
              <a:buClr>
                <a:schemeClr val="bg1"/>
              </a:buClr>
              <a:defRPr sz="1050">
                <a:solidFill>
                  <a:schemeClr val="bg1"/>
                </a:solidFill>
              </a:defRPr>
            </a:lvl3pPr>
            <a:lvl4pPr>
              <a:buClr>
                <a:schemeClr val="bg1"/>
              </a:buClr>
              <a:defRPr sz="1000">
                <a:solidFill>
                  <a:schemeClr val="bg1"/>
                </a:solidFill>
              </a:defRPr>
            </a:lvl4pPr>
            <a:lvl5pPr>
              <a:buClr>
                <a:schemeClr val="bg1"/>
              </a:buClr>
              <a:defRPr sz="10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4" name="Text Placeholder 9">
            <a:extLst>
              <a:ext uri="{FF2B5EF4-FFF2-40B4-BE49-F238E27FC236}">
                <a16:creationId xmlns:a16="http://schemas.microsoft.com/office/drawing/2014/main" id="{9D1FB0AB-7949-4B0C-9FFB-1C5980DFA0AA}"/>
              </a:ext>
            </a:extLst>
          </p:cNvPr>
          <p:cNvSpPr>
            <a:spLocks noGrp="1"/>
          </p:cNvSpPr>
          <p:nvPr>
            <p:ph type="body" sz="quarter" idx="13" hasCustomPrompt="1"/>
          </p:nvPr>
        </p:nvSpPr>
        <p:spPr>
          <a:xfrm>
            <a:off x="524170" y="1780302"/>
            <a:ext cx="3590630"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pic>
        <p:nvPicPr>
          <p:cNvPr id="13" name="Graphic 12">
            <a:extLst>
              <a:ext uri="{FF2B5EF4-FFF2-40B4-BE49-F238E27FC236}">
                <a16:creationId xmlns:a16="http://schemas.microsoft.com/office/drawing/2014/main" id="{8A844E3B-9FD8-45AA-9783-BBF0824CB19C}"/>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52344"/>
          <a:stretch/>
        </p:blipFill>
        <p:spPr>
          <a:xfrm>
            <a:off x="6381744" y="0"/>
            <a:ext cx="5810255" cy="6858000"/>
          </a:xfrm>
          <a:prstGeom prst="rect">
            <a:avLst/>
          </a:prstGeom>
        </p:spPr>
      </p:pic>
      <p:pic>
        <p:nvPicPr>
          <p:cNvPr id="18" name="Picture 17">
            <a:extLst>
              <a:ext uri="{FF2B5EF4-FFF2-40B4-BE49-F238E27FC236}">
                <a16:creationId xmlns:a16="http://schemas.microsoft.com/office/drawing/2014/main" id="{B60707DC-3983-4689-B796-03C992CB70DB}"/>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p:blipFill>
        <p:spPr>
          <a:xfrm>
            <a:off x="4905679" y="360483"/>
            <a:ext cx="3066433" cy="6032328"/>
          </a:xfrm>
          <a:prstGeom prst="rect">
            <a:avLst/>
          </a:prstGeom>
        </p:spPr>
      </p:pic>
      <p:sp>
        <p:nvSpPr>
          <p:cNvPr id="19" name="Picture Placeholder 30">
            <a:extLst>
              <a:ext uri="{FF2B5EF4-FFF2-40B4-BE49-F238E27FC236}">
                <a16:creationId xmlns:a16="http://schemas.microsoft.com/office/drawing/2014/main" id="{A3F65622-1BAD-40DB-9B05-3A3C73C64F8A}"/>
              </a:ext>
            </a:extLst>
          </p:cNvPr>
          <p:cNvSpPr>
            <a:spLocks noGrp="1"/>
          </p:cNvSpPr>
          <p:nvPr>
            <p:ph type="pic" sz="quarter" idx="15"/>
          </p:nvPr>
        </p:nvSpPr>
        <p:spPr>
          <a:xfrm>
            <a:off x="5126323" y="597691"/>
            <a:ext cx="2609770" cy="5586622"/>
          </a:xfrm>
          <a:custGeom>
            <a:avLst/>
            <a:gdLst>
              <a:gd name="connsiteX0" fmla="*/ 219977 w 2622154"/>
              <a:gd name="connsiteY0" fmla="*/ 0 h 5586622"/>
              <a:gd name="connsiteX1" fmla="*/ 261074 w 2622154"/>
              <a:gd name="connsiteY1" fmla="*/ 0 h 5586622"/>
              <a:gd name="connsiteX2" fmla="*/ 305094 w 2622154"/>
              <a:gd name="connsiteY2" fmla="*/ 0 h 5586622"/>
              <a:gd name="connsiteX3" fmla="*/ 550600 w 2622154"/>
              <a:gd name="connsiteY3" fmla="*/ 0 h 5586622"/>
              <a:gd name="connsiteX4" fmla="*/ 591697 w 2622154"/>
              <a:gd name="connsiteY4" fmla="*/ 0 h 5586622"/>
              <a:gd name="connsiteX5" fmla="*/ 618996 w 2622154"/>
              <a:gd name="connsiteY5" fmla="*/ 0 h 5586622"/>
              <a:gd name="connsiteX6" fmla="*/ 618996 w 2622154"/>
              <a:gd name="connsiteY6" fmla="*/ 6724 h 5586622"/>
              <a:gd name="connsiteX7" fmla="*/ 625720 w 2622154"/>
              <a:gd name="connsiteY7" fmla="*/ 6724 h 5586622"/>
              <a:gd name="connsiteX8" fmla="*/ 625720 w 2622154"/>
              <a:gd name="connsiteY8" fmla="*/ 47320 h 5586622"/>
              <a:gd name="connsiteX9" fmla="*/ 639340 w 2622154"/>
              <a:gd name="connsiteY9" fmla="*/ 114783 h 5586622"/>
              <a:gd name="connsiteX10" fmla="*/ 673776 w 2622154"/>
              <a:gd name="connsiteY10" fmla="*/ 165858 h 5586622"/>
              <a:gd name="connsiteX11" fmla="*/ 724851 w 2622154"/>
              <a:gd name="connsiteY11" fmla="*/ 200294 h 5586622"/>
              <a:gd name="connsiteX12" fmla="*/ 792314 w 2622154"/>
              <a:gd name="connsiteY12" fmla="*/ 213914 h 5586622"/>
              <a:gd name="connsiteX13" fmla="*/ 1823118 w 2622154"/>
              <a:gd name="connsiteY13" fmla="*/ 213914 h 5586622"/>
              <a:gd name="connsiteX14" fmla="*/ 1996436 w 2622154"/>
              <a:gd name="connsiteY14" fmla="*/ 40596 h 5586622"/>
              <a:gd name="connsiteX15" fmla="*/ 1996436 w 2622154"/>
              <a:gd name="connsiteY15" fmla="*/ 0 h 5586622"/>
              <a:gd name="connsiteX16" fmla="*/ 2023738 w 2622154"/>
              <a:gd name="connsiteY16" fmla="*/ 0 h 5586622"/>
              <a:gd name="connsiteX17" fmla="*/ 2064835 w 2622154"/>
              <a:gd name="connsiteY17" fmla="*/ 0 h 5586622"/>
              <a:gd name="connsiteX18" fmla="*/ 2343070 w 2622154"/>
              <a:gd name="connsiteY18" fmla="*/ 0 h 5586622"/>
              <a:gd name="connsiteX19" fmla="*/ 2354356 w 2622154"/>
              <a:gd name="connsiteY19" fmla="*/ 0 h 5586622"/>
              <a:gd name="connsiteX20" fmla="*/ 2395453 w 2622154"/>
              <a:gd name="connsiteY20" fmla="*/ 0 h 5586622"/>
              <a:gd name="connsiteX21" fmla="*/ 2551000 w 2622154"/>
              <a:gd name="connsiteY21" fmla="*/ 64430 h 5586622"/>
              <a:gd name="connsiteX22" fmla="*/ 2553708 w 2622154"/>
              <a:gd name="connsiteY22" fmla="*/ 68446 h 5586622"/>
              <a:gd name="connsiteX23" fmla="*/ 2557724 w 2622154"/>
              <a:gd name="connsiteY23" fmla="*/ 71154 h 5586622"/>
              <a:gd name="connsiteX24" fmla="*/ 2622154 w 2622154"/>
              <a:gd name="connsiteY24" fmla="*/ 226701 h 5586622"/>
              <a:gd name="connsiteX25" fmla="*/ 2622154 w 2622154"/>
              <a:gd name="connsiteY25" fmla="*/ 5366645 h 5586622"/>
              <a:gd name="connsiteX26" fmla="*/ 2402177 w 2622154"/>
              <a:gd name="connsiteY26" fmla="*/ 5586622 h 5586622"/>
              <a:gd name="connsiteX27" fmla="*/ 2361080 w 2622154"/>
              <a:gd name="connsiteY27" fmla="*/ 5586622 h 5586622"/>
              <a:gd name="connsiteX28" fmla="*/ 267798 w 2622154"/>
              <a:gd name="connsiteY28" fmla="*/ 5586622 h 5586622"/>
              <a:gd name="connsiteX29" fmla="*/ 226701 w 2622154"/>
              <a:gd name="connsiteY29" fmla="*/ 5586622 h 5586622"/>
              <a:gd name="connsiteX30" fmla="*/ 71154 w 2622154"/>
              <a:gd name="connsiteY30" fmla="*/ 5522193 h 5586622"/>
              <a:gd name="connsiteX31" fmla="*/ 68446 w 2622154"/>
              <a:gd name="connsiteY31" fmla="*/ 5518176 h 5586622"/>
              <a:gd name="connsiteX32" fmla="*/ 64430 w 2622154"/>
              <a:gd name="connsiteY32" fmla="*/ 5515468 h 5586622"/>
              <a:gd name="connsiteX33" fmla="*/ 0 w 2622154"/>
              <a:gd name="connsiteY33" fmla="*/ 5359921 h 5586622"/>
              <a:gd name="connsiteX34" fmla="*/ 0 w 2622154"/>
              <a:gd name="connsiteY34" fmla="*/ 219977 h 5586622"/>
              <a:gd name="connsiteX35" fmla="*/ 219977 w 2622154"/>
              <a:gd name="connsiteY35" fmla="*/ 0 h 558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22154" h="5586622">
                <a:moveTo>
                  <a:pt x="219977" y="0"/>
                </a:moveTo>
                <a:lnTo>
                  <a:pt x="261074" y="0"/>
                </a:lnTo>
                <a:lnTo>
                  <a:pt x="305094" y="0"/>
                </a:lnTo>
                <a:lnTo>
                  <a:pt x="550600" y="0"/>
                </a:lnTo>
                <a:lnTo>
                  <a:pt x="591697" y="0"/>
                </a:lnTo>
                <a:lnTo>
                  <a:pt x="618996" y="0"/>
                </a:lnTo>
                <a:lnTo>
                  <a:pt x="618996" y="6724"/>
                </a:lnTo>
                <a:lnTo>
                  <a:pt x="625720" y="6724"/>
                </a:lnTo>
                <a:lnTo>
                  <a:pt x="625720" y="47320"/>
                </a:lnTo>
                <a:cubicBezTo>
                  <a:pt x="625720" y="71250"/>
                  <a:pt x="630570" y="94048"/>
                  <a:pt x="639340" y="114783"/>
                </a:cubicBezTo>
                <a:lnTo>
                  <a:pt x="673776" y="165858"/>
                </a:lnTo>
                <a:lnTo>
                  <a:pt x="724851" y="200294"/>
                </a:lnTo>
                <a:cubicBezTo>
                  <a:pt x="745587" y="209064"/>
                  <a:pt x="768384" y="213914"/>
                  <a:pt x="792314" y="213914"/>
                </a:cubicBezTo>
                <a:lnTo>
                  <a:pt x="1823118" y="213914"/>
                </a:lnTo>
                <a:cubicBezTo>
                  <a:pt x="1918839" y="213914"/>
                  <a:pt x="1996436" y="136317"/>
                  <a:pt x="1996436" y="40596"/>
                </a:cubicBezTo>
                <a:lnTo>
                  <a:pt x="1996436" y="0"/>
                </a:lnTo>
                <a:lnTo>
                  <a:pt x="2023738" y="0"/>
                </a:lnTo>
                <a:lnTo>
                  <a:pt x="2064835" y="0"/>
                </a:lnTo>
                <a:lnTo>
                  <a:pt x="2343070" y="0"/>
                </a:lnTo>
                <a:lnTo>
                  <a:pt x="2354356" y="0"/>
                </a:lnTo>
                <a:lnTo>
                  <a:pt x="2395453" y="0"/>
                </a:lnTo>
                <a:cubicBezTo>
                  <a:pt x="2456198" y="0"/>
                  <a:pt x="2511192" y="24622"/>
                  <a:pt x="2551000" y="64430"/>
                </a:cubicBezTo>
                <a:lnTo>
                  <a:pt x="2553708" y="68446"/>
                </a:lnTo>
                <a:lnTo>
                  <a:pt x="2557724" y="71154"/>
                </a:lnTo>
                <a:cubicBezTo>
                  <a:pt x="2597532" y="110962"/>
                  <a:pt x="2622154" y="165956"/>
                  <a:pt x="2622154" y="226701"/>
                </a:cubicBezTo>
                <a:lnTo>
                  <a:pt x="2622154" y="5366645"/>
                </a:lnTo>
                <a:cubicBezTo>
                  <a:pt x="2622154" y="5488135"/>
                  <a:pt x="2523667" y="5586622"/>
                  <a:pt x="2402177" y="5586622"/>
                </a:cubicBezTo>
                <a:lnTo>
                  <a:pt x="2361080" y="5586622"/>
                </a:lnTo>
                <a:lnTo>
                  <a:pt x="267798" y="5586622"/>
                </a:lnTo>
                <a:lnTo>
                  <a:pt x="226701" y="5586622"/>
                </a:lnTo>
                <a:cubicBezTo>
                  <a:pt x="165956" y="5586622"/>
                  <a:pt x="110962" y="5562001"/>
                  <a:pt x="71154" y="5522193"/>
                </a:cubicBezTo>
                <a:lnTo>
                  <a:pt x="68446" y="5518176"/>
                </a:lnTo>
                <a:lnTo>
                  <a:pt x="64430" y="5515468"/>
                </a:lnTo>
                <a:cubicBezTo>
                  <a:pt x="24622" y="5475660"/>
                  <a:pt x="0" y="5420666"/>
                  <a:pt x="0" y="5359921"/>
                </a:cubicBezTo>
                <a:lnTo>
                  <a:pt x="0" y="219977"/>
                </a:lnTo>
                <a:cubicBezTo>
                  <a:pt x="0" y="98487"/>
                  <a:pt x="98487" y="0"/>
                  <a:pt x="219977" y="0"/>
                </a:cubicBezTo>
                <a:close/>
              </a:path>
            </a:pathLst>
          </a:custGeom>
          <a:solidFill>
            <a:schemeClr val="bg1"/>
          </a:solidFill>
        </p:spPr>
        <p:txBody>
          <a:bodyPr wrap="square" bIns="828000" anchor="ctr">
            <a:noAutofit/>
          </a:bodyPr>
          <a:lstStyle>
            <a:lvl1pPr algn="ctr">
              <a:defRPr/>
            </a:lvl1pPr>
          </a:lstStyle>
          <a:p>
            <a:r>
              <a:rPr lang="en-GB"/>
              <a:t>Click icon to add picture</a:t>
            </a:r>
            <a:endParaRPr lang="en-US" dirty="0"/>
          </a:p>
        </p:txBody>
      </p:sp>
      <p:sp>
        <p:nvSpPr>
          <p:cNvPr id="20" name="Content Placeholder 2">
            <a:extLst>
              <a:ext uri="{FF2B5EF4-FFF2-40B4-BE49-F238E27FC236}">
                <a16:creationId xmlns:a16="http://schemas.microsoft.com/office/drawing/2014/main" id="{150687D9-857D-4224-9A78-8EE86491FF6E}"/>
              </a:ext>
            </a:extLst>
          </p:cNvPr>
          <p:cNvSpPr>
            <a:spLocks noGrp="1"/>
          </p:cNvSpPr>
          <p:nvPr>
            <p:ph idx="14"/>
          </p:nvPr>
        </p:nvSpPr>
        <p:spPr>
          <a:xfrm>
            <a:off x="8258470" y="3810000"/>
            <a:ext cx="3487536" cy="1760621"/>
          </a:xfrm>
        </p:spPr>
        <p:txBody>
          <a:bodyPr/>
          <a:lstStyle>
            <a:lvl1pPr>
              <a:defRPr sz="1100">
                <a:solidFill>
                  <a:schemeClr val="tx2"/>
                </a:solidFill>
              </a:defRPr>
            </a:lvl1pPr>
            <a:lvl2pPr>
              <a:defRPr sz="1050">
                <a:solidFill>
                  <a:schemeClr val="tx2"/>
                </a:solidFill>
              </a:defRPr>
            </a:lvl2pPr>
            <a:lvl3pPr>
              <a:buClr>
                <a:schemeClr val="tx2"/>
              </a:buClr>
              <a:defRPr sz="1050">
                <a:solidFill>
                  <a:schemeClr val="tx2"/>
                </a:solidFill>
              </a:defRPr>
            </a:lvl3pPr>
            <a:lvl4pPr>
              <a:buClr>
                <a:schemeClr val="tx2"/>
              </a:buClr>
              <a:defRPr sz="1000">
                <a:solidFill>
                  <a:schemeClr val="tx2"/>
                </a:solidFill>
              </a:defRPr>
            </a:lvl4pPr>
            <a:lvl5pPr>
              <a:buClr>
                <a:schemeClr val="tx2"/>
              </a:buCl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754037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6 box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EDF03C-DC8C-4F03-A269-85F35B0E47C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0952" cy="6857411"/>
          </a:xfrm>
          <a:custGeom>
            <a:avLst/>
            <a:gdLst>
              <a:gd name="connsiteX0" fmla="*/ 8128000 w 12190952"/>
              <a:gd name="connsiteY0" fmla="*/ 3429000 h 6857411"/>
              <a:gd name="connsiteX1" fmla="*/ 12190952 w 12190952"/>
              <a:gd name="connsiteY1" fmla="*/ 3429000 h 6857411"/>
              <a:gd name="connsiteX2" fmla="*/ 12190952 w 12190952"/>
              <a:gd name="connsiteY2" fmla="*/ 6857411 h 6857411"/>
              <a:gd name="connsiteX3" fmla="*/ 8128000 w 12190952"/>
              <a:gd name="connsiteY3" fmla="*/ 6857411 h 6857411"/>
              <a:gd name="connsiteX4" fmla="*/ 0 w 12190952"/>
              <a:gd name="connsiteY4" fmla="*/ 3429000 h 6857411"/>
              <a:gd name="connsiteX5" fmla="*/ 4064000 w 12190952"/>
              <a:gd name="connsiteY5" fmla="*/ 3429000 h 6857411"/>
              <a:gd name="connsiteX6" fmla="*/ 4064000 w 12190952"/>
              <a:gd name="connsiteY6" fmla="*/ 6857411 h 6857411"/>
              <a:gd name="connsiteX7" fmla="*/ 0 w 12190952"/>
              <a:gd name="connsiteY7" fmla="*/ 6857411 h 6857411"/>
              <a:gd name="connsiteX8" fmla="*/ 4064000 w 12190952"/>
              <a:gd name="connsiteY8" fmla="*/ 0 h 6857411"/>
              <a:gd name="connsiteX9" fmla="*/ 8128000 w 12190952"/>
              <a:gd name="connsiteY9" fmla="*/ 0 h 6857411"/>
              <a:gd name="connsiteX10" fmla="*/ 8128000 w 12190952"/>
              <a:gd name="connsiteY10" fmla="*/ 3429000 h 6857411"/>
              <a:gd name="connsiteX11" fmla="*/ 4064000 w 12190952"/>
              <a:gd name="connsiteY11" fmla="*/ 3429000 h 685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0952" h="6857411">
                <a:moveTo>
                  <a:pt x="8128000" y="3429000"/>
                </a:moveTo>
                <a:lnTo>
                  <a:pt x="12190952" y="3429000"/>
                </a:lnTo>
                <a:lnTo>
                  <a:pt x="12190952" y="6857411"/>
                </a:lnTo>
                <a:lnTo>
                  <a:pt x="8128000" y="6857411"/>
                </a:lnTo>
                <a:close/>
                <a:moveTo>
                  <a:pt x="0" y="3429000"/>
                </a:moveTo>
                <a:lnTo>
                  <a:pt x="4064000" y="3429000"/>
                </a:lnTo>
                <a:lnTo>
                  <a:pt x="4064000" y="6857411"/>
                </a:lnTo>
                <a:lnTo>
                  <a:pt x="0" y="6857411"/>
                </a:lnTo>
                <a:close/>
                <a:moveTo>
                  <a:pt x="4064000" y="0"/>
                </a:moveTo>
                <a:lnTo>
                  <a:pt x="8128000" y="0"/>
                </a:lnTo>
                <a:lnTo>
                  <a:pt x="8128000" y="3429000"/>
                </a:lnTo>
                <a:lnTo>
                  <a:pt x="4064000" y="3429000"/>
                </a:lnTo>
                <a:close/>
              </a:path>
            </a:pathLst>
          </a:custGeom>
        </p:spPr>
      </p:pic>
      <p:sp>
        <p:nvSpPr>
          <p:cNvPr id="3" name="Footer Placeholder 2">
            <a:extLst>
              <a:ext uri="{FF2B5EF4-FFF2-40B4-BE49-F238E27FC236}">
                <a16:creationId xmlns:a16="http://schemas.microsoft.com/office/drawing/2014/main" id="{2136CB0D-2E2B-4362-8AB9-56D75CD7CC47}"/>
              </a:ext>
            </a:extLst>
          </p:cNvPr>
          <p:cNvSpPr>
            <a:spLocks noGrp="1"/>
          </p:cNvSpPr>
          <p:nvPr>
            <p:ph type="ftr" sz="quarter" idx="10"/>
          </p:nvPr>
        </p:nvSpPr>
        <p:spPr/>
        <p:txBody>
          <a:bodyPr/>
          <a:lstStyle>
            <a:lvl1pPr>
              <a:defRPr>
                <a:solidFill>
                  <a:schemeClr val="bg1"/>
                </a:solidFill>
              </a:defRPr>
            </a:lvl1pPr>
          </a:lstStyle>
          <a:p>
            <a:r>
              <a:rPr lang="en-US"/>
              <a:t>Private &amp; Confidential</a:t>
            </a:r>
            <a:endParaRPr lang="en-US" dirty="0"/>
          </a:p>
        </p:txBody>
      </p:sp>
      <p:sp>
        <p:nvSpPr>
          <p:cNvPr id="4" name="Slide Number Placeholder 3">
            <a:extLst>
              <a:ext uri="{FF2B5EF4-FFF2-40B4-BE49-F238E27FC236}">
                <a16:creationId xmlns:a16="http://schemas.microsoft.com/office/drawing/2014/main" id="{FA3624B3-822F-474B-87E2-4A84228EBBC8}"/>
              </a:ext>
            </a:extLst>
          </p:cNvPr>
          <p:cNvSpPr>
            <a:spLocks noGrp="1"/>
          </p:cNvSpPr>
          <p:nvPr>
            <p:ph type="sldNum" sz="quarter" idx="11"/>
          </p:nvPr>
        </p:nvSpPr>
        <p:spPr/>
        <p:txBody>
          <a:bodyPr/>
          <a:lstStyle>
            <a:lvl1pPr>
              <a:defRPr>
                <a:solidFill>
                  <a:schemeClr val="bg1"/>
                </a:solidFill>
              </a:defRPr>
            </a:lvl1pPr>
          </a:lstStyle>
          <a:p>
            <a:fld id="{31939A77-4DCF-4228-8B74-013876D0374B}" type="slidenum">
              <a:rPr lang="en-US" smtClean="0"/>
              <a:pPr/>
              <a:t>‹#›</a:t>
            </a:fld>
            <a:endParaRPr lang="en-US" dirty="0"/>
          </a:p>
        </p:txBody>
      </p:sp>
      <p:sp>
        <p:nvSpPr>
          <p:cNvPr id="11" name="Content Placeholder 2">
            <a:extLst>
              <a:ext uri="{FF2B5EF4-FFF2-40B4-BE49-F238E27FC236}">
                <a16:creationId xmlns:a16="http://schemas.microsoft.com/office/drawing/2014/main" id="{F7373A2E-832C-494C-B5D6-C67871F68A16}"/>
              </a:ext>
            </a:extLst>
          </p:cNvPr>
          <p:cNvSpPr>
            <a:spLocks noGrp="1"/>
          </p:cNvSpPr>
          <p:nvPr>
            <p:ph idx="1"/>
          </p:nvPr>
        </p:nvSpPr>
        <p:spPr>
          <a:xfrm>
            <a:off x="4530025" y="955963"/>
            <a:ext cx="3048411" cy="1953490"/>
          </a:xfrm>
        </p:spPr>
        <p:txBody>
          <a:bodyPr/>
          <a:lstStyle>
            <a:lvl1pPr>
              <a:lnSpc>
                <a:spcPct val="100000"/>
              </a:lnSpc>
              <a:spcAft>
                <a:spcPts val="600"/>
              </a:spcAft>
              <a:defRPr sz="1800">
                <a:solidFill>
                  <a:schemeClr val="bg1"/>
                </a:solidFill>
              </a:defRPr>
            </a:lvl1pPr>
            <a:lvl2pPr>
              <a:lnSpc>
                <a:spcPct val="100000"/>
              </a:lnSpc>
              <a:spcBef>
                <a:spcPts val="600"/>
              </a:spcBef>
              <a:defRPr sz="12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2" name="Content Placeholder 2">
            <a:extLst>
              <a:ext uri="{FF2B5EF4-FFF2-40B4-BE49-F238E27FC236}">
                <a16:creationId xmlns:a16="http://schemas.microsoft.com/office/drawing/2014/main" id="{D6287B06-735F-4515-860C-898EE78F4160}"/>
              </a:ext>
            </a:extLst>
          </p:cNvPr>
          <p:cNvSpPr>
            <a:spLocks noGrp="1"/>
          </p:cNvSpPr>
          <p:nvPr>
            <p:ph idx="12"/>
          </p:nvPr>
        </p:nvSpPr>
        <p:spPr>
          <a:xfrm>
            <a:off x="470642" y="955963"/>
            <a:ext cx="3048411" cy="1953490"/>
          </a:xfrm>
        </p:spPr>
        <p:txBody>
          <a:bodyPr/>
          <a:lstStyle>
            <a:lvl1pPr>
              <a:lnSpc>
                <a:spcPct val="100000"/>
              </a:lnSpc>
              <a:spcAft>
                <a:spcPts val="600"/>
              </a:spcAft>
              <a:defRPr sz="1800">
                <a:solidFill>
                  <a:schemeClr val="tx1"/>
                </a:solidFill>
              </a:defRPr>
            </a:lvl1pPr>
            <a:lvl2pPr>
              <a:lnSpc>
                <a:spcPct val="100000"/>
              </a:lnSpc>
              <a:spcBef>
                <a:spcPts val="600"/>
              </a:spcBef>
              <a:defRPr sz="1200">
                <a:solidFill>
                  <a:schemeClr val="tx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1BACD80A-37DA-4FCA-814F-BB3ECCDCEF55}"/>
              </a:ext>
            </a:extLst>
          </p:cNvPr>
          <p:cNvSpPr>
            <a:spLocks noGrp="1"/>
          </p:cNvSpPr>
          <p:nvPr>
            <p:ph idx="13"/>
          </p:nvPr>
        </p:nvSpPr>
        <p:spPr>
          <a:xfrm>
            <a:off x="8672947" y="955963"/>
            <a:ext cx="3048411" cy="1953490"/>
          </a:xfrm>
        </p:spPr>
        <p:txBody>
          <a:bodyPr/>
          <a:lstStyle>
            <a:lvl1pPr>
              <a:lnSpc>
                <a:spcPct val="100000"/>
              </a:lnSpc>
              <a:spcAft>
                <a:spcPts val="600"/>
              </a:spcAft>
              <a:defRPr sz="1800">
                <a:solidFill>
                  <a:schemeClr val="tx1"/>
                </a:solidFill>
              </a:defRPr>
            </a:lvl1pPr>
            <a:lvl2pPr>
              <a:lnSpc>
                <a:spcPct val="100000"/>
              </a:lnSpc>
              <a:spcBef>
                <a:spcPts val="600"/>
              </a:spcBef>
              <a:defRPr sz="1200">
                <a:solidFill>
                  <a:schemeClr val="tx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4" name="Content Placeholder 2">
            <a:extLst>
              <a:ext uri="{FF2B5EF4-FFF2-40B4-BE49-F238E27FC236}">
                <a16:creationId xmlns:a16="http://schemas.microsoft.com/office/drawing/2014/main" id="{90EEC244-343F-428F-818B-7916F89E4FB9}"/>
              </a:ext>
            </a:extLst>
          </p:cNvPr>
          <p:cNvSpPr>
            <a:spLocks noGrp="1"/>
          </p:cNvSpPr>
          <p:nvPr>
            <p:ph idx="14"/>
          </p:nvPr>
        </p:nvSpPr>
        <p:spPr>
          <a:xfrm>
            <a:off x="4530025" y="4391890"/>
            <a:ext cx="3048411" cy="1953490"/>
          </a:xfrm>
        </p:spPr>
        <p:txBody>
          <a:bodyPr/>
          <a:lstStyle>
            <a:lvl1pPr>
              <a:lnSpc>
                <a:spcPct val="100000"/>
              </a:lnSpc>
              <a:spcAft>
                <a:spcPts val="600"/>
              </a:spcAft>
              <a:defRPr sz="1800">
                <a:solidFill>
                  <a:schemeClr val="tx2"/>
                </a:solidFill>
              </a:defRPr>
            </a:lvl1pPr>
            <a:lvl2pPr>
              <a:lnSpc>
                <a:spcPct val="100000"/>
              </a:lnSpc>
              <a:spcBef>
                <a:spcPts val="600"/>
              </a:spcBef>
              <a:defRPr sz="12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5" name="Content Placeholder 2">
            <a:extLst>
              <a:ext uri="{FF2B5EF4-FFF2-40B4-BE49-F238E27FC236}">
                <a16:creationId xmlns:a16="http://schemas.microsoft.com/office/drawing/2014/main" id="{C4C40D6B-1D98-41D7-A4A3-4EE6319C16DA}"/>
              </a:ext>
            </a:extLst>
          </p:cNvPr>
          <p:cNvSpPr>
            <a:spLocks noGrp="1"/>
          </p:cNvSpPr>
          <p:nvPr>
            <p:ph idx="15"/>
          </p:nvPr>
        </p:nvSpPr>
        <p:spPr>
          <a:xfrm>
            <a:off x="470642" y="4391890"/>
            <a:ext cx="3048411" cy="1953490"/>
          </a:xfrm>
        </p:spPr>
        <p:txBody>
          <a:bodyPr/>
          <a:lstStyle>
            <a:lvl1pPr>
              <a:lnSpc>
                <a:spcPct val="100000"/>
              </a:lnSpc>
              <a:spcAft>
                <a:spcPts val="600"/>
              </a:spcAft>
              <a:defRPr sz="1800">
                <a:solidFill>
                  <a:schemeClr val="bg1"/>
                </a:solidFill>
              </a:defRPr>
            </a:lvl1pPr>
            <a:lvl2pPr>
              <a:lnSpc>
                <a:spcPct val="100000"/>
              </a:lnSpc>
              <a:spcBef>
                <a:spcPts val="600"/>
              </a:spcBef>
              <a:defRPr sz="12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6" name="Content Placeholder 2">
            <a:extLst>
              <a:ext uri="{FF2B5EF4-FFF2-40B4-BE49-F238E27FC236}">
                <a16:creationId xmlns:a16="http://schemas.microsoft.com/office/drawing/2014/main" id="{241B37ED-5082-4F82-96E9-C83C16A1AA57}"/>
              </a:ext>
            </a:extLst>
          </p:cNvPr>
          <p:cNvSpPr>
            <a:spLocks noGrp="1"/>
          </p:cNvSpPr>
          <p:nvPr>
            <p:ph idx="16"/>
          </p:nvPr>
        </p:nvSpPr>
        <p:spPr>
          <a:xfrm>
            <a:off x="8672947" y="4391890"/>
            <a:ext cx="3048411" cy="1953490"/>
          </a:xfrm>
        </p:spPr>
        <p:txBody>
          <a:bodyPr/>
          <a:lstStyle>
            <a:lvl1pPr>
              <a:lnSpc>
                <a:spcPct val="100000"/>
              </a:lnSpc>
              <a:spcAft>
                <a:spcPts val="600"/>
              </a:spcAft>
              <a:defRPr sz="1800">
                <a:solidFill>
                  <a:schemeClr val="bg1"/>
                </a:solidFill>
              </a:defRPr>
            </a:lvl1pPr>
            <a:lvl2pPr>
              <a:lnSpc>
                <a:spcPct val="100000"/>
              </a:lnSpc>
              <a:spcBef>
                <a:spcPts val="600"/>
              </a:spcBef>
              <a:defRPr sz="12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514529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8 box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850AE21-FB76-4220-BDFC-D4B3923C99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0952" cy="6857411"/>
          </a:xfrm>
          <a:custGeom>
            <a:avLst/>
            <a:gdLst>
              <a:gd name="connsiteX0" fmla="*/ 6095998 w 12190952"/>
              <a:gd name="connsiteY0" fmla="*/ 3429000 h 6857411"/>
              <a:gd name="connsiteX1" fmla="*/ 9143997 w 12190952"/>
              <a:gd name="connsiteY1" fmla="*/ 3429000 h 6857411"/>
              <a:gd name="connsiteX2" fmla="*/ 9143997 w 12190952"/>
              <a:gd name="connsiteY2" fmla="*/ 6857411 h 6857411"/>
              <a:gd name="connsiteX3" fmla="*/ 6095998 w 12190952"/>
              <a:gd name="connsiteY3" fmla="*/ 6857411 h 6857411"/>
              <a:gd name="connsiteX4" fmla="*/ 0 w 12190952"/>
              <a:gd name="connsiteY4" fmla="*/ 3429000 h 6857411"/>
              <a:gd name="connsiteX5" fmla="*/ 3047998 w 12190952"/>
              <a:gd name="connsiteY5" fmla="*/ 3429000 h 6857411"/>
              <a:gd name="connsiteX6" fmla="*/ 3047998 w 12190952"/>
              <a:gd name="connsiteY6" fmla="*/ 6857411 h 6857411"/>
              <a:gd name="connsiteX7" fmla="*/ 0 w 12190952"/>
              <a:gd name="connsiteY7" fmla="*/ 6857411 h 6857411"/>
              <a:gd name="connsiteX8" fmla="*/ 9143997 w 12190952"/>
              <a:gd name="connsiteY8" fmla="*/ 0 h 6857411"/>
              <a:gd name="connsiteX9" fmla="*/ 12190952 w 12190952"/>
              <a:gd name="connsiteY9" fmla="*/ 0 h 6857411"/>
              <a:gd name="connsiteX10" fmla="*/ 12190952 w 12190952"/>
              <a:gd name="connsiteY10" fmla="*/ 3429000 h 6857411"/>
              <a:gd name="connsiteX11" fmla="*/ 9143997 w 12190952"/>
              <a:gd name="connsiteY11" fmla="*/ 3429000 h 6857411"/>
              <a:gd name="connsiteX12" fmla="*/ 3047998 w 12190952"/>
              <a:gd name="connsiteY12" fmla="*/ 0 h 6857411"/>
              <a:gd name="connsiteX13" fmla="*/ 6095997 w 12190952"/>
              <a:gd name="connsiteY13" fmla="*/ 0 h 6857411"/>
              <a:gd name="connsiteX14" fmla="*/ 6095997 w 12190952"/>
              <a:gd name="connsiteY14" fmla="*/ 3429000 h 6857411"/>
              <a:gd name="connsiteX15" fmla="*/ 3047998 w 12190952"/>
              <a:gd name="connsiteY15" fmla="*/ 3429000 h 685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0952" h="6857411">
                <a:moveTo>
                  <a:pt x="6095998" y="3429000"/>
                </a:moveTo>
                <a:lnTo>
                  <a:pt x="9143997" y="3429000"/>
                </a:lnTo>
                <a:lnTo>
                  <a:pt x="9143997" y="6857411"/>
                </a:lnTo>
                <a:lnTo>
                  <a:pt x="6095998" y="6857411"/>
                </a:lnTo>
                <a:close/>
                <a:moveTo>
                  <a:pt x="0" y="3429000"/>
                </a:moveTo>
                <a:lnTo>
                  <a:pt x="3047998" y="3429000"/>
                </a:lnTo>
                <a:lnTo>
                  <a:pt x="3047998" y="6857411"/>
                </a:lnTo>
                <a:lnTo>
                  <a:pt x="0" y="6857411"/>
                </a:lnTo>
                <a:close/>
                <a:moveTo>
                  <a:pt x="9143997" y="0"/>
                </a:moveTo>
                <a:lnTo>
                  <a:pt x="12190952" y="0"/>
                </a:lnTo>
                <a:lnTo>
                  <a:pt x="12190952" y="3429000"/>
                </a:lnTo>
                <a:lnTo>
                  <a:pt x="9143997" y="3429000"/>
                </a:lnTo>
                <a:close/>
                <a:moveTo>
                  <a:pt x="3047998" y="0"/>
                </a:moveTo>
                <a:lnTo>
                  <a:pt x="6095997" y="0"/>
                </a:lnTo>
                <a:lnTo>
                  <a:pt x="6095997" y="3429000"/>
                </a:lnTo>
                <a:lnTo>
                  <a:pt x="3047998" y="3429000"/>
                </a:lnTo>
                <a:close/>
              </a:path>
            </a:pathLst>
          </a:custGeom>
        </p:spPr>
      </p:pic>
      <p:sp>
        <p:nvSpPr>
          <p:cNvPr id="3" name="Footer Placeholder 2">
            <a:extLst>
              <a:ext uri="{FF2B5EF4-FFF2-40B4-BE49-F238E27FC236}">
                <a16:creationId xmlns:a16="http://schemas.microsoft.com/office/drawing/2014/main" id="{2136CB0D-2E2B-4362-8AB9-56D75CD7CC47}"/>
              </a:ext>
            </a:extLst>
          </p:cNvPr>
          <p:cNvSpPr>
            <a:spLocks noGrp="1"/>
          </p:cNvSpPr>
          <p:nvPr>
            <p:ph type="ftr" sz="quarter" idx="10"/>
          </p:nvPr>
        </p:nvSpPr>
        <p:spPr/>
        <p:txBody>
          <a:bodyPr/>
          <a:lstStyle>
            <a:lvl1pPr>
              <a:defRPr>
                <a:solidFill>
                  <a:schemeClr val="tx1"/>
                </a:solidFill>
              </a:defRPr>
            </a:lvl1pPr>
          </a:lstStyle>
          <a:p>
            <a:r>
              <a:rPr lang="en-US"/>
              <a:t>Private &amp; Confidential</a:t>
            </a:r>
            <a:endParaRPr lang="en-US" dirty="0"/>
          </a:p>
        </p:txBody>
      </p:sp>
      <p:sp>
        <p:nvSpPr>
          <p:cNvPr id="4" name="Slide Number Placeholder 3">
            <a:extLst>
              <a:ext uri="{FF2B5EF4-FFF2-40B4-BE49-F238E27FC236}">
                <a16:creationId xmlns:a16="http://schemas.microsoft.com/office/drawing/2014/main" id="{FA3624B3-822F-474B-87E2-4A84228EBBC8}"/>
              </a:ext>
            </a:extLst>
          </p:cNvPr>
          <p:cNvSpPr>
            <a:spLocks noGrp="1"/>
          </p:cNvSpPr>
          <p:nvPr>
            <p:ph type="sldNum" sz="quarter" idx="11"/>
          </p:nvPr>
        </p:nvSpPr>
        <p:spPr/>
        <p:txBody>
          <a:bodyPr/>
          <a:lstStyle>
            <a:lvl1pPr>
              <a:defRPr>
                <a:solidFill>
                  <a:schemeClr val="tx1"/>
                </a:solidFill>
              </a:defRPr>
            </a:lvl1pPr>
          </a:lstStyle>
          <a:p>
            <a:fld id="{31939A77-4DCF-4228-8B74-013876D0374B}" type="slidenum">
              <a:rPr lang="en-US" smtClean="0"/>
              <a:pPr/>
              <a:t>‹#›</a:t>
            </a:fld>
            <a:endParaRPr lang="en-US" dirty="0"/>
          </a:p>
        </p:txBody>
      </p:sp>
      <p:sp>
        <p:nvSpPr>
          <p:cNvPr id="12" name="Content Placeholder 2">
            <a:extLst>
              <a:ext uri="{FF2B5EF4-FFF2-40B4-BE49-F238E27FC236}">
                <a16:creationId xmlns:a16="http://schemas.microsoft.com/office/drawing/2014/main" id="{7E3E0E27-3E9E-4B36-BDB3-C467928794CC}"/>
              </a:ext>
            </a:extLst>
          </p:cNvPr>
          <p:cNvSpPr>
            <a:spLocks noGrp="1"/>
          </p:cNvSpPr>
          <p:nvPr>
            <p:ph idx="1"/>
          </p:nvPr>
        </p:nvSpPr>
        <p:spPr>
          <a:xfrm>
            <a:off x="3504788" y="955963"/>
            <a:ext cx="2106303" cy="1953490"/>
          </a:xfrm>
        </p:spPr>
        <p:txBody>
          <a:bodyPr/>
          <a:lstStyle>
            <a:lvl1pPr>
              <a:lnSpc>
                <a:spcPct val="100000"/>
              </a:lnSpc>
              <a:spcAft>
                <a:spcPts val="600"/>
              </a:spcAft>
              <a:defRPr sz="1800">
                <a:solidFill>
                  <a:schemeClr val="bg1"/>
                </a:solidFill>
              </a:defRPr>
            </a:lvl1pPr>
            <a:lvl2pPr>
              <a:lnSpc>
                <a:spcPct val="100000"/>
              </a:lnSpc>
              <a:spcBef>
                <a:spcPts val="600"/>
              </a:spcBef>
              <a:defRPr sz="12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FCBF0CF1-778E-404D-AB61-2AFF9A87CE57}"/>
              </a:ext>
            </a:extLst>
          </p:cNvPr>
          <p:cNvSpPr>
            <a:spLocks noGrp="1"/>
          </p:cNvSpPr>
          <p:nvPr>
            <p:ph idx="12"/>
          </p:nvPr>
        </p:nvSpPr>
        <p:spPr>
          <a:xfrm>
            <a:off x="470642" y="955963"/>
            <a:ext cx="2106303" cy="1953490"/>
          </a:xfrm>
        </p:spPr>
        <p:txBody>
          <a:bodyPr/>
          <a:lstStyle>
            <a:lvl1pPr>
              <a:lnSpc>
                <a:spcPct val="100000"/>
              </a:lnSpc>
              <a:spcAft>
                <a:spcPts val="600"/>
              </a:spcAft>
              <a:defRPr sz="1800">
                <a:solidFill>
                  <a:schemeClr val="tx1"/>
                </a:solidFill>
              </a:defRPr>
            </a:lvl1pPr>
            <a:lvl2pPr>
              <a:lnSpc>
                <a:spcPct val="100000"/>
              </a:lnSpc>
              <a:spcBef>
                <a:spcPts val="600"/>
              </a:spcBef>
              <a:defRPr sz="1200">
                <a:solidFill>
                  <a:schemeClr val="tx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4" name="Content Placeholder 2">
            <a:extLst>
              <a:ext uri="{FF2B5EF4-FFF2-40B4-BE49-F238E27FC236}">
                <a16:creationId xmlns:a16="http://schemas.microsoft.com/office/drawing/2014/main" id="{2DC6711D-5F04-4F80-814D-127EE3FA28DE}"/>
              </a:ext>
            </a:extLst>
          </p:cNvPr>
          <p:cNvSpPr>
            <a:spLocks noGrp="1"/>
          </p:cNvSpPr>
          <p:nvPr>
            <p:ph idx="13"/>
          </p:nvPr>
        </p:nvSpPr>
        <p:spPr>
          <a:xfrm>
            <a:off x="6553201" y="955963"/>
            <a:ext cx="2106303" cy="1953490"/>
          </a:xfrm>
        </p:spPr>
        <p:txBody>
          <a:bodyPr/>
          <a:lstStyle>
            <a:lvl1pPr>
              <a:lnSpc>
                <a:spcPct val="100000"/>
              </a:lnSpc>
              <a:spcAft>
                <a:spcPts val="600"/>
              </a:spcAft>
              <a:defRPr sz="1800">
                <a:solidFill>
                  <a:schemeClr val="tx1"/>
                </a:solidFill>
              </a:defRPr>
            </a:lvl1pPr>
            <a:lvl2pPr>
              <a:lnSpc>
                <a:spcPct val="100000"/>
              </a:lnSpc>
              <a:spcBef>
                <a:spcPts val="600"/>
              </a:spcBef>
              <a:defRPr sz="1200">
                <a:solidFill>
                  <a:schemeClr val="tx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5" name="Content Placeholder 2">
            <a:extLst>
              <a:ext uri="{FF2B5EF4-FFF2-40B4-BE49-F238E27FC236}">
                <a16:creationId xmlns:a16="http://schemas.microsoft.com/office/drawing/2014/main" id="{289D1869-DA71-4C5F-8130-26AA82EEA688}"/>
              </a:ext>
            </a:extLst>
          </p:cNvPr>
          <p:cNvSpPr>
            <a:spLocks noGrp="1"/>
          </p:cNvSpPr>
          <p:nvPr>
            <p:ph idx="14"/>
          </p:nvPr>
        </p:nvSpPr>
        <p:spPr>
          <a:xfrm>
            <a:off x="3504788" y="4391890"/>
            <a:ext cx="2106303" cy="1953490"/>
          </a:xfrm>
        </p:spPr>
        <p:txBody>
          <a:bodyPr/>
          <a:lstStyle>
            <a:lvl1pPr>
              <a:lnSpc>
                <a:spcPct val="100000"/>
              </a:lnSpc>
              <a:spcAft>
                <a:spcPts val="600"/>
              </a:spcAft>
              <a:defRPr sz="1800">
                <a:solidFill>
                  <a:schemeClr val="tx2"/>
                </a:solidFill>
              </a:defRPr>
            </a:lvl1pPr>
            <a:lvl2pPr>
              <a:lnSpc>
                <a:spcPct val="100000"/>
              </a:lnSpc>
              <a:spcBef>
                <a:spcPts val="600"/>
              </a:spcBef>
              <a:defRPr sz="12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6" name="Content Placeholder 2">
            <a:extLst>
              <a:ext uri="{FF2B5EF4-FFF2-40B4-BE49-F238E27FC236}">
                <a16:creationId xmlns:a16="http://schemas.microsoft.com/office/drawing/2014/main" id="{0DEEA35E-A344-42EC-BF7B-79A63C0CB9E9}"/>
              </a:ext>
            </a:extLst>
          </p:cNvPr>
          <p:cNvSpPr>
            <a:spLocks noGrp="1"/>
          </p:cNvSpPr>
          <p:nvPr>
            <p:ph idx="15"/>
          </p:nvPr>
        </p:nvSpPr>
        <p:spPr>
          <a:xfrm>
            <a:off x="470642" y="4391890"/>
            <a:ext cx="2106303" cy="1953490"/>
          </a:xfrm>
        </p:spPr>
        <p:txBody>
          <a:bodyPr/>
          <a:lstStyle>
            <a:lvl1pPr>
              <a:lnSpc>
                <a:spcPct val="100000"/>
              </a:lnSpc>
              <a:spcAft>
                <a:spcPts val="600"/>
              </a:spcAft>
              <a:defRPr sz="1800">
                <a:solidFill>
                  <a:schemeClr val="bg1"/>
                </a:solidFill>
              </a:defRPr>
            </a:lvl1pPr>
            <a:lvl2pPr>
              <a:lnSpc>
                <a:spcPct val="100000"/>
              </a:lnSpc>
              <a:spcBef>
                <a:spcPts val="600"/>
              </a:spcBef>
              <a:defRPr sz="12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7" name="Content Placeholder 2">
            <a:extLst>
              <a:ext uri="{FF2B5EF4-FFF2-40B4-BE49-F238E27FC236}">
                <a16:creationId xmlns:a16="http://schemas.microsoft.com/office/drawing/2014/main" id="{84CC111C-6650-4B42-BFEE-B21AF40C913C}"/>
              </a:ext>
            </a:extLst>
          </p:cNvPr>
          <p:cNvSpPr>
            <a:spLocks noGrp="1"/>
          </p:cNvSpPr>
          <p:nvPr>
            <p:ph idx="16"/>
          </p:nvPr>
        </p:nvSpPr>
        <p:spPr>
          <a:xfrm>
            <a:off x="6553201" y="4391890"/>
            <a:ext cx="2106303" cy="1953490"/>
          </a:xfrm>
        </p:spPr>
        <p:txBody>
          <a:bodyPr/>
          <a:lstStyle>
            <a:lvl1pPr>
              <a:lnSpc>
                <a:spcPct val="100000"/>
              </a:lnSpc>
              <a:spcAft>
                <a:spcPts val="600"/>
              </a:spcAft>
              <a:defRPr sz="1800">
                <a:solidFill>
                  <a:schemeClr val="bg1"/>
                </a:solidFill>
              </a:defRPr>
            </a:lvl1pPr>
            <a:lvl2pPr>
              <a:lnSpc>
                <a:spcPct val="100000"/>
              </a:lnSpc>
              <a:spcBef>
                <a:spcPts val="600"/>
              </a:spcBef>
              <a:defRPr sz="12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8" name="Content Placeholder 2">
            <a:extLst>
              <a:ext uri="{FF2B5EF4-FFF2-40B4-BE49-F238E27FC236}">
                <a16:creationId xmlns:a16="http://schemas.microsoft.com/office/drawing/2014/main" id="{48EFF5C0-0160-4161-9042-7F5E98DDD8F4}"/>
              </a:ext>
            </a:extLst>
          </p:cNvPr>
          <p:cNvSpPr>
            <a:spLocks noGrp="1"/>
          </p:cNvSpPr>
          <p:nvPr>
            <p:ph idx="17"/>
          </p:nvPr>
        </p:nvSpPr>
        <p:spPr>
          <a:xfrm>
            <a:off x="9614643" y="955963"/>
            <a:ext cx="2106303" cy="1953490"/>
          </a:xfrm>
        </p:spPr>
        <p:txBody>
          <a:bodyPr/>
          <a:lstStyle>
            <a:lvl1pPr>
              <a:lnSpc>
                <a:spcPct val="100000"/>
              </a:lnSpc>
              <a:spcAft>
                <a:spcPts val="600"/>
              </a:spcAft>
              <a:defRPr sz="1800">
                <a:solidFill>
                  <a:schemeClr val="bg1"/>
                </a:solidFill>
              </a:defRPr>
            </a:lvl1pPr>
            <a:lvl2pPr>
              <a:lnSpc>
                <a:spcPct val="100000"/>
              </a:lnSpc>
              <a:spcBef>
                <a:spcPts val="600"/>
              </a:spcBef>
              <a:defRPr sz="1200">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
        <p:nvSpPr>
          <p:cNvPr id="19" name="Content Placeholder 2">
            <a:extLst>
              <a:ext uri="{FF2B5EF4-FFF2-40B4-BE49-F238E27FC236}">
                <a16:creationId xmlns:a16="http://schemas.microsoft.com/office/drawing/2014/main" id="{DAB819FE-F3AD-4E3E-8CE5-9CFCF0F2AB79}"/>
              </a:ext>
            </a:extLst>
          </p:cNvPr>
          <p:cNvSpPr>
            <a:spLocks noGrp="1"/>
          </p:cNvSpPr>
          <p:nvPr>
            <p:ph idx="18"/>
          </p:nvPr>
        </p:nvSpPr>
        <p:spPr>
          <a:xfrm>
            <a:off x="9614643" y="4391890"/>
            <a:ext cx="2106303" cy="1953490"/>
          </a:xfrm>
        </p:spPr>
        <p:txBody>
          <a:bodyPr/>
          <a:lstStyle>
            <a:lvl1pPr>
              <a:lnSpc>
                <a:spcPct val="100000"/>
              </a:lnSpc>
              <a:spcAft>
                <a:spcPts val="600"/>
              </a:spcAft>
              <a:defRPr sz="1800">
                <a:solidFill>
                  <a:schemeClr val="tx2"/>
                </a:solidFill>
              </a:defRPr>
            </a:lvl1pPr>
            <a:lvl2pPr>
              <a:lnSpc>
                <a:spcPct val="100000"/>
              </a:lnSpc>
              <a:spcBef>
                <a:spcPts val="600"/>
              </a:spcBef>
              <a:defRPr sz="1200">
                <a:solidFill>
                  <a:schemeClr val="tx2"/>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990948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Layout with center elements white">
    <p:spTree>
      <p:nvGrpSpPr>
        <p:cNvPr id="1" name=""/>
        <p:cNvGrpSpPr/>
        <p:nvPr/>
      </p:nvGrpSpPr>
      <p:grpSpPr>
        <a:xfrm>
          <a:off x="0" y="0"/>
          <a:ext cx="0" cy="0"/>
          <a:chOff x="0" y="0"/>
          <a:chExt cx="0" cy="0"/>
        </a:xfrm>
      </p:grpSpPr>
      <p:sp>
        <p:nvSpPr>
          <p:cNvPr id="45" name="Text Placeholder 44">
            <a:extLst>
              <a:ext uri="{FF2B5EF4-FFF2-40B4-BE49-F238E27FC236}">
                <a16:creationId xmlns:a16="http://schemas.microsoft.com/office/drawing/2014/main" id="{06E1D47E-9A27-4264-B26F-66A340B74505}"/>
              </a:ext>
            </a:extLst>
          </p:cNvPr>
          <p:cNvSpPr>
            <a:spLocks noGrp="1"/>
          </p:cNvSpPr>
          <p:nvPr>
            <p:ph type="body" sz="quarter" idx="14" hasCustomPrompt="1"/>
          </p:nvPr>
        </p:nvSpPr>
        <p:spPr>
          <a:xfrm>
            <a:off x="9224047" y="149925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smtClean="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sp>
        <p:nvSpPr>
          <p:cNvPr id="46" name="Text Placeholder 44">
            <a:extLst>
              <a:ext uri="{FF2B5EF4-FFF2-40B4-BE49-F238E27FC236}">
                <a16:creationId xmlns:a16="http://schemas.microsoft.com/office/drawing/2014/main" id="{9C267A94-4C67-4813-8C70-39BBDA5058AE}"/>
              </a:ext>
            </a:extLst>
          </p:cNvPr>
          <p:cNvSpPr>
            <a:spLocks noGrp="1"/>
          </p:cNvSpPr>
          <p:nvPr>
            <p:ph type="body" sz="quarter" idx="15" hasCustomPrompt="1"/>
          </p:nvPr>
        </p:nvSpPr>
        <p:spPr>
          <a:xfrm>
            <a:off x="9224047" y="259653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47" name="Text Placeholder 44">
            <a:extLst>
              <a:ext uri="{FF2B5EF4-FFF2-40B4-BE49-F238E27FC236}">
                <a16:creationId xmlns:a16="http://schemas.microsoft.com/office/drawing/2014/main" id="{7363928D-979E-4AA7-9D7F-E412C1C834F4}"/>
              </a:ext>
            </a:extLst>
          </p:cNvPr>
          <p:cNvSpPr>
            <a:spLocks noGrp="1"/>
          </p:cNvSpPr>
          <p:nvPr>
            <p:ph type="body" sz="quarter" idx="16" hasCustomPrompt="1"/>
          </p:nvPr>
        </p:nvSpPr>
        <p:spPr>
          <a:xfrm>
            <a:off x="9224047" y="369381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sp>
        <p:nvSpPr>
          <p:cNvPr id="48" name="Text Placeholder 44">
            <a:extLst>
              <a:ext uri="{FF2B5EF4-FFF2-40B4-BE49-F238E27FC236}">
                <a16:creationId xmlns:a16="http://schemas.microsoft.com/office/drawing/2014/main" id="{32B3CC2E-C206-474C-8D72-26A1C27C5004}"/>
              </a:ext>
            </a:extLst>
          </p:cNvPr>
          <p:cNvSpPr>
            <a:spLocks noGrp="1"/>
          </p:cNvSpPr>
          <p:nvPr>
            <p:ph type="body" sz="quarter" idx="17" hasCustomPrompt="1"/>
          </p:nvPr>
        </p:nvSpPr>
        <p:spPr>
          <a:xfrm>
            <a:off x="9224047" y="479109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cxnSp>
        <p:nvCxnSpPr>
          <p:cNvPr id="50" name="Straight Connector 49">
            <a:extLst>
              <a:ext uri="{FF2B5EF4-FFF2-40B4-BE49-F238E27FC236}">
                <a16:creationId xmlns:a16="http://schemas.microsoft.com/office/drawing/2014/main" id="{C1A36633-5043-4583-83FB-2CB1F82A210B}"/>
              </a:ext>
            </a:extLst>
          </p:cNvPr>
          <p:cNvCxnSpPr>
            <a:cxnSpLocks/>
          </p:cNvCxnSpPr>
          <p:nvPr userDrawn="1"/>
        </p:nvCxnSpPr>
        <p:spPr>
          <a:xfrm>
            <a:off x="9224047" y="3488075"/>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10EA3F8-C798-4516-90ED-F4756599B8FD}"/>
              </a:ext>
            </a:extLst>
          </p:cNvPr>
          <p:cNvCxnSpPr>
            <a:cxnSpLocks/>
          </p:cNvCxnSpPr>
          <p:nvPr userDrawn="1"/>
        </p:nvCxnSpPr>
        <p:spPr>
          <a:xfrm>
            <a:off x="9224047" y="2390795"/>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8CFFF0B-0976-4AE3-A5AC-A91A436687A9}"/>
              </a:ext>
            </a:extLst>
          </p:cNvPr>
          <p:cNvCxnSpPr>
            <a:cxnSpLocks/>
          </p:cNvCxnSpPr>
          <p:nvPr userDrawn="1"/>
        </p:nvCxnSpPr>
        <p:spPr>
          <a:xfrm>
            <a:off x="9224047" y="4585355"/>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A6FC4F51-7237-4310-952E-322D24DB89AB}"/>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6BBD2125-F5E9-497B-B700-8CA4D5DAF5B9}"/>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41" name="Text Placeholder 9">
            <a:extLst>
              <a:ext uri="{FF2B5EF4-FFF2-40B4-BE49-F238E27FC236}">
                <a16:creationId xmlns:a16="http://schemas.microsoft.com/office/drawing/2014/main" id="{744845B9-9A0A-4DC8-A9E6-DDADB3340A58}"/>
              </a:ext>
            </a:extLst>
          </p:cNvPr>
          <p:cNvSpPr>
            <a:spLocks noGrp="1"/>
          </p:cNvSpPr>
          <p:nvPr>
            <p:ph type="body" sz="quarter" idx="13" hasCustomPrompt="1"/>
          </p:nvPr>
        </p:nvSpPr>
        <p:spPr>
          <a:xfrm>
            <a:off x="522288" y="857251"/>
            <a:ext cx="11218632" cy="308610"/>
          </a:xfrm>
        </p:spPr>
        <p:txBody>
          <a:bodyPr/>
          <a:lstStyle>
            <a:lvl1pPr algn="ctr">
              <a:defRPr lang="en-US" sz="1800" kern="1200" spc="0" dirty="0" smtClean="0">
                <a:solidFill>
                  <a:schemeClr val="tx2"/>
                </a:solidFill>
                <a:latin typeface="+mn-lt"/>
                <a:ea typeface="+mn-ea"/>
                <a:cs typeface="+mn-cs"/>
              </a:defRPr>
            </a:lvl1pPr>
          </a:lstStyle>
          <a:p>
            <a:pPr lvl="0"/>
            <a:r>
              <a:rPr lang="en-US" dirty="0"/>
              <a:t>Subtitle goes here</a:t>
            </a:r>
          </a:p>
        </p:txBody>
      </p:sp>
      <p:sp>
        <p:nvSpPr>
          <p:cNvPr id="42" name="Title 41">
            <a:extLst>
              <a:ext uri="{FF2B5EF4-FFF2-40B4-BE49-F238E27FC236}">
                <a16:creationId xmlns:a16="http://schemas.microsoft.com/office/drawing/2014/main" id="{5A0624BF-E177-4548-8888-AE96BFDD5256}"/>
              </a:ext>
            </a:extLst>
          </p:cNvPr>
          <p:cNvSpPr>
            <a:spLocks noGrp="1"/>
          </p:cNvSpPr>
          <p:nvPr>
            <p:ph type="title"/>
          </p:nvPr>
        </p:nvSpPr>
        <p:spPr>
          <a:xfrm>
            <a:off x="522288" y="371913"/>
            <a:ext cx="11218632" cy="416757"/>
          </a:xfrm>
        </p:spPr>
        <p:txBody>
          <a:bodyPr/>
          <a:lstStyle>
            <a:lvl1pPr algn="ctr">
              <a:defRPr>
                <a:solidFill>
                  <a:schemeClr val="tx2"/>
                </a:solidFill>
              </a:defRPr>
            </a:lvl1pPr>
          </a:lstStyle>
          <a:p>
            <a:r>
              <a:rPr lang="en-GB"/>
              <a:t>Click to edit Master title style</a:t>
            </a:r>
            <a:endParaRPr lang="en-US" dirty="0"/>
          </a:p>
        </p:txBody>
      </p:sp>
      <p:sp>
        <p:nvSpPr>
          <p:cNvPr id="56" name="Text Placeholder 44">
            <a:extLst>
              <a:ext uri="{FF2B5EF4-FFF2-40B4-BE49-F238E27FC236}">
                <a16:creationId xmlns:a16="http://schemas.microsoft.com/office/drawing/2014/main" id="{C7AB4A3A-0612-4C91-BAC6-D31E62A82951}"/>
              </a:ext>
            </a:extLst>
          </p:cNvPr>
          <p:cNvSpPr>
            <a:spLocks noGrp="1"/>
          </p:cNvSpPr>
          <p:nvPr>
            <p:ph type="body" sz="quarter" idx="18" hasCustomPrompt="1"/>
          </p:nvPr>
        </p:nvSpPr>
        <p:spPr>
          <a:xfrm>
            <a:off x="535811" y="1499255"/>
            <a:ext cx="2453937" cy="685800"/>
          </a:xfrm>
        </p:spPr>
        <p:txBody>
          <a:bodyPr anchor="ctr"/>
          <a:lstStyle>
            <a:lvl1pPr algn="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gn="r">
              <a:lnSpc>
                <a:spcPct val="80000"/>
              </a:lnSpc>
              <a:spcBef>
                <a:spcPts val="600"/>
              </a:spcBef>
              <a:defRPr kumimoji="0" lang="en-US" sz="1050" b="0" i="0" u="none" strike="noStrike" kern="1200" cap="none" spc="0" normalizeH="0" baseline="0" dirty="0" smtClean="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sp>
        <p:nvSpPr>
          <p:cNvPr id="57" name="Text Placeholder 44">
            <a:extLst>
              <a:ext uri="{FF2B5EF4-FFF2-40B4-BE49-F238E27FC236}">
                <a16:creationId xmlns:a16="http://schemas.microsoft.com/office/drawing/2014/main" id="{DA70BF65-358D-4A84-B52D-D42335E38638}"/>
              </a:ext>
            </a:extLst>
          </p:cNvPr>
          <p:cNvSpPr>
            <a:spLocks noGrp="1"/>
          </p:cNvSpPr>
          <p:nvPr>
            <p:ph type="body" sz="quarter" idx="19" hasCustomPrompt="1"/>
          </p:nvPr>
        </p:nvSpPr>
        <p:spPr>
          <a:xfrm>
            <a:off x="535811" y="2596535"/>
            <a:ext cx="2453937" cy="685800"/>
          </a:xfrm>
        </p:spPr>
        <p:txBody>
          <a:bodyPr anchor="ctr"/>
          <a:lstStyle>
            <a:lvl1pPr algn="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gn="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r"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58" name="Text Placeholder 44">
            <a:extLst>
              <a:ext uri="{FF2B5EF4-FFF2-40B4-BE49-F238E27FC236}">
                <a16:creationId xmlns:a16="http://schemas.microsoft.com/office/drawing/2014/main" id="{E4914895-22AE-4632-B4FF-0724EEC4DEEE}"/>
              </a:ext>
            </a:extLst>
          </p:cNvPr>
          <p:cNvSpPr>
            <a:spLocks noGrp="1"/>
          </p:cNvSpPr>
          <p:nvPr>
            <p:ph type="body" sz="quarter" idx="20" hasCustomPrompt="1"/>
          </p:nvPr>
        </p:nvSpPr>
        <p:spPr>
          <a:xfrm>
            <a:off x="535811" y="3693815"/>
            <a:ext cx="2453937" cy="685800"/>
          </a:xfrm>
        </p:spPr>
        <p:txBody>
          <a:bodyPr anchor="ctr"/>
          <a:lstStyle>
            <a:lvl1pPr algn="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gn="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r"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59" name="Text Placeholder 44">
            <a:extLst>
              <a:ext uri="{FF2B5EF4-FFF2-40B4-BE49-F238E27FC236}">
                <a16:creationId xmlns:a16="http://schemas.microsoft.com/office/drawing/2014/main" id="{5CFFD693-9D7E-430D-AAC2-C22D362C5805}"/>
              </a:ext>
            </a:extLst>
          </p:cNvPr>
          <p:cNvSpPr>
            <a:spLocks noGrp="1"/>
          </p:cNvSpPr>
          <p:nvPr>
            <p:ph type="body" sz="quarter" idx="21" hasCustomPrompt="1"/>
          </p:nvPr>
        </p:nvSpPr>
        <p:spPr>
          <a:xfrm>
            <a:off x="535811" y="4791095"/>
            <a:ext cx="2453937" cy="685800"/>
          </a:xfrm>
        </p:spPr>
        <p:txBody>
          <a:bodyPr anchor="ctr"/>
          <a:lstStyle>
            <a:lvl1pPr algn="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gn="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r"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60" name="Straight Connector 59">
            <a:extLst>
              <a:ext uri="{FF2B5EF4-FFF2-40B4-BE49-F238E27FC236}">
                <a16:creationId xmlns:a16="http://schemas.microsoft.com/office/drawing/2014/main" id="{DD42F185-606E-4295-8768-85F9B79E5034}"/>
              </a:ext>
            </a:extLst>
          </p:cNvPr>
          <p:cNvCxnSpPr>
            <a:cxnSpLocks/>
          </p:cNvCxnSpPr>
          <p:nvPr userDrawn="1"/>
        </p:nvCxnSpPr>
        <p:spPr>
          <a:xfrm>
            <a:off x="400087" y="3488075"/>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AD5BE47-724B-4E0E-9021-89FF7E50683B}"/>
              </a:ext>
            </a:extLst>
          </p:cNvPr>
          <p:cNvCxnSpPr>
            <a:cxnSpLocks/>
          </p:cNvCxnSpPr>
          <p:nvPr userDrawn="1"/>
        </p:nvCxnSpPr>
        <p:spPr>
          <a:xfrm>
            <a:off x="400087" y="2390795"/>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E082AF1-766E-49C8-A097-9DCE279A436B}"/>
              </a:ext>
            </a:extLst>
          </p:cNvPr>
          <p:cNvCxnSpPr>
            <a:cxnSpLocks/>
          </p:cNvCxnSpPr>
          <p:nvPr userDrawn="1"/>
        </p:nvCxnSpPr>
        <p:spPr>
          <a:xfrm>
            <a:off x="400087" y="4585355"/>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86BC739C-6EA0-46F3-BB4B-EA38236A114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grpSp>
        <p:nvGrpSpPr>
          <p:cNvPr id="2" name="Graphic 24">
            <a:extLst>
              <a:ext uri="{FF2B5EF4-FFF2-40B4-BE49-F238E27FC236}">
                <a16:creationId xmlns:a16="http://schemas.microsoft.com/office/drawing/2014/main" id="{DA3D2D75-15F1-C8A5-6181-BFAE938F2E9B}"/>
              </a:ext>
            </a:extLst>
          </p:cNvPr>
          <p:cNvGrpSpPr/>
          <p:nvPr userDrawn="1"/>
        </p:nvGrpSpPr>
        <p:grpSpPr>
          <a:xfrm>
            <a:off x="4310360" y="1642890"/>
            <a:ext cx="3571280" cy="3572220"/>
            <a:chOff x="4873370" y="2579153"/>
            <a:chExt cx="4212334" cy="4213445"/>
          </a:xfrm>
          <a:solidFill>
            <a:schemeClr val="tx2">
              <a:alpha val="39000"/>
            </a:schemeClr>
          </a:solidFill>
        </p:grpSpPr>
        <p:sp>
          <p:nvSpPr>
            <p:cNvPr id="3" name="Freeform: Shape 11">
              <a:extLst>
                <a:ext uri="{FF2B5EF4-FFF2-40B4-BE49-F238E27FC236}">
                  <a16:creationId xmlns:a16="http://schemas.microsoft.com/office/drawing/2014/main" id="{1AB23E9F-1B74-DAE5-08E9-CC04368EEBAD}"/>
                </a:ext>
              </a:extLst>
            </p:cNvPr>
            <p:cNvSpPr/>
            <p:nvPr/>
          </p:nvSpPr>
          <p:spPr>
            <a:xfrm>
              <a:off x="4873370" y="2579153"/>
              <a:ext cx="4212334" cy="4213445"/>
            </a:xfrm>
            <a:custGeom>
              <a:avLst/>
              <a:gdLst>
                <a:gd name="connsiteX0" fmla="*/ 381 w 4212334"/>
                <a:gd name="connsiteY0" fmla="*/ 2104575 h 4213445"/>
                <a:gd name="connsiteX1" fmla="*/ 2104956 w 4212334"/>
                <a:gd name="connsiteY1" fmla="*/ 4208526 h 4213445"/>
                <a:gd name="connsiteX2" fmla="*/ 4208907 w 4212334"/>
                <a:gd name="connsiteY2" fmla="*/ 2103952 h 4213445"/>
                <a:gd name="connsiteX3" fmla="*/ 2104332 w 4212334"/>
                <a:gd name="connsiteY3" fmla="*/ 0 h 4213445"/>
                <a:gd name="connsiteX4" fmla="*/ 160972 w 4212334"/>
                <a:gd name="connsiteY4" fmla="*/ 1297998 h 4213445"/>
                <a:gd name="connsiteX5" fmla="*/ 381 w 4212334"/>
                <a:gd name="connsiteY5" fmla="*/ 2104575 h 4213445"/>
                <a:gd name="connsiteX6" fmla="*/ 381 w 4212334"/>
                <a:gd name="connsiteY6" fmla="*/ 2104575 h 4213445"/>
                <a:gd name="connsiteX7" fmla="*/ 2109250 w 4212334"/>
                <a:gd name="connsiteY7" fmla="*/ 1492 h 4213445"/>
                <a:gd name="connsiteX8" fmla="*/ 4212332 w 4212334"/>
                <a:gd name="connsiteY8" fmla="*/ 2110361 h 4213445"/>
                <a:gd name="connsiteX9" fmla="*/ 2103463 w 4212334"/>
                <a:gd name="connsiteY9" fmla="*/ 4213443 h 4213445"/>
                <a:gd name="connsiteX10" fmla="*/ 160115 w 4212334"/>
                <a:gd name="connsiteY10" fmla="*/ 2912009 h 4213445"/>
                <a:gd name="connsiteX11" fmla="*/ 0 w 4212334"/>
                <a:gd name="connsiteY11" fmla="*/ 2104575 h 421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12334" h="4213445">
                  <a:moveTo>
                    <a:pt x="381" y="2104575"/>
                  </a:moveTo>
                  <a:cubicBezTo>
                    <a:pt x="553" y="3266727"/>
                    <a:pt x="942803" y="4208698"/>
                    <a:pt x="2104956" y="4208526"/>
                  </a:cubicBezTo>
                  <a:cubicBezTo>
                    <a:pt x="3267108" y="4208354"/>
                    <a:pt x="4209079" y="3266104"/>
                    <a:pt x="4208907" y="2103952"/>
                  </a:cubicBezTo>
                  <a:cubicBezTo>
                    <a:pt x="4208735" y="941799"/>
                    <a:pt x="3266485" y="-172"/>
                    <a:pt x="2104332" y="0"/>
                  </a:cubicBezTo>
                  <a:cubicBezTo>
                    <a:pt x="1253744" y="126"/>
                    <a:pt x="486882" y="512324"/>
                    <a:pt x="160972" y="1297998"/>
                  </a:cubicBezTo>
                  <a:cubicBezTo>
                    <a:pt x="55106" y="1553736"/>
                    <a:pt x="541" y="1827790"/>
                    <a:pt x="381" y="2104575"/>
                  </a:cubicBezTo>
                  <a:close/>
                  <a:moveTo>
                    <a:pt x="381" y="2104575"/>
                  </a:moveTo>
                  <a:cubicBezTo>
                    <a:pt x="1979" y="941476"/>
                    <a:pt x="946152" y="-106"/>
                    <a:pt x="2109250" y="1492"/>
                  </a:cubicBezTo>
                  <a:cubicBezTo>
                    <a:pt x="3272348" y="3090"/>
                    <a:pt x="4213930" y="947263"/>
                    <a:pt x="4212332" y="2110361"/>
                  </a:cubicBezTo>
                  <a:cubicBezTo>
                    <a:pt x="4210734" y="3273459"/>
                    <a:pt x="3266561" y="4215041"/>
                    <a:pt x="2103463" y="4213443"/>
                  </a:cubicBezTo>
                  <a:cubicBezTo>
                    <a:pt x="1252185" y="4212274"/>
                    <a:pt x="485327" y="3698720"/>
                    <a:pt x="160115" y="2912009"/>
                  </a:cubicBezTo>
                  <a:cubicBezTo>
                    <a:pt x="54288" y="2655975"/>
                    <a:pt x="-118" y="2381617"/>
                    <a:pt x="0" y="2104575"/>
                  </a:cubicBezTo>
                  <a:close/>
                </a:path>
              </a:pathLst>
            </a:custGeom>
            <a:grpFill/>
            <a:ln w="9525" cap="flat">
              <a:noFill/>
              <a:prstDash val="solid"/>
              <a:miter/>
            </a:ln>
          </p:spPr>
          <p:txBody>
            <a:bodyPr rtlCol="0" anchor="ctr"/>
            <a:lstStyle/>
            <a:p>
              <a:endParaRPr lang="en-US"/>
            </a:p>
          </p:txBody>
        </p:sp>
        <p:sp>
          <p:nvSpPr>
            <p:cNvPr id="6" name="Freeform: Shape 12">
              <a:extLst>
                <a:ext uri="{FF2B5EF4-FFF2-40B4-BE49-F238E27FC236}">
                  <a16:creationId xmlns:a16="http://schemas.microsoft.com/office/drawing/2014/main" id="{9485ECC8-F0E7-DD96-7C75-9D4721E9F988}"/>
                </a:ext>
              </a:extLst>
            </p:cNvPr>
            <p:cNvSpPr/>
            <p:nvPr/>
          </p:nvSpPr>
          <p:spPr>
            <a:xfrm>
              <a:off x="5216816" y="2918401"/>
              <a:ext cx="3529575" cy="3529605"/>
            </a:xfrm>
            <a:custGeom>
              <a:avLst/>
              <a:gdLst>
                <a:gd name="connsiteX0" fmla="*/ 822796 w 3529575"/>
                <a:gd name="connsiteY0" fmla="*/ 2707539 h 3529605"/>
                <a:gd name="connsiteX1" fmla="*/ 1353433 w 3529575"/>
                <a:gd name="connsiteY1" fmla="*/ 3137307 h 3529605"/>
                <a:gd name="connsiteX2" fmla="*/ 1650708 w 3529575"/>
                <a:gd name="connsiteY2" fmla="*/ 3306186 h 3529605"/>
                <a:gd name="connsiteX3" fmla="*/ 1967510 w 3529575"/>
                <a:gd name="connsiteY3" fmla="*/ 3434297 h 3529605"/>
                <a:gd name="connsiteX4" fmla="*/ 2300028 w 3529575"/>
                <a:gd name="connsiteY4" fmla="*/ 3512307 h 3529605"/>
                <a:gd name="connsiteX5" fmla="*/ 2641023 w 3529575"/>
                <a:gd name="connsiteY5" fmla="*/ 3523356 h 3529605"/>
                <a:gd name="connsiteX6" fmla="*/ 2972303 w 3529575"/>
                <a:gd name="connsiteY6" fmla="*/ 3444394 h 3529605"/>
                <a:gd name="connsiteX7" fmla="*/ 3443409 w 3529575"/>
                <a:gd name="connsiteY7" fmla="*/ 2972811 h 3529605"/>
                <a:gd name="connsiteX8" fmla="*/ 3522276 w 3529575"/>
                <a:gd name="connsiteY8" fmla="*/ 2641627 h 3529605"/>
                <a:gd name="connsiteX9" fmla="*/ 3511037 w 3529575"/>
                <a:gd name="connsiteY9" fmla="*/ 2300727 h 3529605"/>
                <a:gd name="connsiteX10" fmla="*/ 3432932 w 3529575"/>
                <a:gd name="connsiteY10" fmla="*/ 1968304 h 3529605"/>
                <a:gd name="connsiteX11" fmla="*/ 3304630 w 3529575"/>
                <a:gd name="connsiteY11" fmla="*/ 1651693 h 3529605"/>
                <a:gd name="connsiteX12" fmla="*/ 3136609 w 3529575"/>
                <a:gd name="connsiteY12" fmla="*/ 1354418 h 3529605"/>
                <a:gd name="connsiteX13" fmla="*/ 2175823 w 3529575"/>
                <a:gd name="connsiteY13" fmla="*/ 394393 h 3529605"/>
                <a:gd name="connsiteX14" fmla="*/ 1878452 w 3529575"/>
                <a:gd name="connsiteY14" fmla="*/ 225991 h 3529605"/>
                <a:gd name="connsiteX15" fmla="*/ 1561841 w 3529575"/>
                <a:gd name="connsiteY15" fmla="*/ 97880 h 3529605"/>
                <a:gd name="connsiteX16" fmla="*/ 1229514 w 3529575"/>
                <a:gd name="connsiteY16" fmla="*/ 20061 h 3529605"/>
                <a:gd name="connsiteX17" fmla="*/ 888709 w 3529575"/>
                <a:gd name="connsiteY17" fmla="*/ 8726 h 3529605"/>
                <a:gd name="connsiteX18" fmla="*/ 557811 w 3529575"/>
                <a:gd name="connsiteY18" fmla="*/ 87593 h 3529605"/>
                <a:gd name="connsiteX19" fmla="*/ 87085 w 3529575"/>
                <a:gd name="connsiteY19" fmla="*/ 558128 h 3529605"/>
                <a:gd name="connsiteX20" fmla="*/ 8028 w 3529575"/>
                <a:gd name="connsiteY20" fmla="*/ 889122 h 3529605"/>
                <a:gd name="connsiteX21" fmla="*/ 18981 w 3529575"/>
                <a:gd name="connsiteY21" fmla="*/ 1229736 h 3529605"/>
                <a:gd name="connsiteX22" fmla="*/ 96801 w 3529575"/>
                <a:gd name="connsiteY22" fmla="*/ 1562254 h 3529605"/>
                <a:gd name="connsiteX23" fmla="*/ 224817 w 3529575"/>
                <a:gd name="connsiteY23" fmla="*/ 1879055 h 3529605"/>
                <a:gd name="connsiteX24" fmla="*/ 393409 w 3529575"/>
                <a:gd name="connsiteY24" fmla="*/ 2176712 h 3529605"/>
                <a:gd name="connsiteX25" fmla="*/ 822796 w 3529575"/>
                <a:gd name="connsiteY25" fmla="*/ 2707540 h 3529605"/>
                <a:gd name="connsiteX26" fmla="*/ 822796 w 3529575"/>
                <a:gd name="connsiteY26" fmla="*/ 2707539 h 3529605"/>
                <a:gd name="connsiteX27" fmla="*/ 392361 w 3529575"/>
                <a:gd name="connsiteY27" fmla="*/ 2177092 h 3529605"/>
                <a:gd name="connsiteX28" fmla="*/ 223578 w 3529575"/>
                <a:gd name="connsiteY28" fmla="*/ 1879722 h 3529605"/>
                <a:gd name="connsiteX29" fmla="*/ 94800 w 3529575"/>
                <a:gd name="connsiteY29" fmla="*/ 1563111 h 3529605"/>
                <a:gd name="connsiteX30" fmla="*/ 16409 w 3529575"/>
                <a:gd name="connsiteY30" fmla="*/ 1230307 h 3529605"/>
                <a:gd name="connsiteX31" fmla="*/ 5074 w 3529575"/>
                <a:gd name="connsiteY31" fmla="*/ 888836 h 3529605"/>
                <a:gd name="connsiteX32" fmla="*/ 83941 w 3529575"/>
                <a:gd name="connsiteY32" fmla="*/ 556889 h 3529605"/>
                <a:gd name="connsiteX33" fmla="*/ 556381 w 3529575"/>
                <a:gd name="connsiteY33" fmla="*/ 84164 h 3529605"/>
                <a:gd name="connsiteX34" fmla="*/ 888423 w 3529575"/>
                <a:gd name="connsiteY34" fmla="*/ 5106 h 3529605"/>
                <a:gd name="connsiteX35" fmla="*/ 1229989 w 3529575"/>
                <a:gd name="connsiteY35" fmla="*/ 16346 h 3529605"/>
                <a:gd name="connsiteX36" fmla="*/ 1562888 w 3529575"/>
                <a:gd name="connsiteY36" fmla="*/ 94546 h 3529605"/>
                <a:gd name="connsiteX37" fmla="*/ 1879975 w 3529575"/>
                <a:gd name="connsiteY37" fmla="*/ 222943 h 3529605"/>
                <a:gd name="connsiteX38" fmla="*/ 2177536 w 3529575"/>
                <a:gd name="connsiteY38" fmla="*/ 391535 h 3529605"/>
                <a:gd name="connsiteX39" fmla="*/ 3138418 w 3529575"/>
                <a:gd name="connsiteY39" fmla="*/ 1352894 h 3529605"/>
                <a:gd name="connsiteX40" fmla="*/ 3307011 w 3529575"/>
                <a:gd name="connsiteY40" fmla="*/ 1650550 h 3529605"/>
                <a:gd name="connsiteX41" fmla="*/ 3435217 w 3529575"/>
                <a:gd name="connsiteY41" fmla="*/ 1967542 h 3529605"/>
                <a:gd name="connsiteX42" fmla="*/ 3513322 w 3529575"/>
                <a:gd name="connsiteY42" fmla="*/ 2300917 h 3529605"/>
                <a:gd name="connsiteX43" fmla="*/ 3524466 w 3529575"/>
                <a:gd name="connsiteY43" fmla="*/ 2642293 h 3529605"/>
                <a:gd name="connsiteX44" fmla="*/ 3445314 w 3529575"/>
                <a:gd name="connsiteY44" fmla="*/ 2974049 h 3529605"/>
                <a:gd name="connsiteX45" fmla="*/ 2973159 w 3529575"/>
                <a:gd name="connsiteY45" fmla="*/ 3446108 h 3529605"/>
                <a:gd name="connsiteX46" fmla="*/ 2641308 w 3529575"/>
                <a:gd name="connsiteY46" fmla="*/ 3524498 h 3529605"/>
                <a:gd name="connsiteX47" fmla="*/ 2299933 w 3529575"/>
                <a:gd name="connsiteY47" fmla="*/ 3513259 h 3529605"/>
                <a:gd name="connsiteX48" fmla="*/ 1967224 w 3529575"/>
                <a:gd name="connsiteY48" fmla="*/ 3435059 h 3529605"/>
                <a:gd name="connsiteX49" fmla="*/ 1650708 w 3529575"/>
                <a:gd name="connsiteY49" fmla="*/ 3306662 h 3529605"/>
                <a:gd name="connsiteX50" fmla="*/ 1353243 w 3529575"/>
                <a:gd name="connsiteY50" fmla="*/ 3137974 h 3529605"/>
                <a:gd name="connsiteX51" fmla="*/ 822510 w 3529575"/>
                <a:gd name="connsiteY51" fmla="*/ 2707825 h 3529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29575" h="3529605">
                  <a:moveTo>
                    <a:pt x="822796" y="2707539"/>
                  </a:moveTo>
                  <a:cubicBezTo>
                    <a:pt x="984117" y="2869005"/>
                    <a:pt x="1161975" y="3013053"/>
                    <a:pt x="1353433" y="3137307"/>
                  </a:cubicBezTo>
                  <a:cubicBezTo>
                    <a:pt x="1449097" y="3199432"/>
                    <a:pt x="1548363" y="3255824"/>
                    <a:pt x="1650708" y="3306186"/>
                  </a:cubicBezTo>
                  <a:cubicBezTo>
                    <a:pt x="1753192" y="3356224"/>
                    <a:pt x="1859051" y="3399033"/>
                    <a:pt x="1967510" y="3434297"/>
                  </a:cubicBezTo>
                  <a:cubicBezTo>
                    <a:pt x="2075913" y="3469768"/>
                    <a:pt x="2187160" y="3495867"/>
                    <a:pt x="2300028" y="3512307"/>
                  </a:cubicBezTo>
                  <a:cubicBezTo>
                    <a:pt x="2412879" y="3529214"/>
                    <a:pt x="2527314" y="3532922"/>
                    <a:pt x="2641023" y="3523356"/>
                  </a:cubicBezTo>
                  <a:cubicBezTo>
                    <a:pt x="2754802" y="3513905"/>
                    <a:pt x="2866494" y="3487283"/>
                    <a:pt x="2972303" y="3444394"/>
                  </a:cubicBezTo>
                  <a:cubicBezTo>
                    <a:pt x="3185885" y="3356227"/>
                    <a:pt x="3355458" y="3186482"/>
                    <a:pt x="3443409" y="2972811"/>
                  </a:cubicBezTo>
                  <a:cubicBezTo>
                    <a:pt x="3486279" y="2867034"/>
                    <a:pt x="3512870" y="2755372"/>
                    <a:pt x="3522276" y="2641627"/>
                  </a:cubicBezTo>
                  <a:cubicBezTo>
                    <a:pt x="3531733" y="2527941"/>
                    <a:pt x="3527961" y="2413542"/>
                    <a:pt x="3511037" y="2300727"/>
                  </a:cubicBezTo>
                  <a:cubicBezTo>
                    <a:pt x="3494530" y="2187895"/>
                    <a:pt x="3468400" y="2076681"/>
                    <a:pt x="3432932" y="1968304"/>
                  </a:cubicBezTo>
                  <a:cubicBezTo>
                    <a:pt x="3397602" y="1859904"/>
                    <a:pt x="3354730" y="1754108"/>
                    <a:pt x="3304630" y="1651693"/>
                  </a:cubicBezTo>
                  <a:cubicBezTo>
                    <a:pt x="3254532" y="1549376"/>
                    <a:pt x="3198427" y="1450111"/>
                    <a:pt x="3136609" y="1354418"/>
                  </a:cubicBezTo>
                  <a:cubicBezTo>
                    <a:pt x="2886821" y="970893"/>
                    <a:pt x="2559546" y="643877"/>
                    <a:pt x="2175823" y="394393"/>
                  </a:cubicBezTo>
                  <a:cubicBezTo>
                    <a:pt x="2080116" y="332428"/>
                    <a:pt x="1980818" y="276195"/>
                    <a:pt x="1878452" y="225991"/>
                  </a:cubicBezTo>
                  <a:cubicBezTo>
                    <a:pt x="1776033" y="175953"/>
                    <a:pt x="1670238" y="133145"/>
                    <a:pt x="1561841" y="97880"/>
                  </a:cubicBezTo>
                  <a:cubicBezTo>
                    <a:pt x="1453485" y="62519"/>
                    <a:pt x="1342305" y="36485"/>
                    <a:pt x="1229514" y="20061"/>
                  </a:cubicBezTo>
                  <a:cubicBezTo>
                    <a:pt x="1116734" y="3107"/>
                    <a:pt x="1002367" y="-697"/>
                    <a:pt x="888709" y="8726"/>
                  </a:cubicBezTo>
                  <a:cubicBezTo>
                    <a:pt x="775071" y="18220"/>
                    <a:pt x="663515" y="44809"/>
                    <a:pt x="557811" y="87593"/>
                  </a:cubicBezTo>
                  <a:cubicBezTo>
                    <a:pt x="344656" y="175724"/>
                    <a:pt x="175302" y="345009"/>
                    <a:pt x="87085" y="558128"/>
                  </a:cubicBezTo>
                  <a:cubicBezTo>
                    <a:pt x="44155" y="663829"/>
                    <a:pt x="17500" y="775429"/>
                    <a:pt x="8028" y="889122"/>
                  </a:cubicBezTo>
                  <a:cubicBezTo>
                    <a:pt x="-1557" y="1002700"/>
                    <a:pt x="2119" y="1117008"/>
                    <a:pt x="18981" y="1229736"/>
                  </a:cubicBezTo>
                  <a:cubicBezTo>
                    <a:pt x="35402" y="1342589"/>
                    <a:pt x="61437" y="1453833"/>
                    <a:pt x="96801" y="1562254"/>
                  </a:cubicBezTo>
                  <a:cubicBezTo>
                    <a:pt x="132008" y="1670719"/>
                    <a:pt x="174785" y="1776580"/>
                    <a:pt x="224817" y="1879055"/>
                  </a:cubicBezTo>
                  <a:cubicBezTo>
                    <a:pt x="275069" y="1981526"/>
                    <a:pt x="331366" y="2080920"/>
                    <a:pt x="393409" y="2176712"/>
                  </a:cubicBezTo>
                  <a:cubicBezTo>
                    <a:pt x="517538" y="2368215"/>
                    <a:pt x="661458" y="2546136"/>
                    <a:pt x="822796" y="2707540"/>
                  </a:cubicBezTo>
                  <a:close/>
                  <a:moveTo>
                    <a:pt x="822796" y="2707539"/>
                  </a:moveTo>
                  <a:cubicBezTo>
                    <a:pt x="661150" y="2546274"/>
                    <a:pt x="516881" y="2368484"/>
                    <a:pt x="392361" y="2177092"/>
                  </a:cubicBezTo>
                  <a:cubicBezTo>
                    <a:pt x="330287" y="2081382"/>
                    <a:pt x="273928" y="1982085"/>
                    <a:pt x="223578" y="1879722"/>
                  </a:cubicBezTo>
                  <a:cubicBezTo>
                    <a:pt x="173330" y="1777313"/>
                    <a:pt x="130299" y="1671518"/>
                    <a:pt x="94800" y="1563111"/>
                  </a:cubicBezTo>
                  <a:cubicBezTo>
                    <a:pt x="59238" y="1454611"/>
                    <a:pt x="33013" y="1343272"/>
                    <a:pt x="16409" y="1230307"/>
                  </a:cubicBezTo>
                  <a:cubicBezTo>
                    <a:pt x="-597" y="1117308"/>
                    <a:pt x="-4401" y="1002714"/>
                    <a:pt x="5074" y="888836"/>
                  </a:cubicBezTo>
                  <a:cubicBezTo>
                    <a:pt x="14444" y="774838"/>
                    <a:pt x="41035" y="662919"/>
                    <a:pt x="83941" y="556889"/>
                  </a:cubicBezTo>
                  <a:cubicBezTo>
                    <a:pt x="172149" y="342663"/>
                    <a:pt x="342209" y="172501"/>
                    <a:pt x="556381" y="84164"/>
                  </a:cubicBezTo>
                  <a:cubicBezTo>
                    <a:pt x="662446" y="41230"/>
                    <a:pt x="774391" y="14576"/>
                    <a:pt x="888423" y="5106"/>
                  </a:cubicBezTo>
                  <a:cubicBezTo>
                    <a:pt x="1002329" y="-4398"/>
                    <a:pt x="1116954" y="-626"/>
                    <a:pt x="1229989" y="16346"/>
                  </a:cubicBezTo>
                  <a:cubicBezTo>
                    <a:pt x="1342978" y="32895"/>
                    <a:pt x="1454348" y="59057"/>
                    <a:pt x="1562888" y="94546"/>
                  </a:cubicBezTo>
                  <a:cubicBezTo>
                    <a:pt x="1671439" y="129924"/>
                    <a:pt x="1777392" y="172827"/>
                    <a:pt x="1879975" y="222943"/>
                  </a:cubicBezTo>
                  <a:cubicBezTo>
                    <a:pt x="1982378" y="273265"/>
                    <a:pt x="2081736" y="329560"/>
                    <a:pt x="2177536" y="391535"/>
                  </a:cubicBezTo>
                  <a:cubicBezTo>
                    <a:pt x="2561458" y="641361"/>
                    <a:pt x="2888783" y="968848"/>
                    <a:pt x="3138418" y="1352894"/>
                  </a:cubicBezTo>
                  <a:cubicBezTo>
                    <a:pt x="3200451" y="1448692"/>
                    <a:pt x="3256748" y="1548085"/>
                    <a:pt x="3307011" y="1650550"/>
                  </a:cubicBezTo>
                  <a:cubicBezTo>
                    <a:pt x="3357081" y="1753097"/>
                    <a:pt x="3399921" y="1859020"/>
                    <a:pt x="3435217" y="1967542"/>
                  </a:cubicBezTo>
                  <a:cubicBezTo>
                    <a:pt x="3470756" y="2076224"/>
                    <a:pt x="3496888" y="2187759"/>
                    <a:pt x="3513322" y="2300917"/>
                  </a:cubicBezTo>
                  <a:cubicBezTo>
                    <a:pt x="3530216" y="2413896"/>
                    <a:pt x="3533956" y="2528453"/>
                    <a:pt x="3524466" y="2642293"/>
                  </a:cubicBezTo>
                  <a:cubicBezTo>
                    <a:pt x="3514966" y="2756238"/>
                    <a:pt x="3488280" y="2868089"/>
                    <a:pt x="3445314" y="2974049"/>
                  </a:cubicBezTo>
                  <a:cubicBezTo>
                    <a:pt x="3357026" y="3187968"/>
                    <a:pt x="3187097" y="3357863"/>
                    <a:pt x="2973159" y="3446108"/>
                  </a:cubicBezTo>
                  <a:cubicBezTo>
                    <a:pt x="2867122" y="3488804"/>
                    <a:pt x="2755243" y="3515232"/>
                    <a:pt x="2641308" y="3524498"/>
                  </a:cubicBezTo>
                  <a:cubicBezTo>
                    <a:pt x="2527466" y="3534004"/>
                    <a:pt x="2412904" y="3530232"/>
                    <a:pt x="2299933" y="3513259"/>
                  </a:cubicBezTo>
                  <a:cubicBezTo>
                    <a:pt x="2186998" y="3496755"/>
                    <a:pt x="2075687" y="3470592"/>
                    <a:pt x="1967224" y="3435059"/>
                  </a:cubicBezTo>
                  <a:cubicBezTo>
                    <a:pt x="1858865" y="3399664"/>
                    <a:pt x="1753103" y="3356761"/>
                    <a:pt x="1650708" y="3306662"/>
                  </a:cubicBezTo>
                  <a:cubicBezTo>
                    <a:pt x="1548307" y="3256361"/>
                    <a:pt x="1448977" y="3200033"/>
                    <a:pt x="1353243" y="3137974"/>
                  </a:cubicBezTo>
                  <a:cubicBezTo>
                    <a:pt x="1161775" y="3013546"/>
                    <a:pt x="983891" y="2869374"/>
                    <a:pt x="822510" y="2707825"/>
                  </a:cubicBezTo>
                  <a:close/>
                </a:path>
              </a:pathLst>
            </a:custGeom>
            <a:grpFill/>
            <a:ln w="9525" cap="flat">
              <a:noFill/>
              <a:prstDash val="solid"/>
              <a:miter/>
            </a:ln>
          </p:spPr>
          <p:txBody>
            <a:bodyPr rtlCol="0" anchor="ctr"/>
            <a:lstStyle/>
            <a:p>
              <a:endParaRPr lang="en-US"/>
            </a:p>
          </p:txBody>
        </p:sp>
        <p:sp>
          <p:nvSpPr>
            <p:cNvPr id="7" name="Freeform: Shape 13">
              <a:extLst>
                <a:ext uri="{FF2B5EF4-FFF2-40B4-BE49-F238E27FC236}">
                  <a16:creationId xmlns:a16="http://schemas.microsoft.com/office/drawing/2014/main" id="{C5569DE9-73B8-6AB5-5176-030F89CF2C94}"/>
                </a:ext>
              </a:extLst>
            </p:cNvPr>
            <p:cNvSpPr/>
            <p:nvPr/>
          </p:nvSpPr>
          <p:spPr>
            <a:xfrm>
              <a:off x="5461760" y="3163851"/>
              <a:ext cx="3040987" cy="3041083"/>
            </a:xfrm>
            <a:custGeom>
              <a:avLst/>
              <a:gdLst>
                <a:gd name="connsiteX0" fmla="*/ 1812197 w 3040987"/>
                <a:gd name="connsiteY0" fmla="*/ 1227745 h 3041083"/>
                <a:gd name="connsiteX1" fmla="*/ 1411099 w 3040987"/>
                <a:gd name="connsiteY1" fmla="*/ 847316 h 3041083"/>
                <a:gd name="connsiteX2" fmla="*/ 988475 w 3040987"/>
                <a:gd name="connsiteY2" fmla="*/ 491081 h 3041083"/>
                <a:gd name="connsiteX3" fmla="*/ 536704 w 3040987"/>
                <a:gd name="connsiteY3" fmla="*/ 173041 h 3041083"/>
                <a:gd name="connsiteX4" fmla="*/ 291816 w 3040987"/>
                <a:gd name="connsiteY4" fmla="*/ 45787 h 3041083"/>
                <a:gd name="connsiteX5" fmla="*/ 159990 w 3040987"/>
                <a:gd name="connsiteY5" fmla="*/ 5687 h 3041083"/>
                <a:gd name="connsiteX6" fmla="*/ 91315 w 3040987"/>
                <a:gd name="connsiteY6" fmla="*/ 3211 h 3041083"/>
                <a:gd name="connsiteX7" fmla="*/ 58168 w 3040987"/>
                <a:gd name="connsiteY7" fmla="*/ 11688 h 3041083"/>
                <a:gd name="connsiteX8" fmla="*/ 11115 w 3040987"/>
                <a:gd name="connsiteY8" fmla="*/ 58741 h 3041083"/>
                <a:gd name="connsiteX9" fmla="*/ 2637 w 3040987"/>
                <a:gd name="connsiteY9" fmla="*/ 91888 h 3041083"/>
                <a:gd name="connsiteX10" fmla="*/ 5685 w 3040987"/>
                <a:gd name="connsiteY10" fmla="*/ 160373 h 3041083"/>
                <a:gd name="connsiteX11" fmla="*/ 45881 w 3040987"/>
                <a:gd name="connsiteY11" fmla="*/ 292104 h 3041083"/>
                <a:gd name="connsiteX12" fmla="*/ 173421 w 3040987"/>
                <a:gd name="connsiteY12" fmla="*/ 536611 h 3041083"/>
                <a:gd name="connsiteX13" fmla="*/ 491365 w 3040987"/>
                <a:gd name="connsiteY13" fmla="*/ 988000 h 3041083"/>
                <a:gd name="connsiteX14" fmla="*/ 847886 w 3040987"/>
                <a:gd name="connsiteY14" fmla="*/ 1410339 h 3041083"/>
                <a:gd name="connsiteX15" fmla="*/ 1228886 w 3040987"/>
                <a:gd name="connsiteY15" fmla="*/ 1811151 h 3041083"/>
                <a:gd name="connsiteX16" fmla="*/ 1629793 w 3040987"/>
                <a:gd name="connsiteY16" fmla="*/ 2191579 h 3041083"/>
                <a:gd name="connsiteX17" fmla="*/ 2052322 w 3040987"/>
                <a:gd name="connsiteY17" fmla="*/ 2547910 h 3041083"/>
                <a:gd name="connsiteX18" fmla="*/ 2503902 w 3040987"/>
                <a:gd name="connsiteY18" fmla="*/ 2865854 h 3041083"/>
                <a:gd name="connsiteX19" fmla="*/ 2748790 w 3040987"/>
                <a:gd name="connsiteY19" fmla="*/ 2993108 h 3041083"/>
                <a:gd name="connsiteX20" fmla="*/ 2880330 w 3040987"/>
                <a:gd name="connsiteY20" fmla="*/ 3033113 h 3041083"/>
                <a:gd name="connsiteX21" fmla="*/ 2948624 w 3040987"/>
                <a:gd name="connsiteY21" fmla="*/ 3036066 h 3041083"/>
                <a:gd name="connsiteX22" fmla="*/ 2981486 w 3040987"/>
                <a:gd name="connsiteY22" fmla="*/ 3027684 h 3041083"/>
                <a:gd name="connsiteX23" fmla="*/ 3010061 w 3040987"/>
                <a:gd name="connsiteY23" fmla="*/ 3009301 h 3041083"/>
                <a:gd name="connsiteX24" fmla="*/ 3028444 w 3040987"/>
                <a:gd name="connsiteY24" fmla="*/ 2980726 h 3041083"/>
                <a:gd name="connsiteX25" fmla="*/ 3036921 w 3040987"/>
                <a:gd name="connsiteY25" fmla="*/ 2947864 h 3041083"/>
                <a:gd name="connsiteX26" fmla="*/ 3033968 w 3040987"/>
                <a:gd name="connsiteY26" fmla="*/ 2879570 h 3041083"/>
                <a:gd name="connsiteX27" fmla="*/ 2993963 w 3040987"/>
                <a:gd name="connsiteY27" fmla="*/ 2747934 h 3041083"/>
                <a:gd name="connsiteX28" fmla="*/ 2866900 w 3040987"/>
                <a:gd name="connsiteY28" fmla="*/ 2503047 h 3041083"/>
                <a:gd name="connsiteX29" fmla="*/ 2548765 w 3040987"/>
                <a:gd name="connsiteY29" fmla="*/ 2051657 h 3041083"/>
                <a:gd name="connsiteX30" fmla="*/ 2192720 w 3040987"/>
                <a:gd name="connsiteY30" fmla="*/ 1628938 h 3041083"/>
                <a:gd name="connsiteX31" fmla="*/ 1812197 w 3040987"/>
                <a:gd name="connsiteY31" fmla="*/ 1227745 h 3041083"/>
                <a:gd name="connsiteX32" fmla="*/ 1812197 w 3040987"/>
                <a:gd name="connsiteY32" fmla="*/ 1227745 h 3041083"/>
                <a:gd name="connsiteX33" fmla="*/ 2193197 w 3040987"/>
                <a:gd name="connsiteY33" fmla="*/ 1628366 h 3041083"/>
                <a:gd name="connsiteX34" fmla="*/ 2549908 w 3040987"/>
                <a:gd name="connsiteY34" fmla="*/ 2050705 h 3041083"/>
                <a:gd name="connsiteX35" fmla="*/ 2868519 w 3040987"/>
                <a:gd name="connsiteY35" fmla="*/ 2502285 h 3041083"/>
                <a:gd name="connsiteX36" fmla="*/ 2996440 w 3040987"/>
                <a:gd name="connsiteY36" fmla="*/ 2747173 h 3041083"/>
                <a:gd name="connsiteX37" fmla="*/ 3036826 w 3040987"/>
                <a:gd name="connsiteY37" fmla="*/ 2879761 h 3041083"/>
                <a:gd name="connsiteX38" fmla="*/ 3039874 w 3040987"/>
                <a:gd name="connsiteY38" fmla="*/ 2949007 h 3041083"/>
                <a:gd name="connsiteX39" fmla="*/ 3031301 w 3040987"/>
                <a:gd name="connsiteY39" fmla="*/ 2982916 h 3041083"/>
                <a:gd name="connsiteX40" fmla="*/ 3012251 w 3040987"/>
                <a:gd name="connsiteY40" fmla="*/ 3012253 h 3041083"/>
                <a:gd name="connsiteX41" fmla="*/ 2982914 w 3040987"/>
                <a:gd name="connsiteY41" fmla="*/ 3031303 h 3041083"/>
                <a:gd name="connsiteX42" fmla="*/ 2949005 w 3040987"/>
                <a:gd name="connsiteY42" fmla="*/ 3039971 h 3041083"/>
                <a:gd name="connsiteX43" fmla="*/ 2879663 w 3040987"/>
                <a:gd name="connsiteY43" fmla="*/ 3036923 h 3041083"/>
                <a:gd name="connsiteX44" fmla="*/ 2747360 w 3040987"/>
                <a:gd name="connsiteY44" fmla="*/ 2996632 h 3041083"/>
                <a:gd name="connsiteX45" fmla="*/ 2502092 w 3040987"/>
                <a:gd name="connsiteY45" fmla="*/ 2868997 h 3041083"/>
                <a:gd name="connsiteX46" fmla="*/ 2050226 w 3040987"/>
                <a:gd name="connsiteY46" fmla="*/ 2550671 h 3041083"/>
                <a:gd name="connsiteX47" fmla="*/ 1627697 w 3040987"/>
                <a:gd name="connsiteY47" fmla="*/ 2194056 h 3041083"/>
                <a:gd name="connsiteX48" fmla="*/ 1226790 w 3040987"/>
                <a:gd name="connsiteY48" fmla="*/ 1813056 h 3041083"/>
                <a:gd name="connsiteX49" fmla="*/ 846266 w 3040987"/>
                <a:gd name="connsiteY49" fmla="*/ 1412053 h 3041083"/>
                <a:gd name="connsiteX50" fmla="*/ 489936 w 3040987"/>
                <a:gd name="connsiteY50" fmla="*/ 989334 h 3041083"/>
                <a:gd name="connsiteX51" fmla="*/ 171801 w 3040987"/>
                <a:gd name="connsiteY51" fmla="*/ 537373 h 3041083"/>
                <a:gd name="connsiteX52" fmla="*/ 44357 w 3040987"/>
                <a:gd name="connsiteY52" fmla="*/ 292199 h 3041083"/>
                <a:gd name="connsiteX53" fmla="*/ 4161 w 3040987"/>
                <a:gd name="connsiteY53" fmla="*/ 160087 h 3041083"/>
                <a:gd name="connsiteX54" fmla="*/ 1113 w 3040987"/>
                <a:gd name="connsiteY54" fmla="*/ 90936 h 3041083"/>
                <a:gd name="connsiteX55" fmla="*/ 9781 w 3040987"/>
                <a:gd name="connsiteY55" fmla="*/ 57313 h 3041083"/>
                <a:gd name="connsiteX56" fmla="*/ 57406 w 3040987"/>
                <a:gd name="connsiteY56" fmla="*/ 9688 h 3041083"/>
                <a:gd name="connsiteX57" fmla="*/ 91029 w 3040987"/>
                <a:gd name="connsiteY57" fmla="*/ 1115 h 3041083"/>
                <a:gd name="connsiteX58" fmla="*/ 160085 w 3040987"/>
                <a:gd name="connsiteY58" fmla="*/ 4068 h 3041083"/>
                <a:gd name="connsiteX59" fmla="*/ 292197 w 3040987"/>
                <a:gd name="connsiteY59" fmla="*/ 44454 h 3041083"/>
                <a:gd name="connsiteX60" fmla="*/ 537370 w 3040987"/>
                <a:gd name="connsiteY60" fmla="*/ 171994 h 3041083"/>
                <a:gd name="connsiteX61" fmla="*/ 989046 w 3040987"/>
                <a:gd name="connsiteY61" fmla="*/ 490319 h 3041083"/>
                <a:gd name="connsiteX62" fmla="*/ 1411385 w 3040987"/>
                <a:gd name="connsiteY62" fmla="*/ 846935 h 3041083"/>
                <a:gd name="connsiteX63" fmla="*/ 1812387 w 3040987"/>
                <a:gd name="connsiteY63" fmla="*/ 1227459 h 304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040987" h="3041083">
                  <a:moveTo>
                    <a:pt x="1812197" y="1227745"/>
                  </a:moveTo>
                  <a:cubicBezTo>
                    <a:pt x="1681704" y="1097506"/>
                    <a:pt x="1548005" y="970697"/>
                    <a:pt x="1411099" y="847316"/>
                  </a:cubicBezTo>
                  <a:cubicBezTo>
                    <a:pt x="1274034" y="724158"/>
                    <a:pt x="1133541" y="604810"/>
                    <a:pt x="988475" y="491081"/>
                  </a:cubicBezTo>
                  <a:cubicBezTo>
                    <a:pt x="844235" y="376322"/>
                    <a:pt x="693386" y="270126"/>
                    <a:pt x="536704" y="173041"/>
                  </a:cubicBezTo>
                  <a:cubicBezTo>
                    <a:pt x="458424" y="124467"/>
                    <a:pt x="376558" y="81926"/>
                    <a:pt x="291816" y="45787"/>
                  </a:cubicBezTo>
                  <a:cubicBezTo>
                    <a:pt x="249430" y="27759"/>
                    <a:pt x="205236" y="14316"/>
                    <a:pt x="159990" y="5687"/>
                  </a:cubicBezTo>
                  <a:cubicBezTo>
                    <a:pt x="137321" y="1707"/>
                    <a:pt x="114212" y="874"/>
                    <a:pt x="91315" y="3211"/>
                  </a:cubicBezTo>
                  <a:cubicBezTo>
                    <a:pt x="79944" y="4580"/>
                    <a:pt x="68801" y="7430"/>
                    <a:pt x="58168" y="11688"/>
                  </a:cubicBezTo>
                  <a:cubicBezTo>
                    <a:pt x="36676" y="20227"/>
                    <a:pt x="19654" y="37249"/>
                    <a:pt x="11115" y="58741"/>
                  </a:cubicBezTo>
                  <a:cubicBezTo>
                    <a:pt x="6857" y="69374"/>
                    <a:pt x="4007" y="80517"/>
                    <a:pt x="2637" y="91888"/>
                  </a:cubicBezTo>
                  <a:cubicBezTo>
                    <a:pt x="555" y="114749"/>
                    <a:pt x="1581" y="137787"/>
                    <a:pt x="5685" y="160373"/>
                  </a:cubicBezTo>
                  <a:cubicBezTo>
                    <a:pt x="14303" y="205602"/>
                    <a:pt x="27779" y="249769"/>
                    <a:pt x="45881" y="292104"/>
                  </a:cubicBezTo>
                  <a:cubicBezTo>
                    <a:pt x="82127" y="376725"/>
                    <a:pt x="124764" y="458463"/>
                    <a:pt x="173421" y="536611"/>
                  </a:cubicBezTo>
                  <a:cubicBezTo>
                    <a:pt x="270486" y="693161"/>
                    <a:pt x="376649" y="843883"/>
                    <a:pt x="491365" y="988000"/>
                  </a:cubicBezTo>
                  <a:cubicBezTo>
                    <a:pt x="605665" y="1132971"/>
                    <a:pt x="724632" y="1273751"/>
                    <a:pt x="847886" y="1410339"/>
                  </a:cubicBezTo>
                  <a:cubicBezTo>
                    <a:pt x="971139" y="1546927"/>
                    <a:pt x="1098203" y="1680849"/>
                    <a:pt x="1228886" y="1811151"/>
                  </a:cubicBezTo>
                  <a:cubicBezTo>
                    <a:pt x="1359569" y="1941453"/>
                    <a:pt x="1492728" y="2068326"/>
                    <a:pt x="1629793" y="2191579"/>
                  </a:cubicBezTo>
                  <a:cubicBezTo>
                    <a:pt x="1766858" y="2314833"/>
                    <a:pt x="1907351" y="2434181"/>
                    <a:pt x="2052322" y="2547910"/>
                  </a:cubicBezTo>
                  <a:cubicBezTo>
                    <a:pt x="2196514" y="2662615"/>
                    <a:pt x="2347299" y="2768778"/>
                    <a:pt x="2503902" y="2865854"/>
                  </a:cubicBezTo>
                  <a:cubicBezTo>
                    <a:pt x="2582180" y="2914433"/>
                    <a:pt x="2664046" y="2956974"/>
                    <a:pt x="2748790" y="2993108"/>
                  </a:cubicBezTo>
                  <a:cubicBezTo>
                    <a:pt x="2791065" y="3011148"/>
                    <a:pt x="2835169" y="3024561"/>
                    <a:pt x="2880330" y="3033113"/>
                  </a:cubicBezTo>
                  <a:cubicBezTo>
                    <a:pt x="2902846" y="3037279"/>
                    <a:pt x="2925833" y="3038273"/>
                    <a:pt x="2948624" y="3036066"/>
                  </a:cubicBezTo>
                  <a:cubicBezTo>
                    <a:pt x="2959905" y="3034762"/>
                    <a:pt x="2970958" y="3031943"/>
                    <a:pt x="2981486" y="3027684"/>
                  </a:cubicBezTo>
                  <a:cubicBezTo>
                    <a:pt x="2992051" y="3023348"/>
                    <a:pt x="3001735" y="3017118"/>
                    <a:pt x="3010061" y="3009301"/>
                  </a:cubicBezTo>
                  <a:cubicBezTo>
                    <a:pt x="3017909" y="3000999"/>
                    <a:pt x="3024143" y="2991309"/>
                    <a:pt x="3028444" y="2980726"/>
                  </a:cubicBezTo>
                  <a:cubicBezTo>
                    <a:pt x="3032701" y="2970192"/>
                    <a:pt x="3035551" y="2959143"/>
                    <a:pt x="3036921" y="2947864"/>
                  </a:cubicBezTo>
                  <a:cubicBezTo>
                    <a:pt x="3039034" y="2925071"/>
                    <a:pt x="3038040" y="2902096"/>
                    <a:pt x="3033968" y="2879570"/>
                  </a:cubicBezTo>
                  <a:cubicBezTo>
                    <a:pt x="3025448" y="2834370"/>
                    <a:pt x="3012033" y="2790232"/>
                    <a:pt x="2993963" y="2747934"/>
                  </a:cubicBezTo>
                  <a:cubicBezTo>
                    <a:pt x="2957909" y="2663188"/>
                    <a:pt x="2915430" y="2581320"/>
                    <a:pt x="2866900" y="2503047"/>
                  </a:cubicBezTo>
                  <a:cubicBezTo>
                    <a:pt x="2769751" y="2346506"/>
                    <a:pt x="2663525" y="2195785"/>
                    <a:pt x="2548765" y="2051657"/>
                  </a:cubicBezTo>
                  <a:cubicBezTo>
                    <a:pt x="2435132" y="1906591"/>
                    <a:pt x="2315784" y="1765907"/>
                    <a:pt x="2192720" y="1628938"/>
                  </a:cubicBezTo>
                  <a:cubicBezTo>
                    <a:pt x="2069658" y="1491968"/>
                    <a:pt x="1942308" y="1358237"/>
                    <a:pt x="1812197" y="1227745"/>
                  </a:cubicBezTo>
                  <a:close/>
                  <a:moveTo>
                    <a:pt x="1812197" y="1227745"/>
                  </a:moveTo>
                  <a:cubicBezTo>
                    <a:pt x="1942626" y="1358047"/>
                    <a:pt x="2069626" y="1491587"/>
                    <a:pt x="2193197" y="1628366"/>
                  </a:cubicBezTo>
                  <a:cubicBezTo>
                    <a:pt x="2316450" y="1765336"/>
                    <a:pt x="2435989" y="1905734"/>
                    <a:pt x="2549908" y="2050705"/>
                  </a:cubicBezTo>
                  <a:cubicBezTo>
                    <a:pt x="2664873" y="2194855"/>
                    <a:pt x="2771260" y="2345642"/>
                    <a:pt x="2868519" y="2502285"/>
                  </a:cubicBezTo>
                  <a:cubicBezTo>
                    <a:pt x="2917320" y="2580545"/>
                    <a:pt x="2960085" y="2662411"/>
                    <a:pt x="2996440" y="2747173"/>
                  </a:cubicBezTo>
                  <a:cubicBezTo>
                    <a:pt x="3014720" y="2789755"/>
                    <a:pt x="3028264" y="2834218"/>
                    <a:pt x="3036826" y="2879761"/>
                  </a:cubicBezTo>
                  <a:cubicBezTo>
                    <a:pt x="3041030" y="2902592"/>
                    <a:pt x="3042056" y="2925895"/>
                    <a:pt x="3039874" y="2949007"/>
                  </a:cubicBezTo>
                  <a:cubicBezTo>
                    <a:pt x="3038507" y="2960636"/>
                    <a:pt x="3035625" y="2972035"/>
                    <a:pt x="3031301" y="2982916"/>
                  </a:cubicBezTo>
                  <a:cubicBezTo>
                    <a:pt x="3026753" y="2993754"/>
                    <a:pt x="3020301" y="3003689"/>
                    <a:pt x="3012251" y="3012253"/>
                  </a:cubicBezTo>
                  <a:cubicBezTo>
                    <a:pt x="3003732" y="3020360"/>
                    <a:pt x="2993785" y="3026819"/>
                    <a:pt x="2982914" y="3031303"/>
                  </a:cubicBezTo>
                  <a:cubicBezTo>
                    <a:pt x="2972037" y="3035657"/>
                    <a:pt x="2960638" y="3038571"/>
                    <a:pt x="2949005" y="3039971"/>
                  </a:cubicBezTo>
                  <a:cubicBezTo>
                    <a:pt x="2925861" y="3042150"/>
                    <a:pt x="2902527" y="3041125"/>
                    <a:pt x="2879663" y="3036923"/>
                  </a:cubicBezTo>
                  <a:cubicBezTo>
                    <a:pt x="2834238" y="3028302"/>
                    <a:pt x="2789880" y="3014793"/>
                    <a:pt x="2747360" y="2996632"/>
                  </a:cubicBezTo>
                  <a:cubicBezTo>
                    <a:pt x="2662478" y="2960385"/>
                    <a:pt x="2580484" y="2917716"/>
                    <a:pt x="2502092" y="2868997"/>
                  </a:cubicBezTo>
                  <a:cubicBezTo>
                    <a:pt x="2345397" y="2771782"/>
                    <a:pt x="2194517" y="2665493"/>
                    <a:pt x="2050226" y="2550671"/>
                  </a:cubicBezTo>
                  <a:cubicBezTo>
                    <a:pt x="1905256" y="2436848"/>
                    <a:pt x="1764476" y="2317310"/>
                    <a:pt x="1627697" y="2194056"/>
                  </a:cubicBezTo>
                  <a:cubicBezTo>
                    <a:pt x="1490918" y="2070802"/>
                    <a:pt x="1357187" y="1943644"/>
                    <a:pt x="1226790" y="1813056"/>
                  </a:cubicBezTo>
                  <a:cubicBezTo>
                    <a:pt x="1096393" y="1682468"/>
                    <a:pt x="969615" y="1549118"/>
                    <a:pt x="846266" y="1412053"/>
                  </a:cubicBezTo>
                  <a:cubicBezTo>
                    <a:pt x="722918" y="1274989"/>
                    <a:pt x="603665" y="1134400"/>
                    <a:pt x="489936" y="989334"/>
                  </a:cubicBezTo>
                  <a:cubicBezTo>
                    <a:pt x="375123" y="845047"/>
                    <a:pt x="268895" y="694133"/>
                    <a:pt x="171801" y="537373"/>
                  </a:cubicBezTo>
                  <a:cubicBezTo>
                    <a:pt x="123145" y="459009"/>
                    <a:pt x="80539" y="377047"/>
                    <a:pt x="44357" y="292199"/>
                  </a:cubicBezTo>
                  <a:cubicBezTo>
                    <a:pt x="26184" y="249758"/>
                    <a:pt x="12706" y="205458"/>
                    <a:pt x="4161" y="160087"/>
                  </a:cubicBezTo>
                  <a:cubicBezTo>
                    <a:pt x="-41" y="137288"/>
                    <a:pt x="-1067" y="114017"/>
                    <a:pt x="1113" y="90936"/>
                  </a:cubicBezTo>
                  <a:cubicBezTo>
                    <a:pt x="2525" y="79398"/>
                    <a:pt x="5439" y="68095"/>
                    <a:pt x="9781" y="57313"/>
                  </a:cubicBezTo>
                  <a:cubicBezTo>
                    <a:pt x="18494" y="35605"/>
                    <a:pt x="35698" y="18400"/>
                    <a:pt x="57406" y="9688"/>
                  </a:cubicBezTo>
                  <a:cubicBezTo>
                    <a:pt x="68192" y="5378"/>
                    <a:pt x="79496" y="2496"/>
                    <a:pt x="91029" y="1115"/>
                  </a:cubicBezTo>
                  <a:cubicBezTo>
                    <a:pt x="114075" y="-1051"/>
                    <a:pt x="137309" y="-58"/>
                    <a:pt x="160085" y="4068"/>
                  </a:cubicBezTo>
                  <a:cubicBezTo>
                    <a:pt x="205451" y="12722"/>
                    <a:pt x="249747" y="26263"/>
                    <a:pt x="292197" y="44454"/>
                  </a:cubicBezTo>
                  <a:cubicBezTo>
                    <a:pt x="377065" y="80631"/>
                    <a:pt x="459030" y="123270"/>
                    <a:pt x="537370" y="171994"/>
                  </a:cubicBezTo>
                  <a:cubicBezTo>
                    <a:pt x="694025" y="269177"/>
                    <a:pt x="844843" y="375468"/>
                    <a:pt x="989046" y="490319"/>
                  </a:cubicBezTo>
                  <a:cubicBezTo>
                    <a:pt x="1134017" y="604143"/>
                    <a:pt x="1274796" y="723682"/>
                    <a:pt x="1411385" y="846935"/>
                  </a:cubicBezTo>
                  <a:cubicBezTo>
                    <a:pt x="1547973" y="970189"/>
                    <a:pt x="1681990" y="1097157"/>
                    <a:pt x="1812387" y="1227459"/>
                  </a:cubicBezTo>
                  <a:close/>
                </a:path>
              </a:pathLst>
            </a:custGeom>
            <a:grpFill/>
            <a:ln w="9525" cap="flat">
              <a:noFill/>
              <a:prstDash val="solid"/>
              <a:miter/>
            </a:ln>
          </p:spPr>
          <p:txBody>
            <a:bodyPr rtlCol="0" anchor="ctr"/>
            <a:lstStyle/>
            <a:p>
              <a:endParaRPr lang="en-US"/>
            </a:p>
          </p:txBody>
        </p:sp>
        <p:sp>
          <p:nvSpPr>
            <p:cNvPr id="8" name="Freeform: Shape 14">
              <a:extLst>
                <a:ext uri="{FF2B5EF4-FFF2-40B4-BE49-F238E27FC236}">
                  <a16:creationId xmlns:a16="http://schemas.microsoft.com/office/drawing/2014/main" id="{2612BC99-EE80-7AF7-7700-06586290B21C}"/>
                </a:ext>
              </a:extLst>
            </p:cNvPr>
            <p:cNvSpPr/>
            <p:nvPr/>
          </p:nvSpPr>
          <p:spPr>
            <a:xfrm>
              <a:off x="5216688" y="2918960"/>
              <a:ext cx="3529225" cy="3529678"/>
            </a:xfrm>
            <a:custGeom>
              <a:avLst/>
              <a:gdLst>
                <a:gd name="connsiteX0" fmla="*/ 2707255 w 3529225"/>
                <a:gd name="connsiteY0" fmla="*/ 2706980 h 3529678"/>
                <a:gd name="connsiteX1" fmla="*/ 3136737 w 3529225"/>
                <a:gd name="connsiteY1" fmla="*/ 2176342 h 3529678"/>
                <a:gd name="connsiteX2" fmla="*/ 3305234 w 3529225"/>
                <a:gd name="connsiteY2" fmla="*/ 1878876 h 3529678"/>
                <a:gd name="connsiteX3" fmla="*/ 3433346 w 3529225"/>
                <a:gd name="connsiteY3" fmla="*/ 1561980 h 3529678"/>
                <a:gd name="connsiteX4" fmla="*/ 3511641 w 3529225"/>
                <a:gd name="connsiteY4" fmla="*/ 1229176 h 3529678"/>
                <a:gd name="connsiteX5" fmla="*/ 3522690 w 3529225"/>
                <a:gd name="connsiteY5" fmla="*/ 888181 h 3529678"/>
                <a:gd name="connsiteX6" fmla="*/ 3443728 w 3529225"/>
                <a:gd name="connsiteY6" fmla="*/ 556997 h 3529678"/>
                <a:gd name="connsiteX7" fmla="*/ 2972526 w 3529225"/>
                <a:gd name="connsiteY7" fmla="*/ 86176 h 3529678"/>
                <a:gd name="connsiteX8" fmla="*/ 2641437 w 3529225"/>
                <a:gd name="connsiteY8" fmla="*/ 7499 h 3529678"/>
                <a:gd name="connsiteX9" fmla="*/ 2300537 w 3529225"/>
                <a:gd name="connsiteY9" fmla="*/ 18739 h 3529678"/>
                <a:gd name="connsiteX10" fmla="*/ 1968115 w 3529225"/>
                <a:gd name="connsiteY10" fmla="*/ 96844 h 3529678"/>
                <a:gd name="connsiteX11" fmla="*/ 1651504 w 3529225"/>
                <a:gd name="connsiteY11" fmla="*/ 225051 h 3529678"/>
                <a:gd name="connsiteX12" fmla="*/ 1354133 w 3529225"/>
                <a:gd name="connsiteY12" fmla="*/ 393643 h 3529678"/>
                <a:gd name="connsiteX13" fmla="*/ 394109 w 3529225"/>
                <a:gd name="connsiteY13" fmla="*/ 1353954 h 3529678"/>
                <a:gd name="connsiteX14" fmla="*/ 225707 w 3529225"/>
                <a:gd name="connsiteY14" fmla="*/ 1651229 h 3529678"/>
                <a:gd name="connsiteX15" fmla="*/ 97595 w 3529225"/>
                <a:gd name="connsiteY15" fmla="*/ 1967935 h 3529678"/>
                <a:gd name="connsiteX16" fmla="*/ 19586 w 3529225"/>
                <a:gd name="connsiteY16" fmla="*/ 2300263 h 3529678"/>
                <a:gd name="connsiteX17" fmla="*/ 8441 w 3529225"/>
                <a:gd name="connsiteY17" fmla="*/ 2640972 h 3529678"/>
                <a:gd name="connsiteX18" fmla="*/ 87308 w 3529225"/>
                <a:gd name="connsiteY18" fmla="*/ 2972251 h 3529678"/>
                <a:gd name="connsiteX19" fmla="*/ 557844 w 3529225"/>
                <a:gd name="connsiteY19" fmla="*/ 3442977 h 3529678"/>
                <a:gd name="connsiteX20" fmla="*/ 888837 w 3529225"/>
                <a:gd name="connsiteY20" fmla="*/ 3522034 h 3529678"/>
                <a:gd name="connsiteX21" fmla="*/ 1229642 w 3529225"/>
                <a:gd name="connsiteY21" fmla="*/ 3511081 h 3529678"/>
                <a:gd name="connsiteX22" fmla="*/ 1562160 w 3529225"/>
                <a:gd name="connsiteY22" fmla="*/ 3433261 h 3529678"/>
                <a:gd name="connsiteX23" fmla="*/ 1879437 w 3529225"/>
                <a:gd name="connsiteY23" fmla="*/ 3304959 h 3529678"/>
                <a:gd name="connsiteX24" fmla="*/ 2176903 w 3529225"/>
                <a:gd name="connsiteY24" fmla="*/ 3136557 h 3529678"/>
                <a:gd name="connsiteX25" fmla="*/ 2707255 w 3529225"/>
                <a:gd name="connsiteY25" fmla="*/ 2706980 h 3529678"/>
                <a:gd name="connsiteX26" fmla="*/ 2707255 w 3529225"/>
                <a:gd name="connsiteY26" fmla="*/ 2706980 h 3529678"/>
                <a:gd name="connsiteX27" fmla="*/ 2176808 w 3529225"/>
                <a:gd name="connsiteY27" fmla="*/ 3137319 h 3529678"/>
                <a:gd name="connsiteX28" fmla="*/ 1879437 w 3529225"/>
                <a:gd name="connsiteY28" fmla="*/ 3306388 h 3529678"/>
                <a:gd name="connsiteX29" fmla="*/ 1562540 w 3529225"/>
                <a:gd name="connsiteY29" fmla="*/ 3434880 h 3529678"/>
                <a:gd name="connsiteX30" fmla="*/ 1229737 w 3529225"/>
                <a:gd name="connsiteY30" fmla="*/ 3513271 h 3529678"/>
                <a:gd name="connsiteX31" fmla="*/ 888837 w 3529225"/>
                <a:gd name="connsiteY31" fmla="*/ 3524701 h 3529678"/>
                <a:gd name="connsiteX32" fmla="*/ 556891 w 3529225"/>
                <a:gd name="connsiteY32" fmla="*/ 3445834 h 3529678"/>
                <a:gd name="connsiteX33" fmla="*/ 84165 w 3529225"/>
                <a:gd name="connsiteY33" fmla="*/ 2973394 h 3529678"/>
                <a:gd name="connsiteX34" fmla="*/ 5107 w 3529225"/>
                <a:gd name="connsiteY34" fmla="*/ 2641353 h 3529678"/>
                <a:gd name="connsiteX35" fmla="*/ 16347 w 3529225"/>
                <a:gd name="connsiteY35" fmla="*/ 2299786 h 3529678"/>
                <a:gd name="connsiteX36" fmla="*/ 94547 w 3529225"/>
                <a:gd name="connsiteY36" fmla="*/ 1966888 h 3529678"/>
                <a:gd name="connsiteX37" fmla="*/ 222944 w 3529225"/>
                <a:gd name="connsiteY37" fmla="*/ 1649800 h 3529678"/>
                <a:gd name="connsiteX38" fmla="*/ 391632 w 3529225"/>
                <a:gd name="connsiteY38" fmla="*/ 1352144 h 3529678"/>
                <a:gd name="connsiteX39" fmla="*/ 1352609 w 3529225"/>
                <a:gd name="connsiteY39" fmla="*/ 390976 h 3529678"/>
                <a:gd name="connsiteX40" fmla="*/ 1650266 w 3529225"/>
                <a:gd name="connsiteY40" fmla="*/ 222384 h 3529678"/>
                <a:gd name="connsiteX41" fmla="*/ 1967258 w 3529225"/>
                <a:gd name="connsiteY41" fmla="*/ 94082 h 3529678"/>
                <a:gd name="connsiteX42" fmla="*/ 2300156 w 3529225"/>
                <a:gd name="connsiteY42" fmla="*/ 15977 h 3529678"/>
                <a:gd name="connsiteX43" fmla="*/ 2641437 w 3529225"/>
                <a:gd name="connsiteY43" fmla="*/ 5309 h 3529678"/>
                <a:gd name="connsiteX44" fmla="*/ 2973193 w 3529225"/>
                <a:gd name="connsiteY44" fmla="*/ 84366 h 3529678"/>
                <a:gd name="connsiteX45" fmla="*/ 3445252 w 3529225"/>
                <a:gd name="connsiteY45" fmla="*/ 556616 h 3529678"/>
                <a:gd name="connsiteX46" fmla="*/ 3524119 w 3529225"/>
                <a:gd name="connsiteY46" fmla="*/ 888372 h 3529678"/>
                <a:gd name="connsiteX47" fmla="*/ 3512880 w 3529225"/>
                <a:gd name="connsiteY47" fmla="*/ 1229652 h 3529678"/>
                <a:gd name="connsiteX48" fmla="*/ 3434775 w 3529225"/>
                <a:gd name="connsiteY48" fmla="*/ 1562551 h 3529678"/>
                <a:gd name="connsiteX49" fmla="*/ 3306378 w 3529225"/>
                <a:gd name="connsiteY49" fmla="*/ 1879448 h 3529678"/>
                <a:gd name="connsiteX50" fmla="*/ 3137690 w 3529225"/>
                <a:gd name="connsiteY50" fmla="*/ 2176914 h 3529678"/>
                <a:gd name="connsiteX51" fmla="*/ 2707541 w 3529225"/>
                <a:gd name="connsiteY51" fmla="*/ 2707266 h 3529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29225" h="3529678">
                  <a:moveTo>
                    <a:pt x="2707255" y="2706980"/>
                  </a:moveTo>
                  <a:cubicBezTo>
                    <a:pt x="2868598" y="2545624"/>
                    <a:pt x="3012548" y="2367770"/>
                    <a:pt x="3136737" y="2176342"/>
                  </a:cubicBezTo>
                  <a:cubicBezTo>
                    <a:pt x="3198698" y="2080583"/>
                    <a:pt x="3254961" y="1981256"/>
                    <a:pt x="3305234" y="1878876"/>
                  </a:cubicBezTo>
                  <a:cubicBezTo>
                    <a:pt x="3355273" y="1776360"/>
                    <a:pt x="3398082" y="1670469"/>
                    <a:pt x="3433346" y="1561980"/>
                  </a:cubicBezTo>
                  <a:cubicBezTo>
                    <a:pt x="3468894" y="1453483"/>
                    <a:pt x="3495088" y="1342142"/>
                    <a:pt x="3511641" y="1229176"/>
                  </a:cubicBezTo>
                  <a:cubicBezTo>
                    <a:pt x="3528550" y="1116326"/>
                    <a:pt x="3532258" y="1001890"/>
                    <a:pt x="3522690" y="888181"/>
                  </a:cubicBezTo>
                  <a:cubicBezTo>
                    <a:pt x="3513250" y="774431"/>
                    <a:pt x="3486627" y="662769"/>
                    <a:pt x="3443728" y="556997"/>
                  </a:cubicBezTo>
                  <a:cubicBezTo>
                    <a:pt x="3355534" y="343631"/>
                    <a:pt x="3185963" y="174197"/>
                    <a:pt x="2972526" y="86176"/>
                  </a:cubicBezTo>
                  <a:cubicBezTo>
                    <a:pt x="2866756" y="43423"/>
                    <a:pt x="2755133" y="16898"/>
                    <a:pt x="2641437" y="7499"/>
                  </a:cubicBezTo>
                  <a:cubicBezTo>
                    <a:pt x="2527753" y="-2005"/>
                    <a:pt x="2413349" y="1767"/>
                    <a:pt x="2300537" y="18739"/>
                  </a:cubicBezTo>
                  <a:cubicBezTo>
                    <a:pt x="2187705" y="35246"/>
                    <a:pt x="2076492" y="61377"/>
                    <a:pt x="1968115" y="96844"/>
                  </a:cubicBezTo>
                  <a:cubicBezTo>
                    <a:pt x="1859716" y="132141"/>
                    <a:pt x="1753921" y="174982"/>
                    <a:pt x="1651504" y="225051"/>
                  </a:cubicBezTo>
                  <a:cubicBezTo>
                    <a:pt x="1549173" y="275393"/>
                    <a:pt x="1449880" y="331687"/>
                    <a:pt x="1354133" y="393643"/>
                  </a:cubicBezTo>
                  <a:cubicBezTo>
                    <a:pt x="970678" y="643320"/>
                    <a:pt x="643671" y="970424"/>
                    <a:pt x="394109" y="1353954"/>
                  </a:cubicBezTo>
                  <a:cubicBezTo>
                    <a:pt x="332124" y="1449615"/>
                    <a:pt x="275890" y="1548883"/>
                    <a:pt x="225707" y="1651229"/>
                  </a:cubicBezTo>
                  <a:cubicBezTo>
                    <a:pt x="175685" y="1753688"/>
                    <a:pt x="132877" y="1859514"/>
                    <a:pt x="97595" y="1967935"/>
                  </a:cubicBezTo>
                  <a:cubicBezTo>
                    <a:pt x="62125" y="2076273"/>
                    <a:pt x="36026" y="2187458"/>
                    <a:pt x="19586" y="2300263"/>
                  </a:cubicBezTo>
                  <a:cubicBezTo>
                    <a:pt x="2693" y="2413018"/>
                    <a:pt x="-1047" y="2527354"/>
                    <a:pt x="8441" y="2640972"/>
                  </a:cubicBezTo>
                  <a:cubicBezTo>
                    <a:pt x="17922" y="2754736"/>
                    <a:pt x="44510" y="2866419"/>
                    <a:pt x="87308" y="2972251"/>
                  </a:cubicBezTo>
                  <a:cubicBezTo>
                    <a:pt x="175439" y="3185406"/>
                    <a:pt x="344724" y="3354760"/>
                    <a:pt x="557844" y="3442977"/>
                  </a:cubicBezTo>
                  <a:cubicBezTo>
                    <a:pt x="663559" y="3485862"/>
                    <a:pt x="775152" y="3512516"/>
                    <a:pt x="888837" y="3522034"/>
                  </a:cubicBezTo>
                  <a:cubicBezTo>
                    <a:pt x="1002480" y="3531585"/>
                    <a:pt x="1116847" y="3527909"/>
                    <a:pt x="1229642" y="3511081"/>
                  </a:cubicBezTo>
                  <a:cubicBezTo>
                    <a:pt x="1342495" y="3494659"/>
                    <a:pt x="1453739" y="3468625"/>
                    <a:pt x="1562160" y="3433261"/>
                  </a:cubicBezTo>
                  <a:cubicBezTo>
                    <a:pt x="1670765" y="3397899"/>
                    <a:pt x="1776779" y="3355028"/>
                    <a:pt x="1879437" y="3304959"/>
                  </a:cubicBezTo>
                  <a:cubicBezTo>
                    <a:pt x="1981837" y="3254761"/>
                    <a:pt x="2081167" y="3198528"/>
                    <a:pt x="2176903" y="3136557"/>
                  </a:cubicBezTo>
                  <a:cubicBezTo>
                    <a:pt x="2368274" y="3012376"/>
                    <a:pt x="2546038" y="2868389"/>
                    <a:pt x="2707255" y="2706980"/>
                  </a:cubicBezTo>
                  <a:close/>
                  <a:moveTo>
                    <a:pt x="2707255" y="2706980"/>
                  </a:moveTo>
                  <a:cubicBezTo>
                    <a:pt x="2546012" y="2868623"/>
                    <a:pt x="2368219" y="3012863"/>
                    <a:pt x="2176808" y="3137319"/>
                  </a:cubicBezTo>
                  <a:cubicBezTo>
                    <a:pt x="2081105" y="3199491"/>
                    <a:pt x="1981808" y="3255945"/>
                    <a:pt x="1879437" y="3306388"/>
                  </a:cubicBezTo>
                  <a:cubicBezTo>
                    <a:pt x="1776946" y="3356591"/>
                    <a:pt x="1671053" y="3399528"/>
                    <a:pt x="1562540" y="3434880"/>
                  </a:cubicBezTo>
                  <a:cubicBezTo>
                    <a:pt x="1454050" y="3470476"/>
                    <a:pt x="1342708" y="3496702"/>
                    <a:pt x="1229737" y="3513271"/>
                  </a:cubicBezTo>
                  <a:cubicBezTo>
                    <a:pt x="1116925" y="3530217"/>
                    <a:pt x="1002531" y="3534053"/>
                    <a:pt x="888837" y="3524701"/>
                  </a:cubicBezTo>
                  <a:cubicBezTo>
                    <a:pt x="774847" y="3515285"/>
                    <a:pt x="662934" y="3488696"/>
                    <a:pt x="556891" y="3445834"/>
                  </a:cubicBezTo>
                  <a:cubicBezTo>
                    <a:pt x="342665" y="3357626"/>
                    <a:pt x="172502" y="3187567"/>
                    <a:pt x="84165" y="2973394"/>
                  </a:cubicBezTo>
                  <a:cubicBezTo>
                    <a:pt x="41252" y="2867323"/>
                    <a:pt x="14599" y="2755381"/>
                    <a:pt x="5107" y="2641353"/>
                  </a:cubicBezTo>
                  <a:cubicBezTo>
                    <a:pt x="-4398" y="2527446"/>
                    <a:pt x="-626" y="2412821"/>
                    <a:pt x="16347" y="2299786"/>
                  </a:cubicBezTo>
                  <a:cubicBezTo>
                    <a:pt x="32875" y="2186794"/>
                    <a:pt x="59037" y="2075422"/>
                    <a:pt x="94547" y="1966888"/>
                  </a:cubicBezTo>
                  <a:cubicBezTo>
                    <a:pt x="129908" y="1858330"/>
                    <a:pt x="172811" y="1752376"/>
                    <a:pt x="222944" y="1649800"/>
                  </a:cubicBezTo>
                  <a:cubicBezTo>
                    <a:pt x="273318" y="1547375"/>
                    <a:pt x="329643" y="1447987"/>
                    <a:pt x="391632" y="1352144"/>
                  </a:cubicBezTo>
                  <a:cubicBezTo>
                    <a:pt x="641344" y="968181"/>
                    <a:pt x="968695" y="640765"/>
                    <a:pt x="1352609" y="390976"/>
                  </a:cubicBezTo>
                  <a:cubicBezTo>
                    <a:pt x="1448386" y="328908"/>
                    <a:pt x="1547781" y="272610"/>
                    <a:pt x="1650266" y="222384"/>
                  </a:cubicBezTo>
                  <a:cubicBezTo>
                    <a:pt x="1752793" y="172242"/>
                    <a:pt x="1858718" y="129369"/>
                    <a:pt x="1967258" y="94082"/>
                  </a:cubicBezTo>
                  <a:cubicBezTo>
                    <a:pt x="2075797" y="58614"/>
                    <a:pt x="2187168" y="32484"/>
                    <a:pt x="2300156" y="15977"/>
                  </a:cubicBezTo>
                  <a:cubicBezTo>
                    <a:pt x="2413118" y="-799"/>
                    <a:pt x="2527648" y="-4379"/>
                    <a:pt x="2641437" y="5309"/>
                  </a:cubicBezTo>
                  <a:cubicBezTo>
                    <a:pt x="2755377" y="14779"/>
                    <a:pt x="2867228" y="41433"/>
                    <a:pt x="2973193" y="84366"/>
                  </a:cubicBezTo>
                  <a:cubicBezTo>
                    <a:pt x="3187095" y="172730"/>
                    <a:pt x="3356975" y="342678"/>
                    <a:pt x="3445252" y="556616"/>
                  </a:cubicBezTo>
                  <a:cubicBezTo>
                    <a:pt x="3488120" y="662591"/>
                    <a:pt x="3514710" y="774442"/>
                    <a:pt x="3524119" y="888372"/>
                  </a:cubicBezTo>
                  <a:cubicBezTo>
                    <a:pt x="3533623" y="1002183"/>
                    <a:pt x="3529851" y="1116713"/>
                    <a:pt x="3512880" y="1229652"/>
                  </a:cubicBezTo>
                  <a:cubicBezTo>
                    <a:pt x="3496383" y="1342642"/>
                    <a:pt x="3470252" y="1454014"/>
                    <a:pt x="3434775" y="1562551"/>
                  </a:cubicBezTo>
                  <a:cubicBezTo>
                    <a:pt x="3399414" y="1671047"/>
                    <a:pt x="3356511" y="1776937"/>
                    <a:pt x="3306378" y="1879448"/>
                  </a:cubicBezTo>
                  <a:cubicBezTo>
                    <a:pt x="3256061" y="1981841"/>
                    <a:pt x="3199733" y="2081170"/>
                    <a:pt x="3137690" y="2176914"/>
                  </a:cubicBezTo>
                  <a:cubicBezTo>
                    <a:pt x="3013260" y="2368263"/>
                    <a:pt x="2869087" y="2546021"/>
                    <a:pt x="2707541" y="2707266"/>
                  </a:cubicBezTo>
                  <a:close/>
                </a:path>
              </a:pathLst>
            </a:custGeom>
            <a:grpFill/>
            <a:ln w="9525" cap="flat">
              <a:noFill/>
              <a:prstDash val="solid"/>
              <a:miter/>
            </a:ln>
          </p:spPr>
          <p:txBody>
            <a:bodyPr rtlCol="0" anchor="ctr"/>
            <a:lstStyle/>
            <a:p>
              <a:endParaRPr lang="en-US"/>
            </a:p>
          </p:txBody>
        </p:sp>
        <p:sp>
          <p:nvSpPr>
            <p:cNvPr id="9" name="Freeform: Shape 15">
              <a:extLst>
                <a:ext uri="{FF2B5EF4-FFF2-40B4-BE49-F238E27FC236}">
                  <a16:creationId xmlns:a16="http://schemas.microsoft.com/office/drawing/2014/main" id="{3842F899-8D8E-C5B9-1263-02CAE3941FE4}"/>
                </a:ext>
              </a:extLst>
            </p:cNvPr>
            <p:cNvSpPr/>
            <p:nvPr/>
          </p:nvSpPr>
          <p:spPr>
            <a:xfrm>
              <a:off x="5461569" y="3162899"/>
              <a:ext cx="3041275" cy="3041401"/>
            </a:xfrm>
            <a:custGeom>
              <a:avLst/>
              <a:gdLst>
                <a:gd name="connsiteX0" fmla="*/ 1228029 w 3041275"/>
                <a:gd name="connsiteY0" fmla="*/ 1228696 h 3041401"/>
                <a:gd name="connsiteX1" fmla="*/ 847600 w 3041275"/>
                <a:gd name="connsiteY1" fmla="*/ 1629699 h 3041401"/>
                <a:gd name="connsiteX2" fmla="*/ 491556 w 3041275"/>
                <a:gd name="connsiteY2" fmla="*/ 2052037 h 3041401"/>
                <a:gd name="connsiteX3" fmla="*/ 173611 w 3041275"/>
                <a:gd name="connsiteY3" fmla="*/ 2503808 h 3041401"/>
                <a:gd name="connsiteX4" fmla="*/ 46357 w 3041275"/>
                <a:gd name="connsiteY4" fmla="*/ 2748791 h 3041401"/>
                <a:gd name="connsiteX5" fmla="*/ 5781 w 3041275"/>
                <a:gd name="connsiteY5" fmla="*/ 2880712 h 3041401"/>
                <a:gd name="connsiteX6" fmla="*/ 2828 w 3041275"/>
                <a:gd name="connsiteY6" fmla="*/ 2949292 h 3041401"/>
                <a:gd name="connsiteX7" fmla="*/ 11305 w 3041275"/>
                <a:gd name="connsiteY7" fmla="*/ 2982440 h 3041401"/>
                <a:gd name="connsiteX8" fmla="*/ 30355 w 3041275"/>
                <a:gd name="connsiteY8" fmla="*/ 3011015 h 3041401"/>
                <a:gd name="connsiteX9" fmla="*/ 58930 w 3041275"/>
                <a:gd name="connsiteY9" fmla="*/ 3029588 h 3041401"/>
                <a:gd name="connsiteX10" fmla="*/ 92077 w 3041275"/>
                <a:gd name="connsiteY10" fmla="*/ 3038066 h 3041401"/>
                <a:gd name="connsiteX11" fmla="*/ 160562 w 3041275"/>
                <a:gd name="connsiteY11" fmla="*/ 3035018 h 3041401"/>
                <a:gd name="connsiteX12" fmla="*/ 291531 w 3041275"/>
                <a:gd name="connsiteY12" fmla="*/ 2995013 h 3041401"/>
                <a:gd name="connsiteX13" fmla="*/ 536323 w 3041275"/>
                <a:gd name="connsiteY13" fmla="*/ 2867568 h 3041401"/>
                <a:gd name="connsiteX14" fmla="*/ 987903 w 3041275"/>
                <a:gd name="connsiteY14" fmla="*/ 2549433 h 3041401"/>
                <a:gd name="connsiteX15" fmla="*/ 1410242 w 3041275"/>
                <a:gd name="connsiteY15" fmla="*/ 2192912 h 3041401"/>
                <a:gd name="connsiteX16" fmla="*/ 1811054 w 3041275"/>
                <a:gd name="connsiteY16" fmla="*/ 1811912 h 3041401"/>
                <a:gd name="connsiteX17" fmla="*/ 2191482 w 3041275"/>
                <a:gd name="connsiteY17" fmla="*/ 1410910 h 3041401"/>
                <a:gd name="connsiteX18" fmla="*/ 2547813 w 3041275"/>
                <a:gd name="connsiteY18" fmla="*/ 988476 h 3041401"/>
                <a:gd name="connsiteX19" fmla="*/ 2866138 w 3041275"/>
                <a:gd name="connsiteY19" fmla="*/ 537562 h 3041401"/>
                <a:gd name="connsiteX20" fmla="*/ 2993392 w 3041275"/>
                <a:gd name="connsiteY20" fmla="*/ 292770 h 3041401"/>
                <a:gd name="connsiteX21" fmla="*/ 3033397 w 3041275"/>
                <a:gd name="connsiteY21" fmla="*/ 161230 h 3041401"/>
                <a:gd name="connsiteX22" fmla="*/ 3036350 w 3041275"/>
                <a:gd name="connsiteY22" fmla="*/ 92935 h 3041401"/>
                <a:gd name="connsiteX23" fmla="*/ 3027968 w 3041275"/>
                <a:gd name="connsiteY23" fmla="*/ 60074 h 3041401"/>
                <a:gd name="connsiteX24" fmla="*/ 3009585 w 3041275"/>
                <a:gd name="connsiteY24" fmla="*/ 31975 h 3041401"/>
                <a:gd name="connsiteX25" fmla="*/ 2981010 w 3041275"/>
                <a:gd name="connsiteY25" fmla="*/ 13497 h 3041401"/>
                <a:gd name="connsiteX26" fmla="*/ 2948148 w 3041275"/>
                <a:gd name="connsiteY26" fmla="*/ 5115 h 3041401"/>
                <a:gd name="connsiteX27" fmla="*/ 2879854 w 3041275"/>
                <a:gd name="connsiteY27" fmla="*/ 7972 h 3041401"/>
                <a:gd name="connsiteX28" fmla="*/ 2748219 w 3041275"/>
                <a:gd name="connsiteY28" fmla="*/ 47977 h 3041401"/>
                <a:gd name="connsiteX29" fmla="*/ 2503331 w 3041275"/>
                <a:gd name="connsiteY29" fmla="*/ 175136 h 3041401"/>
                <a:gd name="connsiteX30" fmla="*/ 2051465 w 3041275"/>
                <a:gd name="connsiteY30" fmla="*/ 492795 h 3041401"/>
                <a:gd name="connsiteX31" fmla="*/ 1628746 w 3041275"/>
                <a:gd name="connsiteY31" fmla="*/ 848935 h 3041401"/>
                <a:gd name="connsiteX32" fmla="*/ 1228029 w 3041275"/>
                <a:gd name="connsiteY32" fmla="*/ 1228696 h 3041401"/>
                <a:gd name="connsiteX33" fmla="*/ 1228029 w 3041275"/>
                <a:gd name="connsiteY33" fmla="*/ 1228696 h 3041401"/>
                <a:gd name="connsiteX34" fmla="*/ 1628650 w 3041275"/>
                <a:gd name="connsiteY34" fmla="*/ 847696 h 3041401"/>
                <a:gd name="connsiteX35" fmla="*/ 2050989 w 3041275"/>
                <a:gd name="connsiteY35" fmla="*/ 490890 h 3041401"/>
                <a:gd name="connsiteX36" fmla="*/ 2502569 w 3041275"/>
                <a:gd name="connsiteY36" fmla="*/ 172279 h 3041401"/>
                <a:gd name="connsiteX37" fmla="*/ 2747742 w 3041275"/>
                <a:gd name="connsiteY37" fmla="*/ 44548 h 3041401"/>
                <a:gd name="connsiteX38" fmla="*/ 2879759 w 3041275"/>
                <a:gd name="connsiteY38" fmla="*/ 4162 h 3041401"/>
                <a:gd name="connsiteX39" fmla="*/ 2949006 w 3041275"/>
                <a:gd name="connsiteY39" fmla="*/ 1114 h 3041401"/>
                <a:gd name="connsiteX40" fmla="*/ 2982915 w 3041275"/>
                <a:gd name="connsiteY40" fmla="*/ 9782 h 3041401"/>
                <a:gd name="connsiteX41" fmla="*/ 3031492 w 3041275"/>
                <a:gd name="connsiteY41" fmla="*/ 58264 h 3041401"/>
                <a:gd name="connsiteX42" fmla="*/ 3040159 w 3041275"/>
                <a:gd name="connsiteY42" fmla="*/ 92173 h 3041401"/>
                <a:gd name="connsiteX43" fmla="*/ 3037111 w 3041275"/>
                <a:gd name="connsiteY43" fmla="*/ 161515 h 3041401"/>
                <a:gd name="connsiteX44" fmla="*/ 2996630 w 3041275"/>
                <a:gd name="connsiteY44" fmla="*/ 293627 h 3041401"/>
                <a:gd name="connsiteX45" fmla="*/ 2868995 w 3041275"/>
                <a:gd name="connsiteY45" fmla="*/ 538896 h 3041401"/>
                <a:gd name="connsiteX46" fmla="*/ 2550669 w 3041275"/>
                <a:gd name="connsiteY46" fmla="*/ 990762 h 3041401"/>
                <a:gd name="connsiteX47" fmla="*/ 2194054 w 3041275"/>
                <a:gd name="connsiteY47" fmla="*/ 1413291 h 3041401"/>
                <a:gd name="connsiteX48" fmla="*/ 1813054 w 3041275"/>
                <a:gd name="connsiteY48" fmla="*/ 1814198 h 3041401"/>
                <a:gd name="connsiteX49" fmla="*/ 1412052 w 3041275"/>
                <a:gd name="connsiteY49" fmla="*/ 2195198 h 3041401"/>
                <a:gd name="connsiteX50" fmla="*/ 989332 w 3041275"/>
                <a:gd name="connsiteY50" fmla="*/ 2551528 h 3041401"/>
                <a:gd name="connsiteX51" fmla="*/ 537371 w 3041275"/>
                <a:gd name="connsiteY51" fmla="*/ 2869663 h 3041401"/>
                <a:gd name="connsiteX52" fmla="*/ 292197 w 3041275"/>
                <a:gd name="connsiteY52" fmla="*/ 2997108 h 3041401"/>
                <a:gd name="connsiteX53" fmla="*/ 160086 w 3041275"/>
                <a:gd name="connsiteY53" fmla="*/ 3037303 h 3041401"/>
                <a:gd name="connsiteX54" fmla="*/ 90934 w 3041275"/>
                <a:gd name="connsiteY54" fmla="*/ 3040256 h 3041401"/>
                <a:gd name="connsiteX55" fmla="*/ 57311 w 3041275"/>
                <a:gd name="connsiteY55" fmla="*/ 3031684 h 3041401"/>
                <a:gd name="connsiteX56" fmla="*/ 9686 w 3041275"/>
                <a:gd name="connsiteY56" fmla="*/ 2983582 h 3041401"/>
                <a:gd name="connsiteX57" fmla="*/ 1114 w 3041275"/>
                <a:gd name="connsiteY57" fmla="*/ 2949959 h 3041401"/>
                <a:gd name="connsiteX58" fmla="*/ 4066 w 3041275"/>
                <a:gd name="connsiteY58" fmla="*/ 2880903 h 3041401"/>
                <a:gd name="connsiteX59" fmla="*/ 44452 w 3041275"/>
                <a:gd name="connsiteY59" fmla="*/ 2748791 h 3041401"/>
                <a:gd name="connsiteX60" fmla="*/ 171992 w 3041275"/>
                <a:gd name="connsiteY60" fmla="*/ 2503713 h 3041401"/>
                <a:gd name="connsiteX61" fmla="*/ 490413 w 3041275"/>
                <a:gd name="connsiteY61" fmla="*/ 2052037 h 3041401"/>
                <a:gd name="connsiteX62" fmla="*/ 847029 w 3041275"/>
                <a:gd name="connsiteY62" fmla="*/ 1629603 h 3041401"/>
                <a:gd name="connsiteX63" fmla="*/ 1227743 w 3041275"/>
                <a:gd name="connsiteY63" fmla="*/ 1228410 h 30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041275" h="3041401">
                  <a:moveTo>
                    <a:pt x="1228029" y="1228696"/>
                  </a:moveTo>
                  <a:cubicBezTo>
                    <a:pt x="1097790" y="1359125"/>
                    <a:pt x="970981" y="1492793"/>
                    <a:pt x="847600" y="1629699"/>
                  </a:cubicBezTo>
                  <a:cubicBezTo>
                    <a:pt x="724442" y="1766859"/>
                    <a:pt x="604998" y="1907352"/>
                    <a:pt x="491556" y="2052037"/>
                  </a:cubicBezTo>
                  <a:cubicBezTo>
                    <a:pt x="376880" y="2196318"/>
                    <a:pt x="270719" y="2347164"/>
                    <a:pt x="173611" y="2503808"/>
                  </a:cubicBezTo>
                  <a:cubicBezTo>
                    <a:pt x="125055" y="2582131"/>
                    <a:pt x="82515" y="2664028"/>
                    <a:pt x="46357" y="2748791"/>
                  </a:cubicBezTo>
                  <a:cubicBezTo>
                    <a:pt x="28110" y="2791171"/>
                    <a:pt x="14505" y="2835403"/>
                    <a:pt x="5781" y="2880712"/>
                  </a:cubicBezTo>
                  <a:cubicBezTo>
                    <a:pt x="1661" y="2903329"/>
                    <a:pt x="668" y="2926405"/>
                    <a:pt x="2828" y="2949292"/>
                  </a:cubicBezTo>
                  <a:cubicBezTo>
                    <a:pt x="4219" y="2960659"/>
                    <a:pt x="7068" y="2971800"/>
                    <a:pt x="11305" y="2982440"/>
                  </a:cubicBezTo>
                  <a:cubicBezTo>
                    <a:pt x="15814" y="2993071"/>
                    <a:pt x="22275" y="3002764"/>
                    <a:pt x="30355" y="3011015"/>
                  </a:cubicBezTo>
                  <a:cubicBezTo>
                    <a:pt x="38666" y="3018898"/>
                    <a:pt x="48351" y="3025193"/>
                    <a:pt x="58930" y="3029588"/>
                  </a:cubicBezTo>
                  <a:cubicBezTo>
                    <a:pt x="69563" y="3033846"/>
                    <a:pt x="80706" y="3036696"/>
                    <a:pt x="92077" y="3038066"/>
                  </a:cubicBezTo>
                  <a:cubicBezTo>
                    <a:pt x="114936" y="3040243"/>
                    <a:pt x="137987" y="3039217"/>
                    <a:pt x="160562" y="3035018"/>
                  </a:cubicBezTo>
                  <a:cubicBezTo>
                    <a:pt x="205536" y="3026455"/>
                    <a:pt x="249448" y="3013042"/>
                    <a:pt x="291531" y="2995013"/>
                  </a:cubicBezTo>
                  <a:cubicBezTo>
                    <a:pt x="376245" y="2958808"/>
                    <a:pt x="458080" y="2916203"/>
                    <a:pt x="536323" y="2867568"/>
                  </a:cubicBezTo>
                  <a:cubicBezTo>
                    <a:pt x="692944" y="2770449"/>
                    <a:pt x="843731" y="2664222"/>
                    <a:pt x="987903" y="2549433"/>
                  </a:cubicBezTo>
                  <a:cubicBezTo>
                    <a:pt x="1132874" y="2435609"/>
                    <a:pt x="1273653" y="2316070"/>
                    <a:pt x="1410242" y="2192912"/>
                  </a:cubicBezTo>
                  <a:cubicBezTo>
                    <a:pt x="1546830" y="2069754"/>
                    <a:pt x="1680752" y="1942500"/>
                    <a:pt x="1811054" y="1811912"/>
                  </a:cubicBezTo>
                  <a:cubicBezTo>
                    <a:pt x="1941356" y="1681324"/>
                    <a:pt x="2068229" y="1547974"/>
                    <a:pt x="2191482" y="1410910"/>
                  </a:cubicBezTo>
                  <a:cubicBezTo>
                    <a:pt x="2314736" y="1273845"/>
                    <a:pt x="2433989" y="1133446"/>
                    <a:pt x="2547813" y="988476"/>
                  </a:cubicBezTo>
                  <a:cubicBezTo>
                    <a:pt x="2662626" y="844510"/>
                    <a:pt x="2768917" y="693948"/>
                    <a:pt x="2866138" y="537562"/>
                  </a:cubicBezTo>
                  <a:cubicBezTo>
                    <a:pt x="2914674" y="459294"/>
                    <a:pt x="2957213" y="377462"/>
                    <a:pt x="2993392" y="292770"/>
                  </a:cubicBezTo>
                  <a:cubicBezTo>
                    <a:pt x="3011405" y="250485"/>
                    <a:pt x="3024818" y="206384"/>
                    <a:pt x="3033397" y="161230"/>
                  </a:cubicBezTo>
                  <a:cubicBezTo>
                    <a:pt x="3037517" y="138709"/>
                    <a:pt x="3038510" y="115727"/>
                    <a:pt x="3036350" y="92935"/>
                  </a:cubicBezTo>
                  <a:cubicBezTo>
                    <a:pt x="3035057" y="81652"/>
                    <a:pt x="3032237" y="70598"/>
                    <a:pt x="3027968" y="60074"/>
                  </a:cubicBezTo>
                  <a:cubicBezTo>
                    <a:pt x="3023581" y="49678"/>
                    <a:pt x="3017354" y="40159"/>
                    <a:pt x="3009585" y="31975"/>
                  </a:cubicBezTo>
                  <a:cubicBezTo>
                    <a:pt x="3001287" y="24098"/>
                    <a:pt x="2991597" y="17832"/>
                    <a:pt x="2981010" y="13497"/>
                  </a:cubicBezTo>
                  <a:cubicBezTo>
                    <a:pt x="2970457" y="9316"/>
                    <a:pt x="2959414" y="6499"/>
                    <a:pt x="2948148" y="5115"/>
                  </a:cubicBezTo>
                  <a:cubicBezTo>
                    <a:pt x="2925360" y="2923"/>
                    <a:pt x="2902379" y="3885"/>
                    <a:pt x="2879854" y="7972"/>
                  </a:cubicBezTo>
                  <a:cubicBezTo>
                    <a:pt x="2834666" y="16538"/>
                    <a:pt x="2790532" y="29950"/>
                    <a:pt x="2748219" y="47977"/>
                  </a:cubicBezTo>
                  <a:cubicBezTo>
                    <a:pt x="2663488" y="84103"/>
                    <a:pt x="2581623" y="126612"/>
                    <a:pt x="2503331" y="175136"/>
                  </a:cubicBezTo>
                  <a:cubicBezTo>
                    <a:pt x="2346638" y="272113"/>
                    <a:pt x="2195758" y="378181"/>
                    <a:pt x="2051465" y="492795"/>
                  </a:cubicBezTo>
                  <a:cubicBezTo>
                    <a:pt x="1906399" y="606523"/>
                    <a:pt x="1765715" y="725872"/>
                    <a:pt x="1628746" y="848935"/>
                  </a:cubicBezTo>
                  <a:cubicBezTo>
                    <a:pt x="1491776" y="971997"/>
                    <a:pt x="1358331" y="1098585"/>
                    <a:pt x="1228029" y="1228696"/>
                  </a:cubicBezTo>
                  <a:close/>
                  <a:moveTo>
                    <a:pt x="1228029" y="1228696"/>
                  </a:moveTo>
                  <a:cubicBezTo>
                    <a:pt x="1358331" y="1098394"/>
                    <a:pt x="1491871" y="971394"/>
                    <a:pt x="1628650" y="847696"/>
                  </a:cubicBezTo>
                  <a:cubicBezTo>
                    <a:pt x="1765620" y="724443"/>
                    <a:pt x="1906018" y="604809"/>
                    <a:pt x="2050989" y="490890"/>
                  </a:cubicBezTo>
                  <a:cubicBezTo>
                    <a:pt x="2195162" y="375956"/>
                    <a:pt x="2345948" y="269570"/>
                    <a:pt x="2502569" y="172279"/>
                  </a:cubicBezTo>
                  <a:cubicBezTo>
                    <a:pt x="2580948" y="123567"/>
                    <a:pt x="2662907" y="80867"/>
                    <a:pt x="2747742" y="44548"/>
                  </a:cubicBezTo>
                  <a:cubicBezTo>
                    <a:pt x="2790173" y="26393"/>
                    <a:pt x="2834433" y="12853"/>
                    <a:pt x="2879759" y="4162"/>
                  </a:cubicBezTo>
                  <a:cubicBezTo>
                    <a:pt x="2902590" y="-42"/>
                    <a:pt x="2925893" y="-1068"/>
                    <a:pt x="2949006" y="1114"/>
                  </a:cubicBezTo>
                  <a:cubicBezTo>
                    <a:pt x="2960638" y="2514"/>
                    <a:pt x="2972037" y="5428"/>
                    <a:pt x="2982915" y="9782"/>
                  </a:cubicBezTo>
                  <a:cubicBezTo>
                    <a:pt x="3005107" y="18542"/>
                    <a:pt x="3022689" y="36089"/>
                    <a:pt x="3031492" y="58264"/>
                  </a:cubicBezTo>
                  <a:cubicBezTo>
                    <a:pt x="3035835" y="69145"/>
                    <a:pt x="3038748" y="80543"/>
                    <a:pt x="3040159" y="92173"/>
                  </a:cubicBezTo>
                  <a:cubicBezTo>
                    <a:pt x="3042344" y="115317"/>
                    <a:pt x="3041318" y="138652"/>
                    <a:pt x="3037111" y="161515"/>
                  </a:cubicBezTo>
                  <a:cubicBezTo>
                    <a:pt x="3028429" y="206885"/>
                    <a:pt x="3014856" y="251181"/>
                    <a:pt x="2996630" y="293627"/>
                  </a:cubicBezTo>
                  <a:cubicBezTo>
                    <a:pt x="2960402" y="378518"/>
                    <a:pt x="2917732" y="460514"/>
                    <a:pt x="2868995" y="538896"/>
                  </a:cubicBezTo>
                  <a:cubicBezTo>
                    <a:pt x="2771803" y="695606"/>
                    <a:pt x="2665513" y="846486"/>
                    <a:pt x="2550669" y="990762"/>
                  </a:cubicBezTo>
                  <a:cubicBezTo>
                    <a:pt x="2436847" y="1135732"/>
                    <a:pt x="2317308" y="1276512"/>
                    <a:pt x="2194054" y="1413291"/>
                  </a:cubicBezTo>
                  <a:cubicBezTo>
                    <a:pt x="2070801" y="1550070"/>
                    <a:pt x="1943642" y="1683896"/>
                    <a:pt x="1813054" y="1814198"/>
                  </a:cubicBezTo>
                  <a:cubicBezTo>
                    <a:pt x="1682466" y="1944500"/>
                    <a:pt x="1549116" y="2071373"/>
                    <a:pt x="1412052" y="2195198"/>
                  </a:cubicBezTo>
                  <a:cubicBezTo>
                    <a:pt x="1274987" y="2319023"/>
                    <a:pt x="1134398" y="2437800"/>
                    <a:pt x="989332" y="2551528"/>
                  </a:cubicBezTo>
                  <a:cubicBezTo>
                    <a:pt x="845045" y="2666341"/>
                    <a:pt x="694131" y="2772570"/>
                    <a:pt x="537371" y="2869663"/>
                  </a:cubicBezTo>
                  <a:cubicBezTo>
                    <a:pt x="459007" y="2918320"/>
                    <a:pt x="377045" y="2960925"/>
                    <a:pt x="292197" y="2997108"/>
                  </a:cubicBezTo>
                  <a:cubicBezTo>
                    <a:pt x="249741" y="3015237"/>
                    <a:pt x="205445" y="3028714"/>
                    <a:pt x="160086" y="3037303"/>
                  </a:cubicBezTo>
                  <a:cubicBezTo>
                    <a:pt x="137282" y="3041474"/>
                    <a:pt x="114010" y="3042468"/>
                    <a:pt x="90934" y="3040256"/>
                  </a:cubicBezTo>
                  <a:cubicBezTo>
                    <a:pt x="79401" y="3038875"/>
                    <a:pt x="68098" y="3035993"/>
                    <a:pt x="57311" y="3031684"/>
                  </a:cubicBezTo>
                  <a:cubicBezTo>
                    <a:pt x="35510" y="3022861"/>
                    <a:pt x="18291" y="3005470"/>
                    <a:pt x="9686" y="2983582"/>
                  </a:cubicBezTo>
                  <a:cubicBezTo>
                    <a:pt x="5364" y="2972800"/>
                    <a:pt x="2481" y="2961495"/>
                    <a:pt x="1114" y="2949959"/>
                  </a:cubicBezTo>
                  <a:cubicBezTo>
                    <a:pt x="-1051" y="2926913"/>
                    <a:pt x="-57" y="2903680"/>
                    <a:pt x="4066" y="2880903"/>
                  </a:cubicBezTo>
                  <a:cubicBezTo>
                    <a:pt x="12734" y="2835541"/>
                    <a:pt x="26275" y="2791247"/>
                    <a:pt x="44452" y="2748791"/>
                  </a:cubicBezTo>
                  <a:cubicBezTo>
                    <a:pt x="80650" y="2663964"/>
                    <a:pt x="123288" y="2582032"/>
                    <a:pt x="171992" y="2503713"/>
                  </a:cubicBezTo>
                  <a:cubicBezTo>
                    <a:pt x="269206" y="2347056"/>
                    <a:pt x="375529" y="2196238"/>
                    <a:pt x="490413" y="2052037"/>
                  </a:cubicBezTo>
                  <a:cubicBezTo>
                    <a:pt x="604236" y="1907067"/>
                    <a:pt x="723775" y="1766287"/>
                    <a:pt x="847029" y="1629603"/>
                  </a:cubicBezTo>
                  <a:cubicBezTo>
                    <a:pt x="970282" y="1492920"/>
                    <a:pt x="1097441" y="1358712"/>
                    <a:pt x="1227743" y="1228410"/>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080327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ayout with center elements dar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7364EA-D7BD-411B-98DF-E5F0F676215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45" name="Text Placeholder 44">
            <a:extLst>
              <a:ext uri="{FF2B5EF4-FFF2-40B4-BE49-F238E27FC236}">
                <a16:creationId xmlns:a16="http://schemas.microsoft.com/office/drawing/2014/main" id="{06E1D47E-9A27-4264-B26F-66A340B74505}"/>
              </a:ext>
            </a:extLst>
          </p:cNvPr>
          <p:cNvSpPr>
            <a:spLocks noGrp="1"/>
          </p:cNvSpPr>
          <p:nvPr>
            <p:ph type="body" sz="quarter" idx="14" hasCustomPrompt="1"/>
          </p:nvPr>
        </p:nvSpPr>
        <p:spPr>
          <a:xfrm>
            <a:off x="9224047" y="149925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smtClean="0">
                <a:ln>
                  <a:noFill/>
                </a:ln>
                <a:solidFill>
                  <a:schemeClr val="bg1"/>
                </a:solidFill>
                <a:effectLst/>
                <a:uLnTx/>
                <a:uFillTx/>
                <a:latin typeface="+mn-lt"/>
                <a:ea typeface="+mn-ea"/>
                <a:cs typeface="+mn-cs"/>
              </a:defRPr>
            </a:lvl2pPr>
          </a:lstStyle>
          <a:p>
            <a:pPr lvl="0"/>
            <a:r>
              <a:rPr lang="en-US" dirty="0"/>
              <a:t>XX</a:t>
            </a:r>
          </a:p>
          <a:p>
            <a:pPr lvl="1"/>
            <a:r>
              <a:rPr lang="en-US" dirty="0"/>
              <a:t>Second level</a:t>
            </a:r>
          </a:p>
        </p:txBody>
      </p:sp>
      <p:sp>
        <p:nvSpPr>
          <p:cNvPr id="46" name="Text Placeholder 44">
            <a:extLst>
              <a:ext uri="{FF2B5EF4-FFF2-40B4-BE49-F238E27FC236}">
                <a16:creationId xmlns:a16="http://schemas.microsoft.com/office/drawing/2014/main" id="{9C267A94-4C67-4813-8C70-39BBDA5058AE}"/>
              </a:ext>
            </a:extLst>
          </p:cNvPr>
          <p:cNvSpPr>
            <a:spLocks noGrp="1"/>
          </p:cNvSpPr>
          <p:nvPr>
            <p:ph type="body" sz="quarter" idx="15" hasCustomPrompt="1"/>
          </p:nvPr>
        </p:nvSpPr>
        <p:spPr>
          <a:xfrm>
            <a:off x="9224047" y="259653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47" name="Text Placeholder 44">
            <a:extLst>
              <a:ext uri="{FF2B5EF4-FFF2-40B4-BE49-F238E27FC236}">
                <a16:creationId xmlns:a16="http://schemas.microsoft.com/office/drawing/2014/main" id="{7363928D-979E-4AA7-9D7F-E412C1C834F4}"/>
              </a:ext>
            </a:extLst>
          </p:cNvPr>
          <p:cNvSpPr>
            <a:spLocks noGrp="1"/>
          </p:cNvSpPr>
          <p:nvPr>
            <p:ph type="body" sz="quarter" idx="16" hasCustomPrompt="1"/>
          </p:nvPr>
        </p:nvSpPr>
        <p:spPr>
          <a:xfrm>
            <a:off x="9224047" y="369381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48" name="Text Placeholder 44">
            <a:extLst>
              <a:ext uri="{FF2B5EF4-FFF2-40B4-BE49-F238E27FC236}">
                <a16:creationId xmlns:a16="http://schemas.microsoft.com/office/drawing/2014/main" id="{32B3CC2E-C206-474C-8D72-26A1C27C5004}"/>
              </a:ext>
            </a:extLst>
          </p:cNvPr>
          <p:cNvSpPr>
            <a:spLocks noGrp="1"/>
          </p:cNvSpPr>
          <p:nvPr>
            <p:ph type="body" sz="quarter" idx="17" hasCustomPrompt="1"/>
          </p:nvPr>
        </p:nvSpPr>
        <p:spPr>
          <a:xfrm>
            <a:off x="9224047" y="479109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50" name="Straight Connector 49">
            <a:extLst>
              <a:ext uri="{FF2B5EF4-FFF2-40B4-BE49-F238E27FC236}">
                <a16:creationId xmlns:a16="http://schemas.microsoft.com/office/drawing/2014/main" id="{C1A36633-5043-4583-83FB-2CB1F82A210B}"/>
              </a:ext>
            </a:extLst>
          </p:cNvPr>
          <p:cNvCxnSpPr>
            <a:cxnSpLocks/>
          </p:cNvCxnSpPr>
          <p:nvPr userDrawn="1"/>
        </p:nvCxnSpPr>
        <p:spPr>
          <a:xfrm>
            <a:off x="9224047" y="3488075"/>
            <a:ext cx="2612548"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10EA3F8-C798-4516-90ED-F4756599B8FD}"/>
              </a:ext>
            </a:extLst>
          </p:cNvPr>
          <p:cNvCxnSpPr>
            <a:cxnSpLocks/>
          </p:cNvCxnSpPr>
          <p:nvPr userDrawn="1"/>
        </p:nvCxnSpPr>
        <p:spPr>
          <a:xfrm>
            <a:off x="9224047" y="2390795"/>
            <a:ext cx="2612548"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8CFFF0B-0976-4AE3-A5AC-A91A436687A9}"/>
              </a:ext>
            </a:extLst>
          </p:cNvPr>
          <p:cNvCxnSpPr>
            <a:cxnSpLocks/>
          </p:cNvCxnSpPr>
          <p:nvPr userDrawn="1"/>
        </p:nvCxnSpPr>
        <p:spPr>
          <a:xfrm>
            <a:off x="9224047" y="4585355"/>
            <a:ext cx="2612548"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A6FC4F51-7237-4310-952E-322D24DB89AB}"/>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6BBD2125-F5E9-497B-B700-8CA4D5DAF5B9}"/>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41" name="Text Placeholder 9">
            <a:extLst>
              <a:ext uri="{FF2B5EF4-FFF2-40B4-BE49-F238E27FC236}">
                <a16:creationId xmlns:a16="http://schemas.microsoft.com/office/drawing/2014/main" id="{744845B9-9A0A-4DC8-A9E6-DDADB3340A58}"/>
              </a:ext>
            </a:extLst>
          </p:cNvPr>
          <p:cNvSpPr>
            <a:spLocks noGrp="1"/>
          </p:cNvSpPr>
          <p:nvPr>
            <p:ph type="body" sz="quarter" idx="13" hasCustomPrompt="1"/>
          </p:nvPr>
        </p:nvSpPr>
        <p:spPr>
          <a:xfrm>
            <a:off x="522288" y="857251"/>
            <a:ext cx="11218632" cy="308610"/>
          </a:xfrm>
        </p:spPr>
        <p:txBody>
          <a:bodyPr/>
          <a:lstStyle>
            <a:lvl1pPr algn="ctr">
              <a:defRPr lang="en-US" sz="1800" kern="1200" spc="0" dirty="0" smtClean="0">
                <a:solidFill>
                  <a:schemeClr val="bg1"/>
                </a:solidFill>
                <a:latin typeface="+mn-lt"/>
                <a:ea typeface="+mn-ea"/>
                <a:cs typeface="+mn-cs"/>
              </a:defRPr>
            </a:lvl1pPr>
          </a:lstStyle>
          <a:p>
            <a:pPr lvl="0"/>
            <a:r>
              <a:rPr lang="en-US" dirty="0"/>
              <a:t>Subtitle goes here</a:t>
            </a:r>
          </a:p>
        </p:txBody>
      </p:sp>
      <p:sp>
        <p:nvSpPr>
          <p:cNvPr id="42" name="Title 41">
            <a:extLst>
              <a:ext uri="{FF2B5EF4-FFF2-40B4-BE49-F238E27FC236}">
                <a16:creationId xmlns:a16="http://schemas.microsoft.com/office/drawing/2014/main" id="{5A0624BF-E177-4548-8888-AE96BFDD5256}"/>
              </a:ext>
            </a:extLst>
          </p:cNvPr>
          <p:cNvSpPr>
            <a:spLocks noGrp="1"/>
          </p:cNvSpPr>
          <p:nvPr>
            <p:ph type="title"/>
          </p:nvPr>
        </p:nvSpPr>
        <p:spPr>
          <a:xfrm>
            <a:off x="522288" y="371913"/>
            <a:ext cx="11218632" cy="416757"/>
          </a:xfrm>
        </p:spPr>
        <p:txBody>
          <a:bodyPr/>
          <a:lstStyle>
            <a:lvl1pPr algn="ctr">
              <a:defRPr>
                <a:solidFill>
                  <a:schemeClr val="bg1"/>
                </a:solidFill>
              </a:defRPr>
            </a:lvl1pPr>
          </a:lstStyle>
          <a:p>
            <a:r>
              <a:rPr lang="en-GB"/>
              <a:t>Click to edit Master title style</a:t>
            </a:r>
            <a:endParaRPr lang="en-US" dirty="0"/>
          </a:p>
        </p:txBody>
      </p:sp>
      <p:sp>
        <p:nvSpPr>
          <p:cNvPr id="56" name="Text Placeholder 44">
            <a:extLst>
              <a:ext uri="{FF2B5EF4-FFF2-40B4-BE49-F238E27FC236}">
                <a16:creationId xmlns:a16="http://schemas.microsoft.com/office/drawing/2014/main" id="{C7AB4A3A-0612-4C91-BAC6-D31E62A82951}"/>
              </a:ext>
            </a:extLst>
          </p:cNvPr>
          <p:cNvSpPr>
            <a:spLocks noGrp="1"/>
          </p:cNvSpPr>
          <p:nvPr>
            <p:ph type="body" sz="quarter" idx="18" hasCustomPrompt="1"/>
          </p:nvPr>
        </p:nvSpPr>
        <p:spPr>
          <a:xfrm>
            <a:off x="535811" y="1499255"/>
            <a:ext cx="2453937" cy="685800"/>
          </a:xfrm>
        </p:spPr>
        <p:txBody>
          <a:bodyPr anchor="ctr"/>
          <a:lstStyle>
            <a:lvl1pPr algn="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gn="r">
              <a:lnSpc>
                <a:spcPct val="80000"/>
              </a:lnSpc>
              <a:spcBef>
                <a:spcPts val="600"/>
              </a:spcBef>
              <a:defRPr kumimoji="0" lang="en-US" sz="1050" b="0" i="0" u="none" strike="noStrike" kern="1200" cap="none" spc="0" normalizeH="0" baseline="0" dirty="0" smtClean="0">
                <a:ln>
                  <a:noFill/>
                </a:ln>
                <a:solidFill>
                  <a:schemeClr val="bg1"/>
                </a:solidFill>
                <a:effectLst/>
                <a:uLnTx/>
                <a:uFillTx/>
                <a:latin typeface="+mn-lt"/>
                <a:ea typeface="+mn-ea"/>
                <a:cs typeface="+mn-cs"/>
              </a:defRPr>
            </a:lvl2pPr>
          </a:lstStyle>
          <a:p>
            <a:pPr lvl="0"/>
            <a:r>
              <a:rPr lang="en-US" dirty="0"/>
              <a:t>XX</a:t>
            </a:r>
          </a:p>
          <a:p>
            <a:pPr lvl="1"/>
            <a:r>
              <a:rPr lang="en-US" dirty="0"/>
              <a:t>Second level</a:t>
            </a:r>
          </a:p>
        </p:txBody>
      </p:sp>
      <p:sp>
        <p:nvSpPr>
          <p:cNvPr id="57" name="Text Placeholder 44">
            <a:extLst>
              <a:ext uri="{FF2B5EF4-FFF2-40B4-BE49-F238E27FC236}">
                <a16:creationId xmlns:a16="http://schemas.microsoft.com/office/drawing/2014/main" id="{DA70BF65-358D-4A84-B52D-D42335E38638}"/>
              </a:ext>
            </a:extLst>
          </p:cNvPr>
          <p:cNvSpPr>
            <a:spLocks noGrp="1"/>
          </p:cNvSpPr>
          <p:nvPr>
            <p:ph type="body" sz="quarter" idx="19" hasCustomPrompt="1"/>
          </p:nvPr>
        </p:nvSpPr>
        <p:spPr>
          <a:xfrm>
            <a:off x="535811" y="2596535"/>
            <a:ext cx="2453937" cy="685800"/>
          </a:xfrm>
        </p:spPr>
        <p:txBody>
          <a:bodyPr anchor="ctr"/>
          <a:lstStyle>
            <a:lvl1pPr algn="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gn="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r"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58" name="Text Placeholder 44">
            <a:extLst>
              <a:ext uri="{FF2B5EF4-FFF2-40B4-BE49-F238E27FC236}">
                <a16:creationId xmlns:a16="http://schemas.microsoft.com/office/drawing/2014/main" id="{E4914895-22AE-4632-B4FF-0724EEC4DEEE}"/>
              </a:ext>
            </a:extLst>
          </p:cNvPr>
          <p:cNvSpPr>
            <a:spLocks noGrp="1"/>
          </p:cNvSpPr>
          <p:nvPr>
            <p:ph type="body" sz="quarter" idx="20" hasCustomPrompt="1"/>
          </p:nvPr>
        </p:nvSpPr>
        <p:spPr>
          <a:xfrm>
            <a:off x="535811" y="3693815"/>
            <a:ext cx="2453937" cy="685800"/>
          </a:xfrm>
        </p:spPr>
        <p:txBody>
          <a:bodyPr anchor="ctr"/>
          <a:lstStyle>
            <a:lvl1pPr algn="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gn="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r"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59" name="Text Placeholder 44">
            <a:extLst>
              <a:ext uri="{FF2B5EF4-FFF2-40B4-BE49-F238E27FC236}">
                <a16:creationId xmlns:a16="http://schemas.microsoft.com/office/drawing/2014/main" id="{5CFFD693-9D7E-430D-AAC2-C22D362C5805}"/>
              </a:ext>
            </a:extLst>
          </p:cNvPr>
          <p:cNvSpPr>
            <a:spLocks noGrp="1"/>
          </p:cNvSpPr>
          <p:nvPr>
            <p:ph type="body" sz="quarter" idx="21" hasCustomPrompt="1"/>
          </p:nvPr>
        </p:nvSpPr>
        <p:spPr>
          <a:xfrm>
            <a:off x="535811" y="4791095"/>
            <a:ext cx="2453937" cy="685800"/>
          </a:xfrm>
        </p:spPr>
        <p:txBody>
          <a:bodyPr anchor="ctr"/>
          <a:lstStyle>
            <a:lvl1pPr algn="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gn="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r"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60" name="Straight Connector 59">
            <a:extLst>
              <a:ext uri="{FF2B5EF4-FFF2-40B4-BE49-F238E27FC236}">
                <a16:creationId xmlns:a16="http://schemas.microsoft.com/office/drawing/2014/main" id="{DD42F185-606E-4295-8768-85F9B79E5034}"/>
              </a:ext>
            </a:extLst>
          </p:cNvPr>
          <p:cNvCxnSpPr>
            <a:cxnSpLocks/>
          </p:cNvCxnSpPr>
          <p:nvPr userDrawn="1"/>
        </p:nvCxnSpPr>
        <p:spPr>
          <a:xfrm>
            <a:off x="400087" y="3488075"/>
            <a:ext cx="2612548"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AD5BE47-724B-4E0E-9021-89FF7E50683B}"/>
              </a:ext>
            </a:extLst>
          </p:cNvPr>
          <p:cNvCxnSpPr>
            <a:cxnSpLocks/>
          </p:cNvCxnSpPr>
          <p:nvPr userDrawn="1"/>
        </p:nvCxnSpPr>
        <p:spPr>
          <a:xfrm>
            <a:off x="400087" y="2390795"/>
            <a:ext cx="2612548"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E082AF1-766E-49C8-A097-9DCE279A436B}"/>
              </a:ext>
            </a:extLst>
          </p:cNvPr>
          <p:cNvCxnSpPr>
            <a:cxnSpLocks/>
          </p:cNvCxnSpPr>
          <p:nvPr userDrawn="1"/>
        </p:nvCxnSpPr>
        <p:spPr>
          <a:xfrm>
            <a:off x="400087" y="4585355"/>
            <a:ext cx="2612548"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2" name="Graphic 24">
            <a:extLst>
              <a:ext uri="{FF2B5EF4-FFF2-40B4-BE49-F238E27FC236}">
                <a16:creationId xmlns:a16="http://schemas.microsoft.com/office/drawing/2014/main" id="{F1EB0506-C330-66AA-580B-136A6C6FF00B}"/>
              </a:ext>
            </a:extLst>
          </p:cNvPr>
          <p:cNvGrpSpPr/>
          <p:nvPr userDrawn="1"/>
        </p:nvGrpSpPr>
        <p:grpSpPr>
          <a:xfrm>
            <a:off x="4310360" y="1642890"/>
            <a:ext cx="3571280" cy="3572220"/>
            <a:chOff x="4873370" y="2579153"/>
            <a:chExt cx="4212334" cy="4213445"/>
          </a:xfrm>
          <a:solidFill>
            <a:srgbClr val="FFFFFF"/>
          </a:solidFill>
        </p:grpSpPr>
        <p:sp>
          <p:nvSpPr>
            <p:cNvPr id="3" name="Freeform: Shape 11">
              <a:extLst>
                <a:ext uri="{FF2B5EF4-FFF2-40B4-BE49-F238E27FC236}">
                  <a16:creationId xmlns:a16="http://schemas.microsoft.com/office/drawing/2014/main" id="{AA2791C0-B8A7-6276-C06A-DF36ABCFFB35}"/>
                </a:ext>
              </a:extLst>
            </p:cNvPr>
            <p:cNvSpPr/>
            <p:nvPr/>
          </p:nvSpPr>
          <p:spPr>
            <a:xfrm>
              <a:off x="4873370" y="2579153"/>
              <a:ext cx="4212334" cy="4213445"/>
            </a:xfrm>
            <a:custGeom>
              <a:avLst/>
              <a:gdLst>
                <a:gd name="connsiteX0" fmla="*/ 381 w 4212334"/>
                <a:gd name="connsiteY0" fmla="*/ 2104575 h 4213445"/>
                <a:gd name="connsiteX1" fmla="*/ 2104956 w 4212334"/>
                <a:gd name="connsiteY1" fmla="*/ 4208526 h 4213445"/>
                <a:gd name="connsiteX2" fmla="*/ 4208907 w 4212334"/>
                <a:gd name="connsiteY2" fmla="*/ 2103952 h 4213445"/>
                <a:gd name="connsiteX3" fmla="*/ 2104332 w 4212334"/>
                <a:gd name="connsiteY3" fmla="*/ 0 h 4213445"/>
                <a:gd name="connsiteX4" fmla="*/ 160972 w 4212334"/>
                <a:gd name="connsiteY4" fmla="*/ 1297998 h 4213445"/>
                <a:gd name="connsiteX5" fmla="*/ 381 w 4212334"/>
                <a:gd name="connsiteY5" fmla="*/ 2104575 h 4213445"/>
                <a:gd name="connsiteX6" fmla="*/ 381 w 4212334"/>
                <a:gd name="connsiteY6" fmla="*/ 2104575 h 4213445"/>
                <a:gd name="connsiteX7" fmla="*/ 2109250 w 4212334"/>
                <a:gd name="connsiteY7" fmla="*/ 1492 h 4213445"/>
                <a:gd name="connsiteX8" fmla="*/ 4212332 w 4212334"/>
                <a:gd name="connsiteY8" fmla="*/ 2110361 h 4213445"/>
                <a:gd name="connsiteX9" fmla="*/ 2103463 w 4212334"/>
                <a:gd name="connsiteY9" fmla="*/ 4213443 h 4213445"/>
                <a:gd name="connsiteX10" fmla="*/ 160115 w 4212334"/>
                <a:gd name="connsiteY10" fmla="*/ 2912009 h 4213445"/>
                <a:gd name="connsiteX11" fmla="*/ 0 w 4212334"/>
                <a:gd name="connsiteY11" fmla="*/ 2104575 h 421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12334" h="4213445">
                  <a:moveTo>
                    <a:pt x="381" y="2104575"/>
                  </a:moveTo>
                  <a:cubicBezTo>
                    <a:pt x="553" y="3266727"/>
                    <a:pt x="942803" y="4208698"/>
                    <a:pt x="2104956" y="4208526"/>
                  </a:cubicBezTo>
                  <a:cubicBezTo>
                    <a:pt x="3267108" y="4208354"/>
                    <a:pt x="4209079" y="3266104"/>
                    <a:pt x="4208907" y="2103952"/>
                  </a:cubicBezTo>
                  <a:cubicBezTo>
                    <a:pt x="4208735" y="941799"/>
                    <a:pt x="3266485" y="-172"/>
                    <a:pt x="2104332" y="0"/>
                  </a:cubicBezTo>
                  <a:cubicBezTo>
                    <a:pt x="1253744" y="126"/>
                    <a:pt x="486882" y="512324"/>
                    <a:pt x="160972" y="1297998"/>
                  </a:cubicBezTo>
                  <a:cubicBezTo>
                    <a:pt x="55106" y="1553736"/>
                    <a:pt x="541" y="1827790"/>
                    <a:pt x="381" y="2104575"/>
                  </a:cubicBezTo>
                  <a:close/>
                  <a:moveTo>
                    <a:pt x="381" y="2104575"/>
                  </a:moveTo>
                  <a:cubicBezTo>
                    <a:pt x="1979" y="941476"/>
                    <a:pt x="946152" y="-106"/>
                    <a:pt x="2109250" y="1492"/>
                  </a:cubicBezTo>
                  <a:cubicBezTo>
                    <a:pt x="3272348" y="3090"/>
                    <a:pt x="4213930" y="947263"/>
                    <a:pt x="4212332" y="2110361"/>
                  </a:cubicBezTo>
                  <a:cubicBezTo>
                    <a:pt x="4210734" y="3273459"/>
                    <a:pt x="3266561" y="4215041"/>
                    <a:pt x="2103463" y="4213443"/>
                  </a:cubicBezTo>
                  <a:cubicBezTo>
                    <a:pt x="1252185" y="4212274"/>
                    <a:pt x="485327" y="3698720"/>
                    <a:pt x="160115" y="2912009"/>
                  </a:cubicBezTo>
                  <a:cubicBezTo>
                    <a:pt x="54288" y="2655975"/>
                    <a:pt x="-118" y="2381617"/>
                    <a:pt x="0" y="2104575"/>
                  </a:cubicBezTo>
                  <a:close/>
                </a:path>
              </a:pathLst>
            </a:custGeom>
            <a:solidFill>
              <a:srgbClr val="FFFFFF"/>
            </a:solidFill>
            <a:ln w="9525" cap="flat">
              <a:noFill/>
              <a:prstDash val="solid"/>
              <a:miter/>
            </a:ln>
          </p:spPr>
          <p:txBody>
            <a:bodyPr rtlCol="0" anchor="ctr"/>
            <a:lstStyle/>
            <a:p>
              <a:endParaRPr lang="en-US"/>
            </a:p>
          </p:txBody>
        </p:sp>
        <p:sp>
          <p:nvSpPr>
            <p:cNvPr id="7" name="Freeform: Shape 12">
              <a:extLst>
                <a:ext uri="{FF2B5EF4-FFF2-40B4-BE49-F238E27FC236}">
                  <a16:creationId xmlns:a16="http://schemas.microsoft.com/office/drawing/2014/main" id="{405DB312-72DB-2517-7EC2-547E683B994F}"/>
                </a:ext>
              </a:extLst>
            </p:cNvPr>
            <p:cNvSpPr/>
            <p:nvPr/>
          </p:nvSpPr>
          <p:spPr>
            <a:xfrm>
              <a:off x="5216816" y="2918401"/>
              <a:ext cx="3529575" cy="3529605"/>
            </a:xfrm>
            <a:custGeom>
              <a:avLst/>
              <a:gdLst>
                <a:gd name="connsiteX0" fmla="*/ 822796 w 3529575"/>
                <a:gd name="connsiteY0" fmla="*/ 2707539 h 3529605"/>
                <a:gd name="connsiteX1" fmla="*/ 1353433 w 3529575"/>
                <a:gd name="connsiteY1" fmla="*/ 3137307 h 3529605"/>
                <a:gd name="connsiteX2" fmla="*/ 1650708 w 3529575"/>
                <a:gd name="connsiteY2" fmla="*/ 3306186 h 3529605"/>
                <a:gd name="connsiteX3" fmla="*/ 1967510 w 3529575"/>
                <a:gd name="connsiteY3" fmla="*/ 3434297 h 3529605"/>
                <a:gd name="connsiteX4" fmla="*/ 2300028 w 3529575"/>
                <a:gd name="connsiteY4" fmla="*/ 3512307 h 3529605"/>
                <a:gd name="connsiteX5" fmla="*/ 2641023 w 3529575"/>
                <a:gd name="connsiteY5" fmla="*/ 3523356 h 3529605"/>
                <a:gd name="connsiteX6" fmla="*/ 2972303 w 3529575"/>
                <a:gd name="connsiteY6" fmla="*/ 3444394 h 3529605"/>
                <a:gd name="connsiteX7" fmla="*/ 3443409 w 3529575"/>
                <a:gd name="connsiteY7" fmla="*/ 2972811 h 3529605"/>
                <a:gd name="connsiteX8" fmla="*/ 3522276 w 3529575"/>
                <a:gd name="connsiteY8" fmla="*/ 2641627 h 3529605"/>
                <a:gd name="connsiteX9" fmla="*/ 3511037 w 3529575"/>
                <a:gd name="connsiteY9" fmla="*/ 2300727 h 3529605"/>
                <a:gd name="connsiteX10" fmla="*/ 3432932 w 3529575"/>
                <a:gd name="connsiteY10" fmla="*/ 1968304 h 3529605"/>
                <a:gd name="connsiteX11" fmla="*/ 3304630 w 3529575"/>
                <a:gd name="connsiteY11" fmla="*/ 1651693 h 3529605"/>
                <a:gd name="connsiteX12" fmla="*/ 3136609 w 3529575"/>
                <a:gd name="connsiteY12" fmla="*/ 1354418 h 3529605"/>
                <a:gd name="connsiteX13" fmla="*/ 2175823 w 3529575"/>
                <a:gd name="connsiteY13" fmla="*/ 394393 h 3529605"/>
                <a:gd name="connsiteX14" fmla="*/ 1878452 w 3529575"/>
                <a:gd name="connsiteY14" fmla="*/ 225991 h 3529605"/>
                <a:gd name="connsiteX15" fmla="*/ 1561841 w 3529575"/>
                <a:gd name="connsiteY15" fmla="*/ 97880 h 3529605"/>
                <a:gd name="connsiteX16" fmla="*/ 1229514 w 3529575"/>
                <a:gd name="connsiteY16" fmla="*/ 20061 h 3529605"/>
                <a:gd name="connsiteX17" fmla="*/ 888709 w 3529575"/>
                <a:gd name="connsiteY17" fmla="*/ 8726 h 3529605"/>
                <a:gd name="connsiteX18" fmla="*/ 557811 w 3529575"/>
                <a:gd name="connsiteY18" fmla="*/ 87593 h 3529605"/>
                <a:gd name="connsiteX19" fmla="*/ 87085 w 3529575"/>
                <a:gd name="connsiteY19" fmla="*/ 558128 h 3529605"/>
                <a:gd name="connsiteX20" fmla="*/ 8028 w 3529575"/>
                <a:gd name="connsiteY20" fmla="*/ 889122 h 3529605"/>
                <a:gd name="connsiteX21" fmla="*/ 18981 w 3529575"/>
                <a:gd name="connsiteY21" fmla="*/ 1229736 h 3529605"/>
                <a:gd name="connsiteX22" fmla="*/ 96801 w 3529575"/>
                <a:gd name="connsiteY22" fmla="*/ 1562254 h 3529605"/>
                <a:gd name="connsiteX23" fmla="*/ 224817 w 3529575"/>
                <a:gd name="connsiteY23" fmla="*/ 1879055 h 3529605"/>
                <a:gd name="connsiteX24" fmla="*/ 393409 w 3529575"/>
                <a:gd name="connsiteY24" fmla="*/ 2176712 h 3529605"/>
                <a:gd name="connsiteX25" fmla="*/ 822796 w 3529575"/>
                <a:gd name="connsiteY25" fmla="*/ 2707540 h 3529605"/>
                <a:gd name="connsiteX26" fmla="*/ 822796 w 3529575"/>
                <a:gd name="connsiteY26" fmla="*/ 2707539 h 3529605"/>
                <a:gd name="connsiteX27" fmla="*/ 392361 w 3529575"/>
                <a:gd name="connsiteY27" fmla="*/ 2177092 h 3529605"/>
                <a:gd name="connsiteX28" fmla="*/ 223578 w 3529575"/>
                <a:gd name="connsiteY28" fmla="*/ 1879722 h 3529605"/>
                <a:gd name="connsiteX29" fmla="*/ 94800 w 3529575"/>
                <a:gd name="connsiteY29" fmla="*/ 1563111 h 3529605"/>
                <a:gd name="connsiteX30" fmla="*/ 16409 w 3529575"/>
                <a:gd name="connsiteY30" fmla="*/ 1230307 h 3529605"/>
                <a:gd name="connsiteX31" fmla="*/ 5074 w 3529575"/>
                <a:gd name="connsiteY31" fmla="*/ 888836 h 3529605"/>
                <a:gd name="connsiteX32" fmla="*/ 83941 w 3529575"/>
                <a:gd name="connsiteY32" fmla="*/ 556889 h 3529605"/>
                <a:gd name="connsiteX33" fmla="*/ 556381 w 3529575"/>
                <a:gd name="connsiteY33" fmla="*/ 84164 h 3529605"/>
                <a:gd name="connsiteX34" fmla="*/ 888423 w 3529575"/>
                <a:gd name="connsiteY34" fmla="*/ 5106 h 3529605"/>
                <a:gd name="connsiteX35" fmla="*/ 1229989 w 3529575"/>
                <a:gd name="connsiteY35" fmla="*/ 16346 h 3529605"/>
                <a:gd name="connsiteX36" fmla="*/ 1562888 w 3529575"/>
                <a:gd name="connsiteY36" fmla="*/ 94546 h 3529605"/>
                <a:gd name="connsiteX37" fmla="*/ 1879975 w 3529575"/>
                <a:gd name="connsiteY37" fmla="*/ 222943 h 3529605"/>
                <a:gd name="connsiteX38" fmla="*/ 2177536 w 3529575"/>
                <a:gd name="connsiteY38" fmla="*/ 391535 h 3529605"/>
                <a:gd name="connsiteX39" fmla="*/ 3138418 w 3529575"/>
                <a:gd name="connsiteY39" fmla="*/ 1352894 h 3529605"/>
                <a:gd name="connsiteX40" fmla="*/ 3307011 w 3529575"/>
                <a:gd name="connsiteY40" fmla="*/ 1650550 h 3529605"/>
                <a:gd name="connsiteX41" fmla="*/ 3435217 w 3529575"/>
                <a:gd name="connsiteY41" fmla="*/ 1967542 h 3529605"/>
                <a:gd name="connsiteX42" fmla="*/ 3513322 w 3529575"/>
                <a:gd name="connsiteY42" fmla="*/ 2300917 h 3529605"/>
                <a:gd name="connsiteX43" fmla="*/ 3524466 w 3529575"/>
                <a:gd name="connsiteY43" fmla="*/ 2642293 h 3529605"/>
                <a:gd name="connsiteX44" fmla="*/ 3445314 w 3529575"/>
                <a:gd name="connsiteY44" fmla="*/ 2974049 h 3529605"/>
                <a:gd name="connsiteX45" fmla="*/ 2973159 w 3529575"/>
                <a:gd name="connsiteY45" fmla="*/ 3446108 h 3529605"/>
                <a:gd name="connsiteX46" fmla="*/ 2641308 w 3529575"/>
                <a:gd name="connsiteY46" fmla="*/ 3524498 h 3529605"/>
                <a:gd name="connsiteX47" fmla="*/ 2299933 w 3529575"/>
                <a:gd name="connsiteY47" fmla="*/ 3513259 h 3529605"/>
                <a:gd name="connsiteX48" fmla="*/ 1967224 w 3529575"/>
                <a:gd name="connsiteY48" fmla="*/ 3435059 h 3529605"/>
                <a:gd name="connsiteX49" fmla="*/ 1650708 w 3529575"/>
                <a:gd name="connsiteY49" fmla="*/ 3306662 h 3529605"/>
                <a:gd name="connsiteX50" fmla="*/ 1353243 w 3529575"/>
                <a:gd name="connsiteY50" fmla="*/ 3137974 h 3529605"/>
                <a:gd name="connsiteX51" fmla="*/ 822510 w 3529575"/>
                <a:gd name="connsiteY51" fmla="*/ 2707825 h 3529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29575" h="3529605">
                  <a:moveTo>
                    <a:pt x="822796" y="2707539"/>
                  </a:moveTo>
                  <a:cubicBezTo>
                    <a:pt x="984117" y="2869005"/>
                    <a:pt x="1161975" y="3013053"/>
                    <a:pt x="1353433" y="3137307"/>
                  </a:cubicBezTo>
                  <a:cubicBezTo>
                    <a:pt x="1449097" y="3199432"/>
                    <a:pt x="1548363" y="3255824"/>
                    <a:pt x="1650708" y="3306186"/>
                  </a:cubicBezTo>
                  <a:cubicBezTo>
                    <a:pt x="1753192" y="3356224"/>
                    <a:pt x="1859051" y="3399033"/>
                    <a:pt x="1967510" y="3434297"/>
                  </a:cubicBezTo>
                  <a:cubicBezTo>
                    <a:pt x="2075913" y="3469768"/>
                    <a:pt x="2187160" y="3495867"/>
                    <a:pt x="2300028" y="3512307"/>
                  </a:cubicBezTo>
                  <a:cubicBezTo>
                    <a:pt x="2412879" y="3529214"/>
                    <a:pt x="2527314" y="3532922"/>
                    <a:pt x="2641023" y="3523356"/>
                  </a:cubicBezTo>
                  <a:cubicBezTo>
                    <a:pt x="2754802" y="3513905"/>
                    <a:pt x="2866494" y="3487283"/>
                    <a:pt x="2972303" y="3444394"/>
                  </a:cubicBezTo>
                  <a:cubicBezTo>
                    <a:pt x="3185885" y="3356227"/>
                    <a:pt x="3355458" y="3186482"/>
                    <a:pt x="3443409" y="2972811"/>
                  </a:cubicBezTo>
                  <a:cubicBezTo>
                    <a:pt x="3486279" y="2867034"/>
                    <a:pt x="3512870" y="2755372"/>
                    <a:pt x="3522276" y="2641627"/>
                  </a:cubicBezTo>
                  <a:cubicBezTo>
                    <a:pt x="3531733" y="2527941"/>
                    <a:pt x="3527961" y="2413542"/>
                    <a:pt x="3511037" y="2300727"/>
                  </a:cubicBezTo>
                  <a:cubicBezTo>
                    <a:pt x="3494530" y="2187895"/>
                    <a:pt x="3468400" y="2076681"/>
                    <a:pt x="3432932" y="1968304"/>
                  </a:cubicBezTo>
                  <a:cubicBezTo>
                    <a:pt x="3397602" y="1859904"/>
                    <a:pt x="3354730" y="1754108"/>
                    <a:pt x="3304630" y="1651693"/>
                  </a:cubicBezTo>
                  <a:cubicBezTo>
                    <a:pt x="3254532" y="1549376"/>
                    <a:pt x="3198427" y="1450111"/>
                    <a:pt x="3136609" y="1354418"/>
                  </a:cubicBezTo>
                  <a:cubicBezTo>
                    <a:pt x="2886821" y="970893"/>
                    <a:pt x="2559546" y="643877"/>
                    <a:pt x="2175823" y="394393"/>
                  </a:cubicBezTo>
                  <a:cubicBezTo>
                    <a:pt x="2080116" y="332428"/>
                    <a:pt x="1980818" y="276195"/>
                    <a:pt x="1878452" y="225991"/>
                  </a:cubicBezTo>
                  <a:cubicBezTo>
                    <a:pt x="1776033" y="175953"/>
                    <a:pt x="1670238" y="133145"/>
                    <a:pt x="1561841" y="97880"/>
                  </a:cubicBezTo>
                  <a:cubicBezTo>
                    <a:pt x="1453485" y="62519"/>
                    <a:pt x="1342305" y="36485"/>
                    <a:pt x="1229514" y="20061"/>
                  </a:cubicBezTo>
                  <a:cubicBezTo>
                    <a:pt x="1116734" y="3107"/>
                    <a:pt x="1002367" y="-697"/>
                    <a:pt x="888709" y="8726"/>
                  </a:cubicBezTo>
                  <a:cubicBezTo>
                    <a:pt x="775071" y="18220"/>
                    <a:pt x="663515" y="44809"/>
                    <a:pt x="557811" y="87593"/>
                  </a:cubicBezTo>
                  <a:cubicBezTo>
                    <a:pt x="344656" y="175724"/>
                    <a:pt x="175302" y="345009"/>
                    <a:pt x="87085" y="558128"/>
                  </a:cubicBezTo>
                  <a:cubicBezTo>
                    <a:pt x="44155" y="663829"/>
                    <a:pt x="17500" y="775429"/>
                    <a:pt x="8028" y="889122"/>
                  </a:cubicBezTo>
                  <a:cubicBezTo>
                    <a:pt x="-1557" y="1002700"/>
                    <a:pt x="2119" y="1117008"/>
                    <a:pt x="18981" y="1229736"/>
                  </a:cubicBezTo>
                  <a:cubicBezTo>
                    <a:pt x="35402" y="1342589"/>
                    <a:pt x="61437" y="1453833"/>
                    <a:pt x="96801" y="1562254"/>
                  </a:cubicBezTo>
                  <a:cubicBezTo>
                    <a:pt x="132008" y="1670719"/>
                    <a:pt x="174785" y="1776580"/>
                    <a:pt x="224817" y="1879055"/>
                  </a:cubicBezTo>
                  <a:cubicBezTo>
                    <a:pt x="275069" y="1981526"/>
                    <a:pt x="331366" y="2080920"/>
                    <a:pt x="393409" y="2176712"/>
                  </a:cubicBezTo>
                  <a:cubicBezTo>
                    <a:pt x="517538" y="2368215"/>
                    <a:pt x="661458" y="2546136"/>
                    <a:pt x="822796" y="2707540"/>
                  </a:cubicBezTo>
                  <a:close/>
                  <a:moveTo>
                    <a:pt x="822796" y="2707539"/>
                  </a:moveTo>
                  <a:cubicBezTo>
                    <a:pt x="661150" y="2546274"/>
                    <a:pt x="516881" y="2368484"/>
                    <a:pt x="392361" y="2177092"/>
                  </a:cubicBezTo>
                  <a:cubicBezTo>
                    <a:pt x="330287" y="2081382"/>
                    <a:pt x="273928" y="1982085"/>
                    <a:pt x="223578" y="1879722"/>
                  </a:cubicBezTo>
                  <a:cubicBezTo>
                    <a:pt x="173330" y="1777313"/>
                    <a:pt x="130299" y="1671518"/>
                    <a:pt x="94800" y="1563111"/>
                  </a:cubicBezTo>
                  <a:cubicBezTo>
                    <a:pt x="59238" y="1454611"/>
                    <a:pt x="33013" y="1343272"/>
                    <a:pt x="16409" y="1230307"/>
                  </a:cubicBezTo>
                  <a:cubicBezTo>
                    <a:pt x="-597" y="1117308"/>
                    <a:pt x="-4401" y="1002714"/>
                    <a:pt x="5074" y="888836"/>
                  </a:cubicBezTo>
                  <a:cubicBezTo>
                    <a:pt x="14444" y="774838"/>
                    <a:pt x="41035" y="662919"/>
                    <a:pt x="83941" y="556889"/>
                  </a:cubicBezTo>
                  <a:cubicBezTo>
                    <a:pt x="172149" y="342663"/>
                    <a:pt x="342209" y="172501"/>
                    <a:pt x="556381" y="84164"/>
                  </a:cubicBezTo>
                  <a:cubicBezTo>
                    <a:pt x="662446" y="41230"/>
                    <a:pt x="774391" y="14576"/>
                    <a:pt x="888423" y="5106"/>
                  </a:cubicBezTo>
                  <a:cubicBezTo>
                    <a:pt x="1002329" y="-4398"/>
                    <a:pt x="1116954" y="-626"/>
                    <a:pt x="1229989" y="16346"/>
                  </a:cubicBezTo>
                  <a:cubicBezTo>
                    <a:pt x="1342978" y="32895"/>
                    <a:pt x="1454348" y="59057"/>
                    <a:pt x="1562888" y="94546"/>
                  </a:cubicBezTo>
                  <a:cubicBezTo>
                    <a:pt x="1671439" y="129924"/>
                    <a:pt x="1777392" y="172827"/>
                    <a:pt x="1879975" y="222943"/>
                  </a:cubicBezTo>
                  <a:cubicBezTo>
                    <a:pt x="1982378" y="273265"/>
                    <a:pt x="2081736" y="329560"/>
                    <a:pt x="2177536" y="391535"/>
                  </a:cubicBezTo>
                  <a:cubicBezTo>
                    <a:pt x="2561458" y="641361"/>
                    <a:pt x="2888783" y="968848"/>
                    <a:pt x="3138418" y="1352894"/>
                  </a:cubicBezTo>
                  <a:cubicBezTo>
                    <a:pt x="3200451" y="1448692"/>
                    <a:pt x="3256748" y="1548085"/>
                    <a:pt x="3307011" y="1650550"/>
                  </a:cubicBezTo>
                  <a:cubicBezTo>
                    <a:pt x="3357081" y="1753097"/>
                    <a:pt x="3399921" y="1859020"/>
                    <a:pt x="3435217" y="1967542"/>
                  </a:cubicBezTo>
                  <a:cubicBezTo>
                    <a:pt x="3470756" y="2076224"/>
                    <a:pt x="3496888" y="2187759"/>
                    <a:pt x="3513322" y="2300917"/>
                  </a:cubicBezTo>
                  <a:cubicBezTo>
                    <a:pt x="3530216" y="2413896"/>
                    <a:pt x="3533956" y="2528453"/>
                    <a:pt x="3524466" y="2642293"/>
                  </a:cubicBezTo>
                  <a:cubicBezTo>
                    <a:pt x="3514966" y="2756238"/>
                    <a:pt x="3488280" y="2868089"/>
                    <a:pt x="3445314" y="2974049"/>
                  </a:cubicBezTo>
                  <a:cubicBezTo>
                    <a:pt x="3357026" y="3187968"/>
                    <a:pt x="3187097" y="3357863"/>
                    <a:pt x="2973159" y="3446108"/>
                  </a:cubicBezTo>
                  <a:cubicBezTo>
                    <a:pt x="2867122" y="3488804"/>
                    <a:pt x="2755243" y="3515232"/>
                    <a:pt x="2641308" y="3524498"/>
                  </a:cubicBezTo>
                  <a:cubicBezTo>
                    <a:pt x="2527466" y="3534004"/>
                    <a:pt x="2412904" y="3530232"/>
                    <a:pt x="2299933" y="3513259"/>
                  </a:cubicBezTo>
                  <a:cubicBezTo>
                    <a:pt x="2186998" y="3496755"/>
                    <a:pt x="2075687" y="3470592"/>
                    <a:pt x="1967224" y="3435059"/>
                  </a:cubicBezTo>
                  <a:cubicBezTo>
                    <a:pt x="1858865" y="3399664"/>
                    <a:pt x="1753103" y="3356761"/>
                    <a:pt x="1650708" y="3306662"/>
                  </a:cubicBezTo>
                  <a:cubicBezTo>
                    <a:pt x="1548307" y="3256361"/>
                    <a:pt x="1448977" y="3200033"/>
                    <a:pt x="1353243" y="3137974"/>
                  </a:cubicBezTo>
                  <a:cubicBezTo>
                    <a:pt x="1161775" y="3013546"/>
                    <a:pt x="983891" y="2869374"/>
                    <a:pt x="822510" y="2707825"/>
                  </a:cubicBezTo>
                  <a:close/>
                </a:path>
              </a:pathLst>
            </a:custGeom>
            <a:solidFill>
              <a:srgbClr val="FFFFFF"/>
            </a:solidFill>
            <a:ln w="9525" cap="flat">
              <a:noFill/>
              <a:prstDash val="solid"/>
              <a:miter/>
            </a:ln>
          </p:spPr>
          <p:txBody>
            <a:bodyPr rtlCol="0" anchor="ctr"/>
            <a:lstStyle/>
            <a:p>
              <a:endParaRPr lang="en-US"/>
            </a:p>
          </p:txBody>
        </p:sp>
        <p:sp>
          <p:nvSpPr>
            <p:cNvPr id="8" name="Freeform: Shape 13">
              <a:extLst>
                <a:ext uri="{FF2B5EF4-FFF2-40B4-BE49-F238E27FC236}">
                  <a16:creationId xmlns:a16="http://schemas.microsoft.com/office/drawing/2014/main" id="{BB3A063A-68E0-962E-0060-221CA5DCC509}"/>
                </a:ext>
              </a:extLst>
            </p:cNvPr>
            <p:cNvSpPr/>
            <p:nvPr/>
          </p:nvSpPr>
          <p:spPr>
            <a:xfrm>
              <a:off x="5461760" y="3163851"/>
              <a:ext cx="3040987" cy="3041083"/>
            </a:xfrm>
            <a:custGeom>
              <a:avLst/>
              <a:gdLst>
                <a:gd name="connsiteX0" fmla="*/ 1812197 w 3040987"/>
                <a:gd name="connsiteY0" fmla="*/ 1227745 h 3041083"/>
                <a:gd name="connsiteX1" fmla="*/ 1411099 w 3040987"/>
                <a:gd name="connsiteY1" fmla="*/ 847316 h 3041083"/>
                <a:gd name="connsiteX2" fmla="*/ 988475 w 3040987"/>
                <a:gd name="connsiteY2" fmla="*/ 491081 h 3041083"/>
                <a:gd name="connsiteX3" fmla="*/ 536704 w 3040987"/>
                <a:gd name="connsiteY3" fmla="*/ 173041 h 3041083"/>
                <a:gd name="connsiteX4" fmla="*/ 291816 w 3040987"/>
                <a:gd name="connsiteY4" fmla="*/ 45787 h 3041083"/>
                <a:gd name="connsiteX5" fmla="*/ 159990 w 3040987"/>
                <a:gd name="connsiteY5" fmla="*/ 5687 h 3041083"/>
                <a:gd name="connsiteX6" fmla="*/ 91315 w 3040987"/>
                <a:gd name="connsiteY6" fmla="*/ 3211 h 3041083"/>
                <a:gd name="connsiteX7" fmla="*/ 58168 w 3040987"/>
                <a:gd name="connsiteY7" fmla="*/ 11688 h 3041083"/>
                <a:gd name="connsiteX8" fmla="*/ 11115 w 3040987"/>
                <a:gd name="connsiteY8" fmla="*/ 58741 h 3041083"/>
                <a:gd name="connsiteX9" fmla="*/ 2637 w 3040987"/>
                <a:gd name="connsiteY9" fmla="*/ 91888 h 3041083"/>
                <a:gd name="connsiteX10" fmla="*/ 5685 w 3040987"/>
                <a:gd name="connsiteY10" fmla="*/ 160373 h 3041083"/>
                <a:gd name="connsiteX11" fmla="*/ 45881 w 3040987"/>
                <a:gd name="connsiteY11" fmla="*/ 292104 h 3041083"/>
                <a:gd name="connsiteX12" fmla="*/ 173421 w 3040987"/>
                <a:gd name="connsiteY12" fmla="*/ 536611 h 3041083"/>
                <a:gd name="connsiteX13" fmla="*/ 491365 w 3040987"/>
                <a:gd name="connsiteY13" fmla="*/ 988000 h 3041083"/>
                <a:gd name="connsiteX14" fmla="*/ 847886 w 3040987"/>
                <a:gd name="connsiteY14" fmla="*/ 1410339 h 3041083"/>
                <a:gd name="connsiteX15" fmla="*/ 1228886 w 3040987"/>
                <a:gd name="connsiteY15" fmla="*/ 1811151 h 3041083"/>
                <a:gd name="connsiteX16" fmla="*/ 1629793 w 3040987"/>
                <a:gd name="connsiteY16" fmla="*/ 2191579 h 3041083"/>
                <a:gd name="connsiteX17" fmla="*/ 2052322 w 3040987"/>
                <a:gd name="connsiteY17" fmla="*/ 2547910 h 3041083"/>
                <a:gd name="connsiteX18" fmla="*/ 2503902 w 3040987"/>
                <a:gd name="connsiteY18" fmla="*/ 2865854 h 3041083"/>
                <a:gd name="connsiteX19" fmla="*/ 2748790 w 3040987"/>
                <a:gd name="connsiteY19" fmla="*/ 2993108 h 3041083"/>
                <a:gd name="connsiteX20" fmla="*/ 2880330 w 3040987"/>
                <a:gd name="connsiteY20" fmla="*/ 3033113 h 3041083"/>
                <a:gd name="connsiteX21" fmla="*/ 2948624 w 3040987"/>
                <a:gd name="connsiteY21" fmla="*/ 3036066 h 3041083"/>
                <a:gd name="connsiteX22" fmla="*/ 2981486 w 3040987"/>
                <a:gd name="connsiteY22" fmla="*/ 3027684 h 3041083"/>
                <a:gd name="connsiteX23" fmla="*/ 3010061 w 3040987"/>
                <a:gd name="connsiteY23" fmla="*/ 3009301 h 3041083"/>
                <a:gd name="connsiteX24" fmla="*/ 3028444 w 3040987"/>
                <a:gd name="connsiteY24" fmla="*/ 2980726 h 3041083"/>
                <a:gd name="connsiteX25" fmla="*/ 3036921 w 3040987"/>
                <a:gd name="connsiteY25" fmla="*/ 2947864 h 3041083"/>
                <a:gd name="connsiteX26" fmla="*/ 3033968 w 3040987"/>
                <a:gd name="connsiteY26" fmla="*/ 2879570 h 3041083"/>
                <a:gd name="connsiteX27" fmla="*/ 2993963 w 3040987"/>
                <a:gd name="connsiteY27" fmla="*/ 2747934 h 3041083"/>
                <a:gd name="connsiteX28" fmla="*/ 2866900 w 3040987"/>
                <a:gd name="connsiteY28" fmla="*/ 2503047 h 3041083"/>
                <a:gd name="connsiteX29" fmla="*/ 2548765 w 3040987"/>
                <a:gd name="connsiteY29" fmla="*/ 2051657 h 3041083"/>
                <a:gd name="connsiteX30" fmla="*/ 2192720 w 3040987"/>
                <a:gd name="connsiteY30" fmla="*/ 1628938 h 3041083"/>
                <a:gd name="connsiteX31" fmla="*/ 1812197 w 3040987"/>
                <a:gd name="connsiteY31" fmla="*/ 1227745 h 3041083"/>
                <a:gd name="connsiteX32" fmla="*/ 1812197 w 3040987"/>
                <a:gd name="connsiteY32" fmla="*/ 1227745 h 3041083"/>
                <a:gd name="connsiteX33" fmla="*/ 2193197 w 3040987"/>
                <a:gd name="connsiteY33" fmla="*/ 1628366 h 3041083"/>
                <a:gd name="connsiteX34" fmla="*/ 2549908 w 3040987"/>
                <a:gd name="connsiteY34" fmla="*/ 2050705 h 3041083"/>
                <a:gd name="connsiteX35" fmla="*/ 2868519 w 3040987"/>
                <a:gd name="connsiteY35" fmla="*/ 2502285 h 3041083"/>
                <a:gd name="connsiteX36" fmla="*/ 2996440 w 3040987"/>
                <a:gd name="connsiteY36" fmla="*/ 2747173 h 3041083"/>
                <a:gd name="connsiteX37" fmla="*/ 3036826 w 3040987"/>
                <a:gd name="connsiteY37" fmla="*/ 2879761 h 3041083"/>
                <a:gd name="connsiteX38" fmla="*/ 3039874 w 3040987"/>
                <a:gd name="connsiteY38" fmla="*/ 2949007 h 3041083"/>
                <a:gd name="connsiteX39" fmla="*/ 3031301 w 3040987"/>
                <a:gd name="connsiteY39" fmla="*/ 2982916 h 3041083"/>
                <a:gd name="connsiteX40" fmla="*/ 3012251 w 3040987"/>
                <a:gd name="connsiteY40" fmla="*/ 3012253 h 3041083"/>
                <a:gd name="connsiteX41" fmla="*/ 2982914 w 3040987"/>
                <a:gd name="connsiteY41" fmla="*/ 3031303 h 3041083"/>
                <a:gd name="connsiteX42" fmla="*/ 2949005 w 3040987"/>
                <a:gd name="connsiteY42" fmla="*/ 3039971 h 3041083"/>
                <a:gd name="connsiteX43" fmla="*/ 2879663 w 3040987"/>
                <a:gd name="connsiteY43" fmla="*/ 3036923 h 3041083"/>
                <a:gd name="connsiteX44" fmla="*/ 2747360 w 3040987"/>
                <a:gd name="connsiteY44" fmla="*/ 2996632 h 3041083"/>
                <a:gd name="connsiteX45" fmla="*/ 2502092 w 3040987"/>
                <a:gd name="connsiteY45" fmla="*/ 2868997 h 3041083"/>
                <a:gd name="connsiteX46" fmla="*/ 2050226 w 3040987"/>
                <a:gd name="connsiteY46" fmla="*/ 2550671 h 3041083"/>
                <a:gd name="connsiteX47" fmla="*/ 1627697 w 3040987"/>
                <a:gd name="connsiteY47" fmla="*/ 2194056 h 3041083"/>
                <a:gd name="connsiteX48" fmla="*/ 1226790 w 3040987"/>
                <a:gd name="connsiteY48" fmla="*/ 1813056 h 3041083"/>
                <a:gd name="connsiteX49" fmla="*/ 846266 w 3040987"/>
                <a:gd name="connsiteY49" fmla="*/ 1412053 h 3041083"/>
                <a:gd name="connsiteX50" fmla="*/ 489936 w 3040987"/>
                <a:gd name="connsiteY50" fmla="*/ 989334 h 3041083"/>
                <a:gd name="connsiteX51" fmla="*/ 171801 w 3040987"/>
                <a:gd name="connsiteY51" fmla="*/ 537373 h 3041083"/>
                <a:gd name="connsiteX52" fmla="*/ 44357 w 3040987"/>
                <a:gd name="connsiteY52" fmla="*/ 292199 h 3041083"/>
                <a:gd name="connsiteX53" fmla="*/ 4161 w 3040987"/>
                <a:gd name="connsiteY53" fmla="*/ 160087 h 3041083"/>
                <a:gd name="connsiteX54" fmla="*/ 1113 w 3040987"/>
                <a:gd name="connsiteY54" fmla="*/ 90936 h 3041083"/>
                <a:gd name="connsiteX55" fmla="*/ 9781 w 3040987"/>
                <a:gd name="connsiteY55" fmla="*/ 57313 h 3041083"/>
                <a:gd name="connsiteX56" fmla="*/ 57406 w 3040987"/>
                <a:gd name="connsiteY56" fmla="*/ 9688 h 3041083"/>
                <a:gd name="connsiteX57" fmla="*/ 91029 w 3040987"/>
                <a:gd name="connsiteY57" fmla="*/ 1115 h 3041083"/>
                <a:gd name="connsiteX58" fmla="*/ 160085 w 3040987"/>
                <a:gd name="connsiteY58" fmla="*/ 4068 h 3041083"/>
                <a:gd name="connsiteX59" fmla="*/ 292197 w 3040987"/>
                <a:gd name="connsiteY59" fmla="*/ 44454 h 3041083"/>
                <a:gd name="connsiteX60" fmla="*/ 537370 w 3040987"/>
                <a:gd name="connsiteY60" fmla="*/ 171994 h 3041083"/>
                <a:gd name="connsiteX61" fmla="*/ 989046 w 3040987"/>
                <a:gd name="connsiteY61" fmla="*/ 490319 h 3041083"/>
                <a:gd name="connsiteX62" fmla="*/ 1411385 w 3040987"/>
                <a:gd name="connsiteY62" fmla="*/ 846935 h 3041083"/>
                <a:gd name="connsiteX63" fmla="*/ 1812387 w 3040987"/>
                <a:gd name="connsiteY63" fmla="*/ 1227459 h 304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040987" h="3041083">
                  <a:moveTo>
                    <a:pt x="1812197" y="1227745"/>
                  </a:moveTo>
                  <a:cubicBezTo>
                    <a:pt x="1681704" y="1097506"/>
                    <a:pt x="1548005" y="970697"/>
                    <a:pt x="1411099" y="847316"/>
                  </a:cubicBezTo>
                  <a:cubicBezTo>
                    <a:pt x="1274034" y="724158"/>
                    <a:pt x="1133541" y="604810"/>
                    <a:pt x="988475" y="491081"/>
                  </a:cubicBezTo>
                  <a:cubicBezTo>
                    <a:pt x="844235" y="376322"/>
                    <a:pt x="693386" y="270126"/>
                    <a:pt x="536704" y="173041"/>
                  </a:cubicBezTo>
                  <a:cubicBezTo>
                    <a:pt x="458424" y="124467"/>
                    <a:pt x="376558" y="81926"/>
                    <a:pt x="291816" y="45787"/>
                  </a:cubicBezTo>
                  <a:cubicBezTo>
                    <a:pt x="249430" y="27759"/>
                    <a:pt x="205236" y="14316"/>
                    <a:pt x="159990" y="5687"/>
                  </a:cubicBezTo>
                  <a:cubicBezTo>
                    <a:pt x="137321" y="1707"/>
                    <a:pt x="114212" y="874"/>
                    <a:pt x="91315" y="3211"/>
                  </a:cubicBezTo>
                  <a:cubicBezTo>
                    <a:pt x="79944" y="4580"/>
                    <a:pt x="68801" y="7430"/>
                    <a:pt x="58168" y="11688"/>
                  </a:cubicBezTo>
                  <a:cubicBezTo>
                    <a:pt x="36676" y="20227"/>
                    <a:pt x="19654" y="37249"/>
                    <a:pt x="11115" y="58741"/>
                  </a:cubicBezTo>
                  <a:cubicBezTo>
                    <a:pt x="6857" y="69374"/>
                    <a:pt x="4007" y="80517"/>
                    <a:pt x="2637" y="91888"/>
                  </a:cubicBezTo>
                  <a:cubicBezTo>
                    <a:pt x="555" y="114749"/>
                    <a:pt x="1581" y="137787"/>
                    <a:pt x="5685" y="160373"/>
                  </a:cubicBezTo>
                  <a:cubicBezTo>
                    <a:pt x="14303" y="205602"/>
                    <a:pt x="27779" y="249769"/>
                    <a:pt x="45881" y="292104"/>
                  </a:cubicBezTo>
                  <a:cubicBezTo>
                    <a:pt x="82127" y="376725"/>
                    <a:pt x="124764" y="458463"/>
                    <a:pt x="173421" y="536611"/>
                  </a:cubicBezTo>
                  <a:cubicBezTo>
                    <a:pt x="270486" y="693161"/>
                    <a:pt x="376649" y="843883"/>
                    <a:pt x="491365" y="988000"/>
                  </a:cubicBezTo>
                  <a:cubicBezTo>
                    <a:pt x="605665" y="1132971"/>
                    <a:pt x="724632" y="1273751"/>
                    <a:pt x="847886" y="1410339"/>
                  </a:cubicBezTo>
                  <a:cubicBezTo>
                    <a:pt x="971139" y="1546927"/>
                    <a:pt x="1098203" y="1680849"/>
                    <a:pt x="1228886" y="1811151"/>
                  </a:cubicBezTo>
                  <a:cubicBezTo>
                    <a:pt x="1359569" y="1941453"/>
                    <a:pt x="1492728" y="2068326"/>
                    <a:pt x="1629793" y="2191579"/>
                  </a:cubicBezTo>
                  <a:cubicBezTo>
                    <a:pt x="1766858" y="2314833"/>
                    <a:pt x="1907351" y="2434181"/>
                    <a:pt x="2052322" y="2547910"/>
                  </a:cubicBezTo>
                  <a:cubicBezTo>
                    <a:pt x="2196514" y="2662615"/>
                    <a:pt x="2347299" y="2768778"/>
                    <a:pt x="2503902" y="2865854"/>
                  </a:cubicBezTo>
                  <a:cubicBezTo>
                    <a:pt x="2582180" y="2914433"/>
                    <a:pt x="2664046" y="2956974"/>
                    <a:pt x="2748790" y="2993108"/>
                  </a:cubicBezTo>
                  <a:cubicBezTo>
                    <a:pt x="2791065" y="3011148"/>
                    <a:pt x="2835169" y="3024561"/>
                    <a:pt x="2880330" y="3033113"/>
                  </a:cubicBezTo>
                  <a:cubicBezTo>
                    <a:pt x="2902846" y="3037279"/>
                    <a:pt x="2925833" y="3038273"/>
                    <a:pt x="2948624" y="3036066"/>
                  </a:cubicBezTo>
                  <a:cubicBezTo>
                    <a:pt x="2959905" y="3034762"/>
                    <a:pt x="2970958" y="3031943"/>
                    <a:pt x="2981486" y="3027684"/>
                  </a:cubicBezTo>
                  <a:cubicBezTo>
                    <a:pt x="2992051" y="3023348"/>
                    <a:pt x="3001735" y="3017118"/>
                    <a:pt x="3010061" y="3009301"/>
                  </a:cubicBezTo>
                  <a:cubicBezTo>
                    <a:pt x="3017909" y="3000999"/>
                    <a:pt x="3024143" y="2991309"/>
                    <a:pt x="3028444" y="2980726"/>
                  </a:cubicBezTo>
                  <a:cubicBezTo>
                    <a:pt x="3032701" y="2970192"/>
                    <a:pt x="3035551" y="2959143"/>
                    <a:pt x="3036921" y="2947864"/>
                  </a:cubicBezTo>
                  <a:cubicBezTo>
                    <a:pt x="3039034" y="2925071"/>
                    <a:pt x="3038040" y="2902096"/>
                    <a:pt x="3033968" y="2879570"/>
                  </a:cubicBezTo>
                  <a:cubicBezTo>
                    <a:pt x="3025448" y="2834370"/>
                    <a:pt x="3012033" y="2790232"/>
                    <a:pt x="2993963" y="2747934"/>
                  </a:cubicBezTo>
                  <a:cubicBezTo>
                    <a:pt x="2957909" y="2663188"/>
                    <a:pt x="2915430" y="2581320"/>
                    <a:pt x="2866900" y="2503047"/>
                  </a:cubicBezTo>
                  <a:cubicBezTo>
                    <a:pt x="2769751" y="2346506"/>
                    <a:pt x="2663525" y="2195785"/>
                    <a:pt x="2548765" y="2051657"/>
                  </a:cubicBezTo>
                  <a:cubicBezTo>
                    <a:pt x="2435132" y="1906591"/>
                    <a:pt x="2315784" y="1765907"/>
                    <a:pt x="2192720" y="1628938"/>
                  </a:cubicBezTo>
                  <a:cubicBezTo>
                    <a:pt x="2069658" y="1491968"/>
                    <a:pt x="1942308" y="1358237"/>
                    <a:pt x="1812197" y="1227745"/>
                  </a:cubicBezTo>
                  <a:close/>
                  <a:moveTo>
                    <a:pt x="1812197" y="1227745"/>
                  </a:moveTo>
                  <a:cubicBezTo>
                    <a:pt x="1942626" y="1358047"/>
                    <a:pt x="2069626" y="1491587"/>
                    <a:pt x="2193197" y="1628366"/>
                  </a:cubicBezTo>
                  <a:cubicBezTo>
                    <a:pt x="2316450" y="1765336"/>
                    <a:pt x="2435989" y="1905734"/>
                    <a:pt x="2549908" y="2050705"/>
                  </a:cubicBezTo>
                  <a:cubicBezTo>
                    <a:pt x="2664873" y="2194855"/>
                    <a:pt x="2771260" y="2345642"/>
                    <a:pt x="2868519" y="2502285"/>
                  </a:cubicBezTo>
                  <a:cubicBezTo>
                    <a:pt x="2917320" y="2580545"/>
                    <a:pt x="2960085" y="2662411"/>
                    <a:pt x="2996440" y="2747173"/>
                  </a:cubicBezTo>
                  <a:cubicBezTo>
                    <a:pt x="3014720" y="2789755"/>
                    <a:pt x="3028264" y="2834218"/>
                    <a:pt x="3036826" y="2879761"/>
                  </a:cubicBezTo>
                  <a:cubicBezTo>
                    <a:pt x="3041030" y="2902592"/>
                    <a:pt x="3042056" y="2925895"/>
                    <a:pt x="3039874" y="2949007"/>
                  </a:cubicBezTo>
                  <a:cubicBezTo>
                    <a:pt x="3038507" y="2960636"/>
                    <a:pt x="3035625" y="2972035"/>
                    <a:pt x="3031301" y="2982916"/>
                  </a:cubicBezTo>
                  <a:cubicBezTo>
                    <a:pt x="3026753" y="2993754"/>
                    <a:pt x="3020301" y="3003689"/>
                    <a:pt x="3012251" y="3012253"/>
                  </a:cubicBezTo>
                  <a:cubicBezTo>
                    <a:pt x="3003732" y="3020360"/>
                    <a:pt x="2993785" y="3026819"/>
                    <a:pt x="2982914" y="3031303"/>
                  </a:cubicBezTo>
                  <a:cubicBezTo>
                    <a:pt x="2972037" y="3035657"/>
                    <a:pt x="2960638" y="3038571"/>
                    <a:pt x="2949005" y="3039971"/>
                  </a:cubicBezTo>
                  <a:cubicBezTo>
                    <a:pt x="2925861" y="3042150"/>
                    <a:pt x="2902527" y="3041125"/>
                    <a:pt x="2879663" y="3036923"/>
                  </a:cubicBezTo>
                  <a:cubicBezTo>
                    <a:pt x="2834238" y="3028302"/>
                    <a:pt x="2789880" y="3014793"/>
                    <a:pt x="2747360" y="2996632"/>
                  </a:cubicBezTo>
                  <a:cubicBezTo>
                    <a:pt x="2662478" y="2960385"/>
                    <a:pt x="2580484" y="2917716"/>
                    <a:pt x="2502092" y="2868997"/>
                  </a:cubicBezTo>
                  <a:cubicBezTo>
                    <a:pt x="2345397" y="2771782"/>
                    <a:pt x="2194517" y="2665493"/>
                    <a:pt x="2050226" y="2550671"/>
                  </a:cubicBezTo>
                  <a:cubicBezTo>
                    <a:pt x="1905256" y="2436848"/>
                    <a:pt x="1764476" y="2317310"/>
                    <a:pt x="1627697" y="2194056"/>
                  </a:cubicBezTo>
                  <a:cubicBezTo>
                    <a:pt x="1490918" y="2070802"/>
                    <a:pt x="1357187" y="1943644"/>
                    <a:pt x="1226790" y="1813056"/>
                  </a:cubicBezTo>
                  <a:cubicBezTo>
                    <a:pt x="1096393" y="1682468"/>
                    <a:pt x="969615" y="1549118"/>
                    <a:pt x="846266" y="1412053"/>
                  </a:cubicBezTo>
                  <a:cubicBezTo>
                    <a:pt x="722918" y="1274989"/>
                    <a:pt x="603665" y="1134400"/>
                    <a:pt x="489936" y="989334"/>
                  </a:cubicBezTo>
                  <a:cubicBezTo>
                    <a:pt x="375123" y="845047"/>
                    <a:pt x="268895" y="694133"/>
                    <a:pt x="171801" y="537373"/>
                  </a:cubicBezTo>
                  <a:cubicBezTo>
                    <a:pt x="123145" y="459009"/>
                    <a:pt x="80539" y="377047"/>
                    <a:pt x="44357" y="292199"/>
                  </a:cubicBezTo>
                  <a:cubicBezTo>
                    <a:pt x="26184" y="249758"/>
                    <a:pt x="12706" y="205458"/>
                    <a:pt x="4161" y="160087"/>
                  </a:cubicBezTo>
                  <a:cubicBezTo>
                    <a:pt x="-41" y="137288"/>
                    <a:pt x="-1067" y="114017"/>
                    <a:pt x="1113" y="90936"/>
                  </a:cubicBezTo>
                  <a:cubicBezTo>
                    <a:pt x="2525" y="79398"/>
                    <a:pt x="5439" y="68095"/>
                    <a:pt x="9781" y="57313"/>
                  </a:cubicBezTo>
                  <a:cubicBezTo>
                    <a:pt x="18494" y="35605"/>
                    <a:pt x="35698" y="18400"/>
                    <a:pt x="57406" y="9688"/>
                  </a:cubicBezTo>
                  <a:cubicBezTo>
                    <a:pt x="68192" y="5378"/>
                    <a:pt x="79496" y="2496"/>
                    <a:pt x="91029" y="1115"/>
                  </a:cubicBezTo>
                  <a:cubicBezTo>
                    <a:pt x="114075" y="-1051"/>
                    <a:pt x="137309" y="-58"/>
                    <a:pt x="160085" y="4068"/>
                  </a:cubicBezTo>
                  <a:cubicBezTo>
                    <a:pt x="205451" y="12722"/>
                    <a:pt x="249747" y="26263"/>
                    <a:pt x="292197" y="44454"/>
                  </a:cubicBezTo>
                  <a:cubicBezTo>
                    <a:pt x="377065" y="80631"/>
                    <a:pt x="459030" y="123270"/>
                    <a:pt x="537370" y="171994"/>
                  </a:cubicBezTo>
                  <a:cubicBezTo>
                    <a:pt x="694025" y="269177"/>
                    <a:pt x="844843" y="375468"/>
                    <a:pt x="989046" y="490319"/>
                  </a:cubicBezTo>
                  <a:cubicBezTo>
                    <a:pt x="1134017" y="604143"/>
                    <a:pt x="1274796" y="723682"/>
                    <a:pt x="1411385" y="846935"/>
                  </a:cubicBezTo>
                  <a:cubicBezTo>
                    <a:pt x="1547973" y="970189"/>
                    <a:pt x="1681990" y="1097157"/>
                    <a:pt x="1812387" y="1227459"/>
                  </a:cubicBezTo>
                  <a:close/>
                </a:path>
              </a:pathLst>
            </a:custGeom>
            <a:solidFill>
              <a:srgbClr val="FFFFFF"/>
            </a:solidFill>
            <a:ln w="9525" cap="flat">
              <a:noFill/>
              <a:prstDash val="solid"/>
              <a:miter/>
            </a:ln>
          </p:spPr>
          <p:txBody>
            <a:bodyPr rtlCol="0" anchor="ctr"/>
            <a:lstStyle/>
            <a:p>
              <a:endParaRPr lang="en-US"/>
            </a:p>
          </p:txBody>
        </p:sp>
        <p:sp>
          <p:nvSpPr>
            <p:cNvPr id="9" name="Freeform: Shape 14">
              <a:extLst>
                <a:ext uri="{FF2B5EF4-FFF2-40B4-BE49-F238E27FC236}">
                  <a16:creationId xmlns:a16="http://schemas.microsoft.com/office/drawing/2014/main" id="{226DAC20-A5B9-FB59-948E-50CF2C21DB4B}"/>
                </a:ext>
              </a:extLst>
            </p:cNvPr>
            <p:cNvSpPr/>
            <p:nvPr/>
          </p:nvSpPr>
          <p:spPr>
            <a:xfrm>
              <a:off x="5216688" y="2918960"/>
              <a:ext cx="3529225" cy="3529678"/>
            </a:xfrm>
            <a:custGeom>
              <a:avLst/>
              <a:gdLst>
                <a:gd name="connsiteX0" fmla="*/ 2707255 w 3529225"/>
                <a:gd name="connsiteY0" fmla="*/ 2706980 h 3529678"/>
                <a:gd name="connsiteX1" fmla="*/ 3136737 w 3529225"/>
                <a:gd name="connsiteY1" fmla="*/ 2176342 h 3529678"/>
                <a:gd name="connsiteX2" fmla="*/ 3305234 w 3529225"/>
                <a:gd name="connsiteY2" fmla="*/ 1878876 h 3529678"/>
                <a:gd name="connsiteX3" fmla="*/ 3433346 w 3529225"/>
                <a:gd name="connsiteY3" fmla="*/ 1561980 h 3529678"/>
                <a:gd name="connsiteX4" fmla="*/ 3511641 w 3529225"/>
                <a:gd name="connsiteY4" fmla="*/ 1229176 h 3529678"/>
                <a:gd name="connsiteX5" fmla="*/ 3522690 w 3529225"/>
                <a:gd name="connsiteY5" fmla="*/ 888181 h 3529678"/>
                <a:gd name="connsiteX6" fmla="*/ 3443728 w 3529225"/>
                <a:gd name="connsiteY6" fmla="*/ 556997 h 3529678"/>
                <a:gd name="connsiteX7" fmla="*/ 2972526 w 3529225"/>
                <a:gd name="connsiteY7" fmla="*/ 86176 h 3529678"/>
                <a:gd name="connsiteX8" fmla="*/ 2641437 w 3529225"/>
                <a:gd name="connsiteY8" fmla="*/ 7499 h 3529678"/>
                <a:gd name="connsiteX9" fmla="*/ 2300537 w 3529225"/>
                <a:gd name="connsiteY9" fmla="*/ 18739 h 3529678"/>
                <a:gd name="connsiteX10" fmla="*/ 1968115 w 3529225"/>
                <a:gd name="connsiteY10" fmla="*/ 96844 h 3529678"/>
                <a:gd name="connsiteX11" fmla="*/ 1651504 w 3529225"/>
                <a:gd name="connsiteY11" fmla="*/ 225051 h 3529678"/>
                <a:gd name="connsiteX12" fmla="*/ 1354133 w 3529225"/>
                <a:gd name="connsiteY12" fmla="*/ 393643 h 3529678"/>
                <a:gd name="connsiteX13" fmla="*/ 394109 w 3529225"/>
                <a:gd name="connsiteY13" fmla="*/ 1353954 h 3529678"/>
                <a:gd name="connsiteX14" fmla="*/ 225707 w 3529225"/>
                <a:gd name="connsiteY14" fmla="*/ 1651229 h 3529678"/>
                <a:gd name="connsiteX15" fmla="*/ 97595 w 3529225"/>
                <a:gd name="connsiteY15" fmla="*/ 1967935 h 3529678"/>
                <a:gd name="connsiteX16" fmla="*/ 19586 w 3529225"/>
                <a:gd name="connsiteY16" fmla="*/ 2300263 h 3529678"/>
                <a:gd name="connsiteX17" fmla="*/ 8441 w 3529225"/>
                <a:gd name="connsiteY17" fmla="*/ 2640972 h 3529678"/>
                <a:gd name="connsiteX18" fmla="*/ 87308 w 3529225"/>
                <a:gd name="connsiteY18" fmla="*/ 2972251 h 3529678"/>
                <a:gd name="connsiteX19" fmla="*/ 557844 w 3529225"/>
                <a:gd name="connsiteY19" fmla="*/ 3442977 h 3529678"/>
                <a:gd name="connsiteX20" fmla="*/ 888837 w 3529225"/>
                <a:gd name="connsiteY20" fmla="*/ 3522034 h 3529678"/>
                <a:gd name="connsiteX21" fmla="*/ 1229642 w 3529225"/>
                <a:gd name="connsiteY21" fmla="*/ 3511081 h 3529678"/>
                <a:gd name="connsiteX22" fmla="*/ 1562160 w 3529225"/>
                <a:gd name="connsiteY22" fmla="*/ 3433261 h 3529678"/>
                <a:gd name="connsiteX23" fmla="*/ 1879437 w 3529225"/>
                <a:gd name="connsiteY23" fmla="*/ 3304959 h 3529678"/>
                <a:gd name="connsiteX24" fmla="*/ 2176903 w 3529225"/>
                <a:gd name="connsiteY24" fmla="*/ 3136557 h 3529678"/>
                <a:gd name="connsiteX25" fmla="*/ 2707255 w 3529225"/>
                <a:gd name="connsiteY25" fmla="*/ 2706980 h 3529678"/>
                <a:gd name="connsiteX26" fmla="*/ 2707255 w 3529225"/>
                <a:gd name="connsiteY26" fmla="*/ 2706980 h 3529678"/>
                <a:gd name="connsiteX27" fmla="*/ 2176808 w 3529225"/>
                <a:gd name="connsiteY27" fmla="*/ 3137319 h 3529678"/>
                <a:gd name="connsiteX28" fmla="*/ 1879437 w 3529225"/>
                <a:gd name="connsiteY28" fmla="*/ 3306388 h 3529678"/>
                <a:gd name="connsiteX29" fmla="*/ 1562540 w 3529225"/>
                <a:gd name="connsiteY29" fmla="*/ 3434880 h 3529678"/>
                <a:gd name="connsiteX30" fmla="*/ 1229737 w 3529225"/>
                <a:gd name="connsiteY30" fmla="*/ 3513271 h 3529678"/>
                <a:gd name="connsiteX31" fmla="*/ 888837 w 3529225"/>
                <a:gd name="connsiteY31" fmla="*/ 3524701 h 3529678"/>
                <a:gd name="connsiteX32" fmla="*/ 556891 w 3529225"/>
                <a:gd name="connsiteY32" fmla="*/ 3445834 h 3529678"/>
                <a:gd name="connsiteX33" fmla="*/ 84165 w 3529225"/>
                <a:gd name="connsiteY33" fmla="*/ 2973394 h 3529678"/>
                <a:gd name="connsiteX34" fmla="*/ 5107 w 3529225"/>
                <a:gd name="connsiteY34" fmla="*/ 2641353 h 3529678"/>
                <a:gd name="connsiteX35" fmla="*/ 16347 w 3529225"/>
                <a:gd name="connsiteY35" fmla="*/ 2299786 h 3529678"/>
                <a:gd name="connsiteX36" fmla="*/ 94547 w 3529225"/>
                <a:gd name="connsiteY36" fmla="*/ 1966888 h 3529678"/>
                <a:gd name="connsiteX37" fmla="*/ 222944 w 3529225"/>
                <a:gd name="connsiteY37" fmla="*/ 1649800 h 3529678"/>
                <a:gd name="connsiteX38" fmla="*/ 391632 w 3529225"/>
                <a:gd name="connsiteY38" fmla="*/ 1352144 h 3529678"/>
                <a:gd name="connsiteX39" fmla="*/ 1352609 w 3529225"/>
                <a:gd name="connsiteY39" fmla="*/ 390976 h 3529678"/>
                <a:gd name="connsiteX40" fmla="*/ 1650266 w 3529225"/>
                <a:gd name="connsiteY40" fmla="*/ 222384 h 3529678"/>
                <a:gd name="connsiteX41" fmla="*/ 1967258 w 3529225"/>
                <a:gd name="connsiteY41" fmla="*/ 94082 h 3529678"/>
                <a:gd name="connsiteX42" fmla="*/ 2300156 w 3529225"/>
                <a:gd name="connsiteY42" fmla="*/ 15977 h 3529678"/>
                <a:gd name="connsiteX43" fmla="*/ 2641437 w 3529225"/>
                <a:gd name="connsiteY43" fmla="*/ 5309 h 3529678"/>
                <a:gd name="connsiteX44" fmla="*/ 2973193 w 3529225"/>
                <a:gd name="connsiteY44" fmla="*/ 84366 h 3529678"/>
                <a:gd name="connsiteX45" fmla="*/ 3445252 w 3529225"/>
                <a:gd name="connsiteY45" fmla="*/ 556616 h 3529678"/>
                <a:gd name="connsiteX46" fmla="*/ 3524119 w 3529225"/>
                <a:gd name="connsiteY46" fmla="*/ 888372 h 3529678"/>
                <a:gd name="connsiteX47" fmla="*/ 3512880 w 3529225"/>
                <a:gd name="connsiteY47" fmla="*/ 1229652 h 3529678"/>
                <a:gd name="connsiteX48" fmla="*/ 3434775 w 3529225"/>
                <a:gd name="connsiteY48" fmla="*/ 1562551 h 3529678"/>
                <a:gd name="connsiteX49" fmla="*/ 3306378 w 3529225"/>
                <a:gd name="connsiteY49" fmla="*/ 1879448 h 3529678"/>
                <a:gd name="connsiteX50" fmla="*/ 3137690 w 3529225"/>
                <a:gd name="connsiteY50" fmla="*/ 2176914 h 3529678"/>
                <a:gd name="connsiteX51" fmla="*/ 2707541 w 3529225"/>
                <a:gd name="connsiteY51" fmla="*/ 2707266 h 3529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29225" h="3529678">
                  <a:moveTo>
                    <a:pt x="2707255" y="2706980"/>
                  </a:moveTo>
                  <a:cubicBezTo>
                    <a:pt x="2868598" y="2545624"/>
                    <a:pt x="3012548" y="2367770"/>
                    <a:pt x="3136737" y="2176342"/>
                  </a:cubicBezTo>
                  <a:cubicBezTo>
                    <a:pt x="3198698" y="2080583"/>
                    <a:pt x="3254961" y="1981256"/>
                    <a:pt x="3305234" y="1878876"/>
                  </a:cubicBezTo>
                  <a:cubicBezTo>
                    <a:pt x="3355273" y="1776360"/>
                    <a:pt x="3398082" y="1670469"/>
                    <a:pt x="3433346" y="1561980"/>
                  </a:cubicBezTo>
                  <a:cubicBezTo>
                    <a:pt x="3468894" y="1453483"/>
                    <a:pt x="3495088" y="1342142"/>
                    <a:pt x="3511641" y="1229176"/>
                  </a:cubicBezTo>
                  <a:cubicBezTo>
                    <a:pt x="3528550" y="1116326"/>
                    <a:pt x="3532258" y="1001890"/>
                    <a:pt x="3522690" y="888181"/>
                  </a:cubicBezTo>
                  <a:cubicBezTo>
                    <a:pt x="3513250" y="774431"/>
                    <a:pt x="3486627" y="662769"/>
                    <a:pt x="3443728" y="556997"/>
                  </a:cubicBezTo>
                  <a:cubicBezTo>
                    <a:pt x="3355534" y="343631"/>
                    <a:pt x="3185963" y="174197"/>
                    <a:pt x="2972526" y="86176"/>
                  </a:cubicBezTo>
                  <a:cubicBezTo>
                    <a:pt x="2866756" y="43423"/>
                    <a:pt x="2755133" y="16898"/>
                    <a:pt x="2641437" y="7499"/>
                  </a:cubicBezTo>
                  <a:cubicBezTo>
                    <a:pt x="2527753" y="-2005"/>
                    <a:pt x="2413349" y="1767"/>
                    <a:pt x="2300537" y="18739"/>
                  </a:cubicBezTo>
                  <a:cubicBezTo>
                    <a:pt x="2187705" y="35246"/>
                    <a:pt x="2076492" y="61377"/>
                    <a:pt x="1968115" y="96844"/>
                  </a:cubicBezTo>
                  <a:cubicBezTo>
                    <a:pt x="1859716" y="132141"/>
                    <a:pt x="1753921" y="174982"/>
                    <a:pt x="1651504" y="225051"/>
                  </a:cubicBezTo>
                  <a:cubicBezTo>
                    <a:pt x="1549173" y="275393"/>
                    <a:pt x="1449880" y="331687"/>
                    <a:pt x="1354133" y="393643"/>
                  </a:cubicBezTo>
                  <a:cubicBezTo>
                    <a:pt x="970678" y="643320"/>
                    <a:pt x="643671" y="970424"/>
                    <a:pt x="394109" y="1353954"/>
                  </a:cubicBezTo>
                  <a:cubicBezTo>
                    <a:pt x="332124" y="1449615"/>
                    <a:pt x="275890" y="1548883"/>
                    <a:pt x="225707" y="1651229"/>
                  </a:cubicBezTo>
                  <a:cubicBezTo>
                    <a:pt x="175685" y="1753688"/>
                    <a:pt x="132877" y="1859514"/>
                    <a:pt x="97595" y="1967935"/>
                  </a:cubicBezTo>
                  <a:cubicBezTo>
                    <a:pt x="62125" y="2076273"/>
                    <a:pt x="36026" y="2187458"/>
                    <a:pt x="19586" y="2300263"/>
                  </a:cubicBezTo>
                  <a:cubicBezTo>
                    <a:pt x="2693" y="2413018"/>
                    <a:pt x="-1047" y="2527354"/>
                    <a:pt x="8441" y="2640972"/>
                  </a:cubicBezTo>
                  <a:cubicBezTo>
                    <a:pt x="17922" y="2754736"/>
                    <a:pt x="44510" y="2866419"/>
                    <a:pt x="87308" y="2972251"/>
                  </a:cubicBezTo>
                  <a:cubicBezTo>
                    <a:pt x="175439" y="3185406"/>
                    <a:pt x="344724" y="3354760"/>
                    <a:pt x="557844" y="3442977"/>
                  </a:cubicBezTo>
                  <a:cubicBezTo>
                    <a:pt x="663559" y="3485862"/>
                    <a:pt x="775152" y="3512516"/>
                    <a:pt x="888837" y="3522034"/>
                  </a:cubicBezTo>
                  <a:cubicBezTo>
                    <a:pt x="1002480" y="3531585"/>
                    <a:pt x="1116847" y="3527909"/>
                    <a:pt x="1229642" y="3511081"/>
                  </a:cubicBezTo>
                  <a:cubicBezTo>
                    <a:pt x="1342495" y="3494659"/>
                    <a:pt x="1453739" y="3468625"/>
                    <a:pt x="1562160" y="3433261"/>
                  </a:cubicBezTo>
                  <a:cubicBezTo>
                    <a:pt x="1670765" y="3397899"/>
                    <a:pt x="1776779" y="3355028"/>
                    <a:pt x="1879437" y="3304959"/>
                  </a:cubicBezTo>
                  <a:cubicBezTo>
                    <a:pt x="1981837" y="3254761"/>
                    <a:pt x="2081167" y="3198528"/>
                    <a:pt x="2176903" y="3136557"/>
                  </a:cubicBezTo>
                  <a:cubicBezTo>
                    <a:pt x="2368274" y="3012376"/>
                    <a:pt x="2546038" y="2868389"/>
                    <a:pt x="2707255" y="2706980"/>
                  </a:cubicBezTo>
                  <a:close/>
                  <a:moveTo>
                    <a:pt x="2707255" y="2706980"/>
                  </a:moveTo>
                  <a:cubicBezTo>
                    <a:pt x="2546012" y="2868623"/>
                    <a:pt x="2368219" y="3012863"/>
                    <a:pt x="2176808" y="3137319"/>
                  </a:cubicBezTo>
                  <a:cubicBezTo>
                    <a:pt x="2081105" y="3199491"/>
                    <a:pt x="1981808" y="3255945"/>
                    <a:pt x="1879437" y="3306388"/>
                  </a:cubicBezTo>
                  <a:cubicBezTo>
                    <a:pt x="1776946" y="3356591"/>
                    <a:pt x="1671053" y="3399528"/>
                    <a:pt x="1562540" y="3434880"/>
                  </a:cubicBezTo>
                  <a:cubicBezTo>
                    <a:pt x="1454050" y="3470476"/>
                    <a:pt x="1342708" y="3496702"/>
                    <a:pt x="1229737" y="3513271"/>
                  </a:cubicBezTo>
                  <a:cubicBezTo>
                    <a:pt x="1116925" y="3530217"/>
                    <a:pt x="1002531" y="3534053"/>
                    <a:pt x="888837" y="3524701"/>
                  </a:cubicBezTo>
                  <a:cubicBezTo>
                    <a:pt x="774847" y="3515285"/>
                    <a:pt x="662934" y="3488696"/>
                    <a:pt x="556891" y="3445834"/>
                  </a:cubicBezTo>
                  <a:cubicBezTo>
                    <a:pt x="342665" y="3357626"/>
                    <a:pt x="172502" y="3187567"/>
                    <a:pt x="84165" y="2973394"/>
                  </a:cubicBezTo>
                  <a:cubicBezTo>
                    <a:pt x="41252" y="2867323"/>
                    <a:pt x="14599" y="2755381"/>
                    <a:pt x="5107" y="2641353"/>
                  </a:cubicBezTo>
                  <a:cubicBezTo>
                    <a:pt x="-4398" y="2527446"/>
                    <a:pt x="-626" y="2412821"/>
                    <a:pt x="16347" y="2299786"/>
                  </a:cubicBezTo>
                  <a:cubicBezTo>
                    <a:pt x="32875" y="2186794"/>
                    <a:pt x="59037" y="2075422"/>
                    <a:pt x="94547" y="1966888"/>
                  </a:cubicBezTo>
                  <a:cubicBezTo>
                    <a:pt x="129908" y="1858330"/>
                    <a:pt x="172811" y="1752376"/>
                    <a:pt x="222944" y="1649800"/>
                  </a:cubicBezTo>
                  <a:cubicBezTo>
                    <a:pt x="273318" y="1547375"/>
                    <a:pt x="329643" y="1447987"/>
                    <a:pt x="391632" y="1352144"/>
                  </a:cubicBezTo>
                  <a:cubicBezTo>
                    <a:pt x="641344" y="968181"/>
                    <a:pt x="968695" y="640765"/>
                    <a:pt x="1352609" y="390976"/>
                  </a:cubicBezTo>
                  <a:cubicBezTo>
                    <a:pt x="1448386" y="328908"/>
                    <a:pt x="1547781" y="272610"/>
                    <a:pt x="1650266" y="222384"/>
                  </a:cubicBezTo>
                  <a:cubicBezTo>
                    <a:pt x="1752793" y="172242"/>
                    <a:pt x="1858718" y="129369"/>
                    <a:pt x="1967258" y="94082"/>
                  </a:cubicBezTo>
                  <a:cubicBezTo>
                    <a:pt x="2075797" y="58614"/>
                    <a:pt x="2187168" y="32484"/>
                    <a:pt x="2300156" y="15977"/>
                  </a:cubicBezTo>
                  <a:cubicBezTo>
                    <a:pt x="2413118" y="-799"/>
                    <a:pt x="2527648" y="-4379"/>
                    <a:pt x="2641437" y="5309"/>
                  </a:cubicBezTo>
                  <a:cubicBezTo>
                    <a:pt x="2755377" y="14779"/>
                    <a:pt x="2867228" y="41433"/>
                    <a:pt x="2973193" y="84366"/>
                  </a:cubicBezTo>
                  <a:cubicBezTo>
                    <a:pt x="3187095" y="172730"/>
                    <a:pt x="3356975" y="342678"/>
                    <a:pt x="3445252" y="556616"/>
                  </a:cubicBezTo>
                  <a:cubicBezTo>
                    <a:pt x="3488120" y="662591"/>
                    <a:pt x="3514710" y="774442"/>
                    <a:pt x="3524119" y="888372"/>
                  </a:cubicBezTo>
                  <a:cubicBezTo>
                    <a:pt x="3533623" y="1002183"/>
                    <a:pt x="3529851" y="1116713"/>
                    <a:pt x="3512880" y="1229652"/>
                  </a:cubicBezTo>
                  <a:cubicBezTo>
                    <a:pt x="3496383" y="1342642"/>
                    <a:pt x="3470252" y="1454014"/>
                    <a:pt x="3434775" y="1562551"/>
                  </a:cubicBezTo>
                  <a:cubicBezTo>
                    <a:pt x="3399414" y="1671047"/>
                    <a:pt x="3356511" y="1776937"/>
                    <a:pt x="3306378" y="1879448"/>
                  </a:cubicBezTo>
                  <a:cubicBezTo>
                    <a:pt x="3256061" y="1981841"/>
                    <a:pt x="3199733" y="2081170"/>
                    <a:pt x="3137690" y="2176914"/>
                  </a:cubicBezTo>
                  <a:cubicBezTo>
                    <a:pt x="3013260" y="2368263"/>
                    <a:pt x="2869087" y="2546021"/>
                    <a:pt x="2707541" y="2707266"/>
                  </a:cubicBezTo>
                  <a:close/>
                </a:path>
              </a:pathLst>
            </a:custGeom>
            <a:solidFill>
              <a:srgbClr val="FFFFFF"/>
            </a:solidFill>
            <a:ln w="9525" cap="flat">
              <a:noFill/>
              <a:prstDash val="solid"/>
              <a:miter/>
            </a:ln>
          </p:spPr>
          <p:txBody>
            <a:bodyPr rtlCol="0" anchor="ctr"/>
            <a:lstStyle/>
            <a:p>
              <a:endParaRPr lang="en-US"/>
            </a:p>
          </p:txBody>
        </p:sp>
        <p:sp>
          <p:nvSpPr>
            <p:cNvPr id="10" name="Freeform: Shape 15">
              <a:extLst>
                <a:ext uri="{FF2B5EF4-FFF2-40B4-BE49-F238E27FC236}">
                  <a16:creationId xmlns:a16="http://schemas.microsoft.com/office/drawing/2014/main" id="{5C610E50-2376-912E-C9A3-81E0E5194009}"/>
                </a:ext>
              </a:extLst>
            </p:cNvPr>
            <p:cNvSpPr/>
            <p:nvPr/>
          </p:nvSpPr>
          <p:spPr>
            <a:xfrm>
              <a:off x="5461569" y="3162899"/>
              <a:ext cx="3041275" cy="3041401"/>
            </a:xfrm>
            <a:custGeom>
              <a:avLst/>
              <a:gdLst>
                <a:gd name="connsiteX0" fmla="*/ 1228029 w 3041275"/>
                <a:gd name="connsiteY0" fmla="*/ 1228696 h 3041401"/>
                <a:gd name="connsiteX1" fmla="*/ 847600 w 3041275"/>
                <a:gd name="connsiteY1" fmla="*/ 1629699 h 3041401"/>
                <a:gd name="connsiteX2" fmla="*/ 491556 w 3041275"/>
                <a:gd name="connsiteY2" fmla="*/ 2052037 h 3041401"/>
                <a:gd name="connsiteX3" fmla="*/ 173611 w 3041275"/>
                <a:gd name="connsiteY3" fmla="*/ 2503808 h 3041401"/>
                <a:gd name="connsiteX4" fmla="*/ 46357 w 3041275"/>
                <a:gd name="connsiteY4" fmla="*/ 2748791 h 3041401"/>
                <a:gd name="connsiteX5" fmla="*/ 5781 w 3041275"/>
                <a:gd name="connsiteY5" fmla="*/ 2880712 h 3041401"/>
                <a:gd name="connsiteX6" fmla="*/ 2828 w 3041275"/>
                <a:gd name="connsiteY6" fmla="*/ 2949292 h 3041401"/>
                <a:gd name="connsiteX7" fmla="*/ 11305 w 3041275"/>
                <a:gd name="connsiteY7" fmla="*/ 2982440 h 3041401"/>
                <a:gd name="connsiteX8" fmla="*/ 30355 w 3041275"/>
                <a:gd name="connsiteY8" fmla="*/ 3011015 h 3041401"/>
                <a:gd name="connsiteX9" fmla="*/ 58930 w 3041275"/>
                <a:gd name="connsiteY9" fmla="*/ 3029588 h 3041401"/>
                <a:gd name="connsiteX10" fmla="*/ 92077 w 3041275"/>
                <a:gd name="connsiteY10" fmla="*/ 3038066 h 3041401"/>
                <a:gd name="connsiteX11" fmla="*/ 160562 w 3041275"/>
                <a:gd name="connsiteY11" fmla="*/ 3035018 h 3041401"/>
                <a:gd name="connsiteX12" fmla="*/ 291531 w 3041275"/>
                <a:gd name="connsiteY12" fmla="*/ 2995013 h 3041401"/>
                <a:gd name="connsiteX13" fmla="*/ 536323 w 3041275"/>
                <a:gd name="connsiteY13" fmla="*/ 2867568 h 3041401"/>
                <a:gd name="connsiteX14" fmla="*/ 987903 w 3041275"/>
                <a:gd name="connsiteY14" fmla="*/ 2549433 h 3041401"/>
                <a:gd name="connsiteX15" fmla="*/ 1410242 w 3041275"/>
                <a:gd name="connsiteY15" fmla="*/ 2192912 h 3041401"/>
                <a:gd name="connsiteX16" fmla="*/ 1811054 w 3041275"/>
                <a:gd name="connsiteY16" fmla="*/ 1811912 h 3041401"/>
                <a:gd name="connsiteX17" fmla="*/ 2191482 w 3041275"/>
                <a:gd name="connsiteY17" fmla="*/ 1410910 h 3041401"/>
                <a:gd name="connsiteX18" fmla="*/ 2547813 w 3041275"/>
                <a:gd name="connsiteY18" fmla="*/ 988476 h 3041401"/>
                <a:gd name="connsiteX19" fmla="*/ 2866138 w 3041275"/>
                <a:gd name="connsiteY19" fmla="*/ 537562 h 3041401"/>
                <a:gd name="connsiteX20" fmla="*/ 2993392 w 3041275"/>
                <a:gd name="connsiteY20" fmla="*/ 292770 h 3041401"/>
                <a:gd name="connsiteX21" fmla="*/ 3033397 w 3041275"/>
                <a:gd name="connsiteY21" fmla="*/ 161230 h 3041401"/>
                <a:gd name="connsiteX22" fmla="*/ 3036350 w 3041275"/>
                <a:gd name="connsiteY22" fmla="*/ 92935 h 3041401"/>
                <a:gd name="connsiteX23" fmla="*/ 3027968 w 3041275"/>
                <a:gd name="connsiteY23" fmla="*/ 60074 h 3041401"/>
                <a:gd name="connsiteX24" fmla="*/ 3009585 w 3041275"/>
                <a:gd name="connsiteY24" fmla="*/ 31975 h 3041401"/>
                <a:gd name="connsiteX25" fmla="*/ 2981010 w 3041275"/>
                <a:gd name="connsiteY25" fmla="*/ 13497 h 3041401"/>
                <a:gd name="connsiteX26" fmla="*/ 2948148 w 3041275"/>
                <a:gd name="connsiteY26" fmla="*/ 5115 h 3041401"/>
                <a:gd name="connsiteX27" fmla="*/ 2879854 w 3041275"/>
                <a:gd name="connsiteY27" fmla="*/ 7972 h 3041401"/>
                <a:gd name="connsiteX28" fmla="*/ 2748219 w 3041275"/>
                <a:gd name="connsiteY28" fmla="*/ 47977 h 3041401"/>
                <a:gd name="connsiteX29" fmla="*/ 2503331 w 3041275"/>
                <a:gd name="connsiteY29" fmla="*/ 175136 h 3041401"/>
                <a:gd name="connsiteX30" fmla="*/ 2051465 w 3041275"/>
                <a:gd name="connsiteY30" fmla="*/ 492795 h 3041401"/>
                <a:gd name="connsiteX31" fmla="*/ 1628746 w 3041275"/>
                <a:gd name="connsiteY31" fmla="*/ 848935 h 3041401"/>
                <a:gd name="connsiteX32" fmla="*/ 1228029 w 3041275"/>
                <a:gd name="connsiteY32" fmla="*/ 1228696 h 3041401"/>
                <a:gd name="connsiteX33" fmla="*/ 1228029 w 3041275"/>
                <a:gd name="connsiteY33" fmla="*/ 1228696 h 3041401"/>
                <a:gd name="connsiteX34" fmla="*/ 1628650 w 3041275"/>
                <a:gd name="connsiteY34" fmla="*/ 847696 h 3041401"/>
                <a:gd name="connsiteX35" fmla="*/ 2050989 w 3041275"/>
                <a:gd name="connsiteY35" fmla="*/ 490890 h 3041401"/>
                <a:gd name="connsiteX36" fmla="*/ 2502569 w 3041275"/>
                <a:gd name="connsiteY36" fmla="*/ 172279 h 3041401"/>
                <a:gd name="connsiteX37" fmla="*/ 2747742 w 3041275"/>
                <a:gd name="connsiteY37" fmla="*/ 44548 h 3041401"/>
                <a:gd name="connsiteX38" fmla="*/ 2879759 w 3041275"/>
                <a:gd name="connsiteY38" fmla="*/ 4162 h 3041401"/>
                <a:gd name="connsiteX39" fmla="*/ 2949006 w 3041275"/>
                <a:gd name="connsiteY39" fmla="*/ 1114 h 3041401"/>
                <a:gd name="connsiteX40" fmla="*/ 2982915 w 3041275"/>
                <a:gd name="connsiteY40" fmla="*/ 9782 h 3041401"/>
                <a:gd name="connsiteX41" fmla="*/ 3031492 w 3041275"/>
                <a:gd name="connsiteY41" fmla="*/ 58264 h 3041401"/>
                <a:gd name="connsiteX42" fmla="*/ 3040159 w 3041275"/>
                <a:gd name="connsiteY42" fmla="*/ 92173 h 3041401"/>
                <a:gd name="connsiteX43" fmla="*/ 3037111 w 3041275"/>
                <a:gd name="connsiteY43" fmla="*/ 161515 h 3041401"/>
                <a:gd name="connsiteX44" fmla="*/ 2996630 w 3041275"/>
                <a:gd name="connsiteY44" fmla="*/ 293627 h 3041401"/>
                <a:gd name="connsiteX45" fmla="*/ 2868995 w 3041275"/>
                <a:gd name="connsiteY45" fmla="*/ 538896 h 3041401"/>
                <a:gd name="connsiteX46" fmla="*/ 2550669 w 3041275"/>
                <a:gd name="connsiteY46" fmla="*/ 990762 h 3041401"/>
                <a:gd name="connsiteX47" fmla="*/ 2194054 w 3041275"/>
                <a:gd name="connsiteY47" fmla="*/ 1413291 h 3041401"/>
                <a:gd name="connsiteX48" fmla="*/ 1813054 w 3041275"/>
                <a:gd name="connsiteY48" fmla="*/ 1814198 h 3041401"/>
                <a:gd name="connsiteX49" fmla="*/ 1412052 w 3041275"/>
                <a:gd name="connsiteY49" fmla="*/ 2195198 h 3041401"/>
                <a:gd name="connsiteX50" fmla="*/ 989332 w 3041275"/>
                <a:gd name="connsiteY50" fmla="*/ 2551528 h 3041401"/>
                <a:gd name="connsiteX51" fmla="*/ 537371 w 3041275"/>
                <a:gd name="connsiteY51" fmla="*/ 2869663 h 3041401"/>
                <a:gd name="connsiteX52" fmla="*/ 292197 w 3041275"/>
                <a:gd name="connsiteY52" fmla="*/ 2997108 h 3041401"/>
                <a:gd name="connsiteX53" fmla="*/ 160086 w 3041275"/>
                <a:gd name="connsiteY53" fmla="*/ 3037303 h 3041401"/>
                <a:gd name="connsiteX54" fmla="*/ 90934 w 3041275"/>
                <a:gd name="connsiteY54" fmla="*/ 3040256 h 3041401"/>
                <a:gd name="connsiteX55" fmla="*/ 57311 w 3041275"/>
                <a:gd name="connsiteY55" fmla="*/ 3031684 h 3041401"/>
                <a:gd name="connsiteX56" fmla="*/ 9686 w 3041275"/>
                <a:gd name="connsiteY56" fmla="*/ 2983582 h 3041401"/>
                <a:gd name="connsiteX57" fmla="*/ 1114 w 3041275"/>
                <a:gd name="connsiteY57" fmla="*/ 2949959 h 3041401"/>
                <a:gd name="connsiteX58" fmla="*/ 4066 w 3041275"/>
                <a:gd name="connsiteY58" fmla="*/ 2880903 h 3041401"/>
                <a:gd name="connsiteX59" fmla="*/ 44452 w 3041275"/>
                <a:gd name="connsiteY59" fmla="*/ 2748791 h 3041401"/>
                <a:gd name="connsiteX60" fmla="*/ 171992 w 3041275"/>
                <a:gd name="connsiteY60" fmla="*/ 2503713 h 3041401"/>
                <a:gd name="connsiteX61" fmla="*/ 490413 w 3041275"/>
                <a:gd name="connsiteY61" fmla="*/ 2052037 h 3041401"/>
                <a:gd name="connsiteX62" fmla="*/ 847029 w 3041275"/>
                <a:gd name="connsiteY62" fmla="*/ 1629603 h 3041401"/>
                <a:gd name="connsiteX63" fmla="*/ 1227743 w 3041275"/>
                <a:gd name="connsiteY63" fmla="*/ 1228410 h 30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041275" h="3041401">
                  <a:moveTo>
                    <a:pt x="1228029" y="1228696"/>
                  </a:moveTo>
                  <a:cubicBezTo>
                    <a:pt x="1097790" y="1359125"/>
                    <a:pt x="970981" y="1492793"/>
                    <a:pt x="847600" y="1629699"/>
                  </a:cubicBezTo>
                  <a:cubicBezTo>
                    <a:pt x="724442" y="1766859"/>
                    <a:pt x="604998" y="1907352"/>
                    <a:pt x="491556" y="2052037"/>
                  </a:cubicBezTo>
                  <a:cubicBezTo>
                    <a:pt x="376880" y="2196318"/>
                    <a:pt x="270719" y="2347164"/>
                    <a:pt x="173611" y="2503808"/>
                  </a:cubicBezTo>
                  <a:cubicBezTo>
                    <a:pt x="125055" y="2582131"/>
                    <a:pt x="82515" y="2664028"/>
                    <a:pt x="46357" y="2748791"/>
                  </a:cubicBezTo>
                  <a:cubicBezTo>
                    <a:pt x="28110" y="2791171"/>
                    <a:pt x="14505" y="2835403"/>
                    <a:pt x="5781" y="2880712"/>
                  </a:cubicBezTo>
                  <a:cubicBezTo>
                    <a:pt x="1661" y="2903329"/>
                    <a:pt x="668" y="2926405"/>
                    <a:pt x="2828" y="2949292"/>
                  </a:cubicBezTo>
                  <a:cubicBezTo>
                    <a:pt x="4219" y="2960659"/>
                    <a:pt x="7068" y="2971800"/>
                    <a:pt x="11305" y="2982440"/>
                  </a:cubicBezTo>
                  <a:cubicBezTo>
                    <a:pt x="15814" y="2993071"/>
                    <a:pt x="22275" y="3002764"/>
                    <a:pt x="30355" y="3011015"/>
                  </a:cubicBezTo>
                  <a:cubicBezTo>
                    <a:pt x="38666" y="3018898"/>
                    <a:pt x="48351" y="3025193"/>
                    <a:pt x="58930" y="3029588"/>
                  </a:cubicBezTo>
                  <a:cubicBezTo>
                    <a:pt x="69563" y="3033846"/>
                    <a:pt x="80706" y="3036696"/>
                    <a:pt x="92077" y="3038066"/>
                  </a:cubicBezTo>
                  <a:cubicBezTo>
                    <a:pt x="114936" y="3040243"/>
                    <a:pt x="137987" y="3039217"/>
                    <a:pt x="160562" y="3035018"/>
                  </a:cubicBezTo>
                  <a:cubicBezTo>
                    <a:pt x="205536" y="3026455"/>
                    <a:pt x="249448" y="3013042"/>
                    <a:pt x="291531" y="2995013"/>
                  </a:cubicBezTo>
                  <a:cubicBezTo>
                    <a:pt x="376245" y="2958808"/>
                    <a:pt x="458080" y="2916203"/>
                    <a:pt x="536323" y="2867568"/>
                  </a:cubicBezTo>
                  <a:cubicBezTo>
                    <a:pt x="692944" y="2770449"/>
                    <a:pt x="843731" y="2664222"/>
                    <a:pt x="987903" y="2549433"/>
                  </a:cubicBezTo>
                  <a:cubicBezTo>
                    <a:pt x="1132874" y="2435609"/>
                    <a:pt x="1273653" y="2316070"/>
                    <a:pt x="1410242" y="2192912"/>
                  </a:cubicBezTo>
                  <a:cubicBezTo>
                    <a:pt x="1546830" y="2069754"/>
                    <a:pt x="1680752" y="1942500"/>
                    <a:pt x="1811054" y="1811912"/>
                  </a:cubicBezTo>
                  <a:cubicBezTo>
                    <a:pt x="1941356" y="1681324"/>
                    <a:pt x="2068229" y="1547974"/>
                    <a:pt x="2191482" y="1410910"/>
                  </a:cubicBezTo>
                  <a:cubicBezTo>
                    <a:pt x="2314736" y="1273845"/>
                    <a:pt x="2433989" y="1133446"/>
                    <a:pt x="2547813" y="988476"/>
                  </a:cubicBezTo>
                  <a:cubicBezTo>
                    <a:pt x="2662626" y="844510"/>
                    <a:pt x="2768917" y="693948"/>
                    <a:pt x="2866138" y="537562"/>
                  </a:cubicBezTo>
                  <a:cubicBezTo>
                    <a:pt x="2914674" y="459294"/>
                    <a:pt x="2957213" y="377462"/>
                    <a:pt x="2993392" y="292770"/>
                  </a:cubicBezTo>
                  <a:cubicBezTo>
                    <a:pt x="3011405" y="250485"/>
                    <a:pt x="3024818" y="206384"/>
                    <a:pt x="3033397" y="161230"/>
                  </a:cubicBezTo>
                  <a:cubicBezTo>
                    <a:pt x="3037517" y="138709"/>
                    <a:pt x="3038510" y="115727"/>
                    <a:pt x="3036350" y="92935"/>
                  </a:cubicBezTo>
                  <a:cubicBezTo>
                    <a:pt x="3035057" y="81652"/>
                    <a:pt x="3032237" y="70598"/>
                    <a:pt x="3027968" y="60074"/>
                  </a:cubicBezTo>
                  <a:cubicBezTo>
                    <a:pt x="3023581" y="49678"/>
                    <a:pt x="3017354" y="40159"/>
                    <a:pt x="3009585" y="31975"/>
                  </a:cubicBezTo>
                  <a:cubicBezTo>
                    <a:pt x="3001287" y="24098"/>
                    <a:pt x="2991597" y="17832"/>
                    <a:pt x="2981010" y="13497"/>
                  </a:cubicBezTo>
                  <a:cubicBezTo>
                    <a:pt x="2970457" y="9316"/>
                    <a:pt x="2959414" y="6499"/>
                    <a:pt x="2948148" y="5115"/>
                  </a:cubicBezTo>
                  <a:cubicBezTo>
                    <a:pt x="2925360" y="2923"/>
                    <a:pt x="2902379" y="3885"/>
                    <a:pt x="2879854" y="7972"/>
                  </a:cubicBezTo>
                  <a:cubicBezTo>
                    <a:pt x="2834666" y="16538"/>
                    <a:pt x="2790532" y="29950"/>
                    <a:pt x="2748219" y="47977"/>
                  </a:cubicBezTo>
                  <a:cubicBezTo>
                    <a:pt x="2663488" y="84103"/>
                    <a:pt x="2581623" y="126612"/>
                    <a:pt x="2503331" y="175136"/>
                  </a:cubicBezTo>
                  <a:cubicBezTo>
                    <a:pt x="2346638" y="272113"/>
                    <a:pt x="2195758" y="378181"/>
                    <a:pt x="2051465" y="492795"/>
                  </a:cubicBezTo>
                  <a:cubicBezTo>
                    <a:pt x="1906399" y="606523"/>
                    <a:pt x="1765715" y="725872"/>
                    <a:pt x="1628746" y="848935"/>
                  </a:cubicBezTo>
                  <a:cubicBezTo>
                    <a:pt x="1491776" y="971997"/>
                    <a:pt x="1358331" y="1098585"/>
                    <a:pt x="1228029" y="1228696"/>
                  </a:cubicBezTo>
                  <a:close/>
                  <a:moveTo>
                    <a:pt x="1228029" y="1228696"/>
                  </a:moveTo>
                  <a:cubicBezTo>
                    <a:pt x="1358331" y="1098394"/>
                    <a:pt x="1491871" y="971394"/>
                    <a:pt x="1628650" y="847696"/>
                  </a:cubicBezTo>
                  <a:cubicBezTo>
                    <a:pt x="1765620" y="724443"/>
                    <a:pt x="1906018" y="604809"/>
                    <a:pt x="2050989" y="490890"/>
                  </a:cubicBezTo>
                  <a:cubicBezTo>
                    <a:pt x="2195162" y="375956"/>
                    <a:pt x="2345948" y="269570"/>
                    <a:pt x="2502569" y="172279"/>
                  </a:cubicBezTo>
                  <a:cubicBezTo>
                    <a:pt x="2580948" y="123567"/>
                    <a:pt x="2662907" y="80867"/>
                    <a:pt x="2747742" y="44548"/>
                  </a:cubicBezTo>
                  <a:cubicBezTo>
                    <a:pt x="2790173" y="26393"/>
                    <a:pt x="2834433" y="12853"/>
                    <a:pt x="2879759" y="4162"/>
                  </a:cubicBezTo>
                  <a:cubicBezTo>
                    <a:pt x="2902590" y="-42"/>
                    <a:pt x="2925893" y="-1068"/>
                    <a:pt x="2949006" y="1114"/>
                  </a:cubicBezTo>
                  <a:cubicBezTo>
                    <a:pt x="2960638" y="2514"/>
                    <a:pt x="2972037" y="5428"/>
                    <a:pt x="2982915" y="9782"/>
                  </a:cubicBezTo>
                  <a:cubicBezTo>
                    <a:pt x="3005107" y="18542"/>
                    <a:pt x="3022689" y="36089"/>
                    <a:pt x="3031492" y="58264"/>
                  </a:cubicBezTo>
                  <a:cubicBezTo>
                    <a:pt x="3035835" y="69145"/>
                    <a:pt x="3038748" y="80543"/>
                    <a:pt x="3040159" y="92173"/>
                  </a:cubicBezTo>
                  <a:cubicBezTo>
                    <a:pt x="3042344" y="115317"/>
                    <a:pt x="3041318" y="138652"/>
                    <a:pt x="3037111" y="161515"/>
                  </a:cubicBezTo>
                  <a:cubicBezTo>
                    <a:pt x="3028429" y="206885"/>
                    <a:pt x="3014856" y="251181"/>
                    <a:pt x="2996630" y="293627"/>
                  </a:cubicBezTo>
                  <a:cubicBezTo>
                    <a:pt x="2960402" y="378518"/>
                    <a:pt x="2917732" y="460514"/>
                    <a:pt x="2868995" y="538896"/>
                  </a:cubicBezTo>
                  <a:cubicBezTo>
                    <a:pt x="2771803" y="695606"/>
                    <a:pt x="2665513" y="846486"/>
                    <a:pt x="2550669" y="990762"/>
                  </a:cubicBezTo>
                  <a:cubicBezTo>
                    <a:pt x="2436847" y="1135732"/>
                    <a:pt x="2317308" y="1276512"/>
                    <a:pt x="2194054" y="1413291"/>
                  </a:cubicBezTo>
                  <a:cubicBezTo>
                    <a:pt x="2070801" y="1550070"/>
                    <a:pt x="1943642" y="1683896"/>
                    <a:pt x="1813054" y="1814198"/>
                  </a:cubicBezTo>
                  <a:cubicBezTo>
                    <a:pt x="1682466" y="1944500"/>
                    <a:pt x="1549116" y="2071373"/>
                    <a:pt x="1412052" y="2195198"/>
                  </a:cubicBezTo>
                  <a:cubicBezTo>
                    <a:pt x="1274987" y="2319023"/>
                    <a:pt x="1134398" y="2437800"/>
                    <a:pt x="989332" y="2551528"/>
                  </a:cubicBezTo>
                  <a:cubicBezTo>
                    <a:pt x="845045" y="2666341"/>
                    <a:pt x="694131" y="2772570"/>
                    <a:pt x="537371" y="2869663"/>
                  </a:cubicBezTo>
                  <a:cubicBezTo>
                    <a:pt x="459007" y="2918320"/>
                    <a:pt x="377045" y="2960925"/>
                    <a:pt x="292197" y="2997108"/>
                  </a:cubicBezTo>
                  <a:cubicBezTo>
                    <a:pt x="249741" y="3015237"/>
                    <a:pt x="205445" y="3028714"/>
                    <a:pt x="160086" y="3037303"/>
                  </a:cubicBezTo>
                  <a:cubicBezTo>
                    <a:pt x="137282" y="3041474"/>
                    <a:pt x="114010" y="3042468"/>
                    <a:pt x="90934" y="3040256"/>
                  </a:cubicBezTo>
                  <a:cubicBezTo>
                    <a:pt x="79401" y="3038875"/>
                    <a:pt x="68098" y="3035993"/>
                    <a:pt x="57311" y="3031684"/>
                  </a:cubicBezTo>
                  <a:cubicBezTo>
                    <a:pt x="35510" y="3022861"/>
                    <a:pt x="18291" y="3005470"/>
                    <a:pt x="9686" y="2983582"/>
                  </a:cubicBezTo>
                  <a:cubicBezTo>
                    <a:pt x="5364" y="2972800"/>
                    <a:pt x="2481" y="2961495"/>
                    <a:pt x="1114" y="2949959"/>
                  </a:cubicBezTo>
                  <a:cubicBezTo>
                    <a:pt x="-1051" y="2926913"/>
                    <a:pt x="-57" y="2903680"/>
                    <a:pt x="4066" y="2880903"/>
                  </a:cubicBezTo>
                  <a:cubicBezTo>
                    <a:pt x="12734" y="2835541"/>
                    <a:pt x="26275" y="2791247"/>
                    <a:pt x="44452" y="2748791"/>
                  </a:cubicBezTo>
                  <a:cubicBezTo>
                    <a:pt x="80650" y="2663964"/>
                    <a:pt x="123288" y="2582032"/>
                    <a:pt x="171992" y="2503713"/>
                  </a:cubicBezTo>
                  <a:cubicBezTo>
                    <a:pt x="269206" y="2347056"/>
                    <a:pt x="375529" y="2196238"/>
                    <a:pt x="490413" y="2052037"/>
                  </a:cubicBezTo>
                  <a:cubicBezTo>
                    <a:pt x="604236" y="1907067"/>
                    <a:pt x="723775" y="1766287"/>
                    <a:pt x="847029" y="1629603"/>
                  </a:cubicBezTo>
                  <a:cubicBezTo>
                    <a:pt x="970282" y="1492920"/>
                    <a:pt x="1097441" y="1358712"/>
                    <a:pt x="1227743" y="1228410"/>
                  </a:cubicBez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64657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 big stats">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06D7D0F-4650-401E-B80D-FC6AB70133A2}"/>
              </a:ext>
            </a:extLst>
          </p:cNvPr>
          <p:cNvPicPr>
            <a:picLocks noChangeAspect="1"/>
          </p:cNvPicPr>
          <p:nvPr userDrawn="1"/>
        </p:nvPicPr>
        <p:blipFill rotWithShape="1">
          <a:blip cstate="screen">
            <a:alphaModFix amt="25000"/>
            <a:extLst>
              <a:ext uri="{28A0092B-C50C-407E-A947-70E740481C1C}">
                <a14:useLocalDpi xmlns:a14="http://schemas.microsoft.com/office/drawing/2010/main"/>
              </a:ext>
              <a:ext uri="{96DAC541-7B7A-43D3-8B79-37D633B846F1}">
                <asvg:svgBlip xmlns:asvg="http://schemas.microsoft.com/office/drawing/2016/SVG/main" r:embed="rId2"/>
              </a:ext>
            </a:extLst>
          </a:blip>
          <a:srcRect t="27907"/>
          <a:stretch/>
        </p:blipFill>
        <p:spPr>
          <a:xfrm>
            <a:off x="0" y="1748117"/>
            <a:ext cx="12192000" cy="5109883"/>
          </a:xfrm>
          <a:prstGeom prst="rect">
            <a:avLst/>
          </a:prstGeom>
        </p:spPr>
      </p:pic>
      <p:pic>
        <p:nvPicPr>
          <p:cNvPr id="26" name="Picture 25">
            <a:extLst>
              <a:ext uri="{FF2B5EF4-FFF2-40B4-BE49-F238E27FC236}">
                <a16:creationId xmlns:a16="http://schemas.microsoft.com/office/drawing/2014/main" id="{3827E015-4A00-4F4D-B76E-2387680770F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8614" y="371915"/>
            <a:ext cx="2130769" cy="6035325"/>
          </a:xfrm>
          <a:custGeom>
            <a:avLst/>
            <a:gdLst>
              <a:gd name="connsiteX0" fmla="*/ 0 w 2130769"/>
              <a:gd name="connsiteY0" fmla="*/ 0 h 6035325"/>
              <a:gd name="connsiteX1" fmla="*/ 2130769 w 2130769"/>
              <a:gd name="connsiteY1" fmla="*/ 0 h 6035325"/>
              <a:gd name="connsiteX2" fmla="*/ 2130769 w 2130769"/>
              <a:gd name="connsiteY2" fmla="*/ 6035325 h 6035325"/>
              <a:gd name="connsiteX3" fmla="*/ 0 w 2130769"/>
              <a:gd name="connsiteY3" fmla="*/ 6035325 h 6035325"/>
            </a:gdLst>
            <a:ahLst/>
            <a:cxnLst>
              <a:cxn ang="0">
                <a:pos x="connsiteX0" y="connsiteY0"/>
              </a:cxn>
              <a:cxn ang="0">
                <a:pos x="connsiteX1" y="connsiteY1"/>
              </a:cxn>
              <a:cxn ang="0">
                <a:pos x="connsiteX2" y="connsiteY2"/>
              </a:cxn>
              <a:cxn ang="0">
                <a:pos x="connsiteX3" y="connsiteY3"/>
              </a:cxn>
            </a:cxnLst>
            <a:rect l="l" t="t" r="r" b="b"/>
            <a:pathLst>
              <a:path w="2130769" h="6035325">
                <a:moveTo>
                  <a:pt x="0" y="0"/>
                </a:moveTo>
                <a:lnTo>
                  <a:pt x="2130769" y="0"/>
                </a:lnTo>
                <a:lnTo>
                  <a:pt x="2130769" y="6035325"/>
                </a:lnTo>
                <a:lnTo>
                  <a:pt x="0" y="6035325"/>
                </a:lnTo>
                <a:close/>
              </a:path>
            </a:pathLst>
          </a:custGeom>
        </p:spPr>
      </p:pic>
      <p:pic>
        <p:nvPicPr>
          <p:cNvPr id="25" name="Picture 24">
            <a:extLst>
              <a:ext uri="{FF2B5EF4-FFF2-40B4-BE49-F238E27FC236}">
                <a16:creationId xmlns:a16="http://schemas.microsoft.com/office/drawing/2014/main" id="{C9F0D988-BEEE-4124-84A1-AA724DA03C9A}"/>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9610150" y="371915"/>
            <a:ext cx="2130769" cy="6035325"/>
          </a:xfrm>
          <a:custGeom>
            <a:avLst/>
            <a:gdLst>
              <a:gd name="connsiteX0" fmla="*/ 0 w 2130769"/>
              <a:gd name="connsiteY0" fmla="*/ 0 h 6035325"/>
              <a:gd name="connsiteX1" fmla="*/ 2130769 w 2130769"/>
              <a:gd name="connsiteY1" fmla="*/ 0 h 6035325"/>
              <a:gd name="connsiteX2" fmla="*/ 2130769 w 2130769"/>
              <a:gd name="connsiteY2" fmla="*/ 6035325 h 6035325"/>
              <a:gd name="connsiteX3" fmla="*/ 0 w 2130769"/>
              <a:gd name="connsiteY3" fmla="*/ 6035325 h 6035325"/>
            </a:gdLst>
            <a:ahLst/>
            <a:cxnLst>
              <a:cxn ang="0">
                <a:pos x="connsiteX0" y="connsiteY0"/>
              </a:cxn>
              <a:cxn ang="0">
                <a:pos x="connsiteX1" y="connsiteY1"/>
              </a:cxn>
              <a:cxn ang="0">
                <a:pos x="connsiteX2" y="connsiteY2"/>
              </a:cxn>
              <a:cxn ang="0">
                <a:pos x="connsiteX3" y="connsiteY3"/>
              </a:cxn>
            </a:cxnLst>
            <a:rect l="l" t="t" r="r" b="b"/>
            <a:pathLst>
              <a:path w="2130769" h="6035325">
                <a:moveTo>
                  <a:pt x="0" y="0"/>
                </a:moveTo>
                <a:lnTo>
                  <a:pt x="2130769" y="0"/>
                </a:lnTo>
                <a:lnTo>
                  <a:pt x="2130769" y="6035325"/>
                </a:lnTo>
                <a:lnTo>
                  <a:pt x="0" y="6035325"/>
                </a:lnTo>
                <a:close/>
              </a:path>
            </a:pathLst>
          </a:custGeom>
        </p:spPr>
      </p:pic>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a:xfrm>
            <a:off x="10333973" y="6566624"/>
            <a:ext cx="1406946" cy="131991"/>
          </a:xfrm>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524170" y="371913"/>
            <a:ext cx="4448663" cy="1252350"/>
          </a:xfrm>
        </p:spPr>
        <p:txBody>
          <a:bodyPr/>
          <a:lstStyle/>
          <a:p>
            <a:r>
              <a:rPr lang="en-GB"/>
              <a:t>Click to edit Master title style</a:t>
            </a:r>
            <a:endParaRPr lang="en-US" dirty="0"/>
          </a:p>
        </p:txBody>
      </p:sp>
      <p:sp>
        <p:nvSpPr>
          <p:cNvPr id="18" name="Text Placeholder 9">
            <a:extLst>
              <a:ext uri="{FF2B5EF4-FFF2-40B4-BE49-F238E27FC236}">
                <a16:creationId xmlns:a16="http://schemas.microsoft.com/office/drawing/2014/main" id="{95C5D600-92A9-419D-8C4B-B809327D32AA}"/>
              </a:ext>
            </a:extLst>
          </p:cNvPr>
          <p:cNvSpPr>
            <a:spLocks noGrp="1"/>
          </p:cNvSpPr>
          <p:nvPr>
            <p:ph type="body" sz="quarter" idx="13" hasCustomPrompt="1"/>
          </p:nvPr>
        </p:nvSpPr>
        <p:spPr>
          <a:xfrm>
            <a:off x="524170" y="1780302"/>
            <a:ext cx="4448663"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19" name="Content Placeholder 2">
            <a:extLst>
              <a:ext uri="{FF2B5EF4-FFF2-40B4-BE49-F238E27FC236}">
                <a16:creationId xmlns:a16="http://schemas.microsoft.com/office/drawing/2014/main" id="{D5880EDB-AB7F-4EB3-B249-F3F08D95A403}"/>
              </a:ext>
            </a:extLst>
          </p:cNvPr>
          <p:cNvSpPr>
            <a:spLocks noGrp="1"/>
          </p:cNvSpPr>
          <p:nvPr>
            <p:ph idx="1"/>
          </p:nvPr>
        </p:nvSpPr>
        <p:spPr>
          <a:xfrm>
            <a:off x="524169" y="2891115"/>
            <a:ext cx="4448663" cy="339538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Rectangle 20">
            <a:extLst>
              <a:ext uri="{FF2B5EF4-FFF2-40B4-BE49-F238E27FC236}">
                <a16:creationId xmlns:a16="http://schemas.microsoft.com/office/drawing/2014/main" id="{52337AE2-D31C-42D6-A342-6F6F707D3ED4}"/>
              </a:ext>
            </a:extLst>
          </p:cNvPr>
          <p:cNvSpPr/>
          <p:nvPr userDrawn="1"/>
        </p:nvSpPr>
        <p:spPr>
          <a:xfrm>
            <a:off x="7479383" y="371914"/>
            <a:ext cx="2130769" cy="60353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Placeholder 44">
            <a:extLst>
              <a:ext uri="{FF2B5EF4-FFF2-40B4-BE49-F238E27FC236}">
                <a16:creationId xmlns:a16="http://schemas.microsoft.com/office/drawing/2014/main" id="{A1B029F4-5221-4F0D-877A-F594E152F9F1}"/>
              </a:ext>
            </a:extLst>
          </p:cNvPr>
          <p:cNvSpPr>
            <a:spLocks noGrp="1"/>
          </p:cNvSpPr>
          <p:nvPr>
            <p:ph type="body" sz="quarter" idx="14" hasCustomPrompt="1"/>
          </p:nvPr>
        </p:nvSpPr>
        <p:spPr>
          <a:xfrm>
            <a:off x="5536505" y="3194137"/>
            <a:ext cx="1716066" cy="2893512"/>
          </a:xfrm>
        </p:spPr>
        <p:txBody>
          <a:bodyPr anchor="t"/>
          <a:lstStyle>
            <a:lvl1pPr>
              <a:lnSpc>
                <a:spcPct val="80000"/>
              </a:lnSpc>
              <a:spcBef>
                <a:spcPts val="600"/>
              </a:spcBef>
              <a:spcAft>
                <a:spcPts val="600"/>
              </a:spcAft>
              <a:defRPr lang="en-US" sz="4400" b="1" kern="1200" spc="0" dirty="0" smtClean="0">
                <a:solidFill>
                  <a:schemeClr val="bg1"/>
                </a:solidFill>
                <a:latin typeface="+mj-lt"/>
                <a:ea typeface="+mn-ea"/>
                <a:cs typeface="+mn-cs"/>
              </a:defRPr>
            </a:lvl1pPr>
            <a:lvl2pPr>
              <a:lnSpc>
                <a:spcPct val="80000"/>
              </a:lnSpc>
              <a:spcBef>
                <a:spcPts val="600"/>
              </a:spcBef>
              <a:defRPr kumimoji="0" lang="en-US" sz="1600" b="0" i="0" u="none" strike="noStrike" kern="1200" cap="none" spc="0" normalizeH="0" baseline="0" dirty="0" smtClean="0">
                <a:ln>
                  <a:noFill/>
                </a:ln>
                <a:solidFill>
                  <a:schemeClr val="bg1"/>
                </a:solidFill>
                <a:effectLst/>
                <a:uLnTx/>
                <a:uFillTx/>
                <a:latin typeface="Pilat Light" panose="020B0403030000000004" pitchFamily="34" charset="0"/>
                <a:ea typeface="+mn-ea"/>
                <a:cs typeface="+mn-cs"/>
              </a:defRPr>
            </a:lvl2pPr>
          </a:lstStyle>
          <a:p>
            <a:pPr lvl="0"/>
            <a:r>
              <a:rPr lang="en-US" dirty="0"/>
              <a:t>XX</a:t>
            </a:r>
          </a:p>
          <a:p>
            <a:pPr lvl="1"/>
            <a:r>
              <a:rPr lang="en-US" dirty="0"/>
              <a:t>Second level</a:t>
            </a:r>
          </a:p>
        </p:txBody>
      </p:sp>
      <p:sp>
        <p:nvSpPr>
          <p:cNvPr id="28" name="Text Placeholder 44">
            <a:extLst>
              <a:ext uri="{FF2B5EF4-FFF2-40B4-BE49-F238E27FC236}">
                <a16:creationId xmlns:a16="http://schemas.microsoft.com/office/drawing/2014/main" id="{66D1E609-7E91-4936-86CA-36E1C1D7BA7B}"/>
              </a:ext>
            </a:extLst>
          </p:cNvPr>
          <p:cNvSpPr>
            <a:spLocks noGrp="1"/>
          </p:cNvSpPr>
          <p:nvPr>
            <p:ph type="body" sz="quarter" idx="15" hasCustomPrompt="1"/>
          </p:nvPr>
        </p:nvSpPr>
        <p:spPr>
          <a:xfrm>
            <a:off x="7678456" y="3194137"/>
            <a:ext cx="1716066" cy="2893512"/>
          </a:xfrm>
        </p:spPr>
        <p:txBody>
          <a:bodyPr anchor="t"/>
          <a:lstStyle>
            <a:lvl1pPr>
              <a:lnSpc>
                <a:spcPct val="80000"/>
              </a:lnSpc>
              <a:spcBef>
                <a:spcPts val="600"/>
              </a:spcBef>
              <a:spcAft>
                <a:spcPts val="600"/>
              </a:spcAft>
              <a:defRPr lang="en-US" sz="4400" b="1" kern="1200" spc="0" dirty="0" smtClean="0">
                <a:solidFill>
                  <a:schemeClr val="tx2"/>
                </a:solidFill>
                <a:latin typeface="+mj-lt"/>
                <a:ea typeface="+mn-ea"/>
                <a:cs typeface="+mn-cs"/>
              </a:defRPr>
            </a:lvl1pPr>
            <a:lvl2pPr>
              <a:lnSpc>
                <a:spcPct val="80000"/>
              </a:lnSpc>
              <a:spcBef>
                <a:spcPts val="600"/>
              </a:spcBef>
              <a:defRPr kumimoji="0" lang="en-US" sz="1600" b="0" i="0" u="none" strike="noStrike" kern="1200" cap="none" spc="0" normalizeH="0" baseline="0" dirty="0" smtClean="0">
                <a:ln>
                  <a:noFill/>
                </a:ln>
                <a:solidFill>
                  <a:schemeClr val="tx2"/>
                </a:solidFill>
                <a:effectLst/>
                <a:uLnTx/>
                <a:uFillTx/>
                <a:latin typeface="Pilat Light" panose="020B0403030000000004" pitchFamily="34" charset="0"/>
                <a:ea typeface="+mn-ea"/>
                <a:cs typeface="+mn-cs"/>
              </a:defRPr>
            </a:lvl2pPr>
          </a:lstStyle>
          <a:p>
            <a:pPr lvl="0"/>
            <a:r>
              <a:rPr lang="en-US" dirty="0"/>
              <a:t>XX</a:t>
            </a:r>
          </a:p>
          <a:p>
            <a:pPr lvl="1"/>
            <a:r>
              <a:rPr lang="en-US" dirty="0"/>
              <a:t>Second level</a:t>
            </a:r>
          </a:p>
        </p:txBody>
      </p:sp>
      <p:sp>
        <p:nvSpPr>
          <p:cNvPr id="29" name="Text Placeholder 44">
            <a:extLst>
              <a:ext uri="{FF2B5EF4-FFF2-40B4-BE49-F238E27FC236}">
                <a16:creationId xmlns:a16="http://schemas.microsoft.com/office/drawing/2014/main" id="{37977F34-99AB-404D-A90F-FBDB6747A1E5}"/>
              </a:ext>
            </a:extLst>
          </p:cNvPr>
          <p:cNvSpPr>
            <a:spLocks noGrp="1"/>
          </p:cNvSpPr>
          <p:nvPr>
            <p:ph type="body" sz="quarter" idx="16" hasCustomPrompt="1"/>
          </p:nvPr>
        </p:nvSpPr>
        <p:spPr>
          <a:xfrm>
            <a:off x="9832932" y="3194137"/>
            <a:ext cx="1716066" cy="2893512"/>
          </a:xfrm>
        </p:spPr>
        <p:txBody>
          <a:bodyPr anchor="t"/>
          <a:lstStyle>
            <a:lvl1pPr>
              <a:lnSpc>
                <a:spcPct val="80000"/>
              </a:lnSpc>
              <a:spcBef>
                <a:spcPts val="600"/>
              </a:spcBef>
              <a:spcAft>
                <a:spcPts val="600"/>
              </a:spcAft>
              <a:defRPr lang="en-US" sz="4400" b="1" kern="1200" spc="0" dirty="0" smtClean="0">
                <a:solidFill>
                  <a:schemeClr val="bg1"/>
                </a:solidFill>
                <a:latin typeface="+mj-lt"/>
                <a:ea typeface="+mn-ea"/>
                <a:cs typeface="+mn-cs"/>
              </a:defRPr>
            </a:lvl1pPr>
            <a:lvl2pPr>
              <a:lnSpc>
                <a:spcPct val="80000"/>
              </a:lnSpc>
              <a:spcBef>
                <a:spcPts val="600"/>
              </a:spcBef>
              <a:defRPr kumimoji="0" lang="en-US" sz="1600" b="0" i="0" u="none" strike="noStrike" kern="1200" cap="none" spc="0" normalizeH="0" baseline="0" dirty="0" smtClean="0">
                <a:ln>
                  <a:noFill/>
                </a:ln>
                <a:solidFill>
                  <a:schemeClr val="bg1"/>
                </a:solidFill>
                <a:effectLst/>
                <a:uLnTx/>
                <a:uFillTx/>
                <a:latin typeface="Pilat Light" panose="020B0403030000000004" pitchFamily="34" charset="0"/>
                <a:ea typeface="+mn-ea"/>
                <a:cs typeface="+mn-cs"/>
              </a:defRPr>
            </a:lvl2pPr>
          </a:lstStyle>
          <a:p>
            <a:pPr lvl="0"/>
            <a:r>
              <a:rPr lang="en-US" dirty="0"/>
              <a:t>XX</a:t>
            </a:r>
          </a:p>
          <a:p>
            <a:pPr lvl="1"/>
            <a:r>
              <a:rPr lang="en-US" dirty="0"/>
              <a:t>Second level</a:t>
            </a:r>
          </a:p>
        </p:txBody>
      </p:sp>
      <p:cxnSp>
        <p:nvCxnSpPr>
          <p:cNvPr id="30" name="Straight Connector 29">
            <a:extLst>
              <a:ext uri="{FF2B5EF4-FFF2-40B4-BE49-F238E27FC236}">
                <a16:creationId xmlns:a16="http://schemas.microsoft.com/office/drawing/2014/main" id="{C840D22F-8259-4844-A636-F632DAC4C265}"/>
              </a:ext>
            </a:extLst>
          </p:cNvPr>
          <p:cNvCxnSpPr>
            <a:cxnSpLocks/>
          </p:cNvCxnSpPr>
          <p:nvPr userDrawn="1"/>
        </p:nvCxnSpPr>
        <p:spPr>
          <a:xfrm>
            <a:off x="5491291" y="2961981"/>
            <a:ext cx="1761279"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BB78B85-1748-4423-9625-E7F53B7A66AF}"/>
              </a:ext>
            </a:extLst>
          </p:cNvPr>
          <p:cNvCxnSpPr>
            <a:cxnSpLocks/>
          </p:cNvCxnSpPr>
          <p:nvPr userDrawn="1"/>
        </p:nvCxnSpPr>
        <p:spPr>
          <a:xfrm>
            <a:off x="9812770" y="2961981"/>
            <a:ext cx="1761279"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A2867B3-05ED-4E15-9469-181076D1BADA}"/>
              </a:ext>
            </a:extLst>
          </p:cNvPr>
          <p:cNvCxnSpPr>
            <a:cxnSpLocks/>
          </p:cNvCxnSpPr>
          <p:nvPr userDrawn="1"/>
        </p:nvCxnSpPr>
        <p:spPr>
          <a:xfrm>
            <a:off x="7733449" y="2961981"/>
            <a:ext cx="1761279" cy="0"/>
          </a:xfrm>
          <a:prstGeom prst="line">
            <a:avLst/>
          </a:prstGeom>
          <a:ln>
            <a:gradFill>
              <a:gsLst>
                <a:gs pos="27440">
                  <a:schemeClr val="tx1"/>
                </a:gs>
                <a:gs pos="0">
                  <a:schemeClr val="tx1">
                    <a:alpha val="0"/>
                  </a:schemeClr>
                </a:gs>
                <a:gs pos="76000">
                  <a:schemeClr val="tx2"/>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65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Bottom picture">
    <p:spTree>
      <p:nvGrpSpPr>
        <p:cNvPr id="1" name=""/>
        <p:cNvGrpSpPr/>
        <p:nvPr/>
      </p:nvGrpSpPr>
      <p:grpSpPr>
        <a:xfrm>
          <a:off x="0" y="0"/>
          <a:ext cx="0" cy="0"/>
          <a:chOff x="0" y="0"/>
          <a:chExt cx="0" cy="0"/>
        </a:xfrm>
      </p:grpSpPr>
      <p:sp>
        <p:nvSpPr>
          <p:cNvPr id="7" name="Picture Placeholder 29">
            <a:extLst>
              <a:ext uri="{FF2B5EF4-FFF2-40B4-BE49-F238E27FC236}">
                <a16:creationId xmlns:a16="http://schemas.microsoft.com/office/drawing/2014/main" id="{2EB064DC-5F66-4B7E-8BDB-36F3F22EEC49}"/>
              </a:ext>
            </a:extLst>
          </p:cNvPr>
          <p:cNvSpPr>
            <a:spLocks noGrp="1"/>
          </p:cNvSpPr>
          <p:nvPr>
            <p:ph type="pic" sz="quarter" idx="15" hasCustomPrompt="1"/>
          </p:nvPr>
        </p:nvSpPr>
        <p:spPr>
          <a:xfrm>
            <a:off x="184484" y="4260028"/>
            <a:ext cx="12007516" cy="2597972"/>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4354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p:txBody>
          <a:body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4DC7E39C-9BD6-4280-BCCB-382E524DFD15}"/>
              </a:ext>
            </a:extLst>
          </p:cNvPr>
          <p:cNvCxnSpPr>
            <a:cxnSpLocks/>
          </p:cNvCxnSpPr>
          <p:nvPr userDrawn="1"/>
        </p:nvCxnSpPr>
        <p:spPr>
          <a:xfrm>
            <a:off x="524169" y="1866102"/>
            <a:ext cx="11216750"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9" name="Text Placeholder 44">
            <a:extLst>
              <a:ext uri="{FF2B5EF4-FFF2-40B4-BE49-F238E27FC236}">
                <a16:creationId xmlns:a16="http://schemas.microsoft.com/office/drawing/2014/main" id="{CAF5A773-9E79-4ACA-A33A-8517A56CF6BF}"/>
              </a:ext>
            </a:extLst>
          </p:cNvPr>
          <p:cNvSpPr>
            <a:spLocks noGrp="1"/>
          </p:cNvSpPr>
          <p:nvPr>
            <p:ph type="body" sz="quarter" idx="16" hasCustomPrompt="1"/>
          </p:nvPr>
        </p:nvSpPr>
        <p:spPr>
          <a:xfrm>
            <a:off x="524169" y="2011224"/>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1" name="Text Placeholder 65">
            <a:extLst>
              <a:ext uri="{FF2B5EF4-FFF2-40B4-BE49-F238E27FC236}">
                <a16:creationId xmlns:a16="http://schemas.microsoft.com/office/drawing/2014/main" id="{4B88F6F9-6BEC-4C37-BD1C-087BA6761B90}"/>
              </a:ext>
            </a:extLst>
          </p:cNvPr>
          <p:cNvSpPr>
            <a:spLocks noGrp="1"/>
          </p:cNvSpPr>
          <p:nvPr>
            <p:ph type="body" sz="quarter" idx="17"/>
          </p:nvPr>
        </p:nvSpPr>
        <p:spPr>
          <a:xfrm>
            <a:off x="524168" y="1571323"/>
            <a:ext cx="11216751" cy="156081"/>
          </a:xfrm>
        </p:spPr>
        <p:txBody>
          <a:bodyPr anchor="b"/>
          <a:lstStyle>
            <a:lvl1pPr>
              <a:defRPr lang="en-US" sz="1100" b="1" kern="1200" spc="0" dirty="0" smtClean="0">
                <a:solidFill>
                  <a:schemeClr val="tx2"/>
                </a:solidFill>
                <a:latin typeface="+mn-lt"/>
                <a:ea typeface="+mn-ea"/>
                <a:cs typeface="+mn-cs"/>
              </a:defRPr>
            </a:lvl1pPr>
          </a:lstStyle>
          <a:p>
            <a:pPr lvl="0"/>
            <a:r>
              <a:rPr lang="en-GB"/>
              <a:t>Click to edit Master text styles</a:t>
            </a:r>
          </a:p>
        </p:txBody>
      </p:sp>
      <p:cxnSp>
        <p:nvCxnSpPr>
          <p:cNvPr id="12" name="Straight Connector 11">
            <a:extLst>
              <a:ext uri="{FF2B5EF4-FFF2-40B4-BE49-F238E27FC236}">
                <a16:creationId xmlns:a16="http://schemas.microsoft.com/office/drawing/2014/main" id="{4E9F3B63-2CD8-4EC0-BC96-9D02B4A5DEAD}"/>
              </a:ext>
            </a:extLst>
          </p:cNvPr>
          <p:cNvCxnSpPr>
            <a:cxnSpLocks/>
          </p:cNvCxnSpPr>
          <p:nvPr userDrawn="1"/>
        </p:nvCxnSpPr>
        <p:spPr>
          <a:xfrm>
            <a:off x="524169" y="2842146"/>
            <a:ext cx="11216750"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4" name="Text Placeholder 44">
            <a:extLst>
              <a:ext uri="{FF2B5EF4-FFF2-40B4-BE49-F238E27FC236}">
                <a16:creationId xmlns:a16="http://schemas.microsoft.com/office/drawing/2014/main" id="{45A4D276-6DF9-47A6-8C91-4BC40BFB0C19}"/>
              </a:ext>
            </a:extLst>
          </p:cNvPr>
          <p:cNvSpPr>
            <a:spLocks noGrp="1"/>
          </p:cNvSpPr>
          <p:nvPr>
            <p:ph type="body" sz="quarter" idx="18" hasCustomPrompt="1"/>
          </p:nvPr>
        </p:nvSpPr>
        <p:spPr>
          <a:xfrm>
            <a:off x="3424128" y="2011224"/>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5" name="Text Placeholder 44">
            <a:extLst>
              <a:ext uri="{FF2B5EF4-FFF2-40B4-BE49-F238E27FC236}">
                <a16:creationId xmlns:a16="http://schemas.microsoft.com/office/drawing/2014/main" id="{0D0876D6-6110-44DE-B361-4D1EE6C018E3}"/>
              </a:ext>
            </a:extLst>
          </p:cNvPr>
          <p:cNvSpPr>
            <a:spLocks noGrp="1"/>
          </p:cNvSpPr>
          <p:nvPr>
            <p:ph type="body" sz="quarter" idx="19" hasCustomPrompt="1"/>
          </p:nvPr>
        </p:nvSpPr>
        <p:spPr>
          <a:xfrm>
            <a:off x="6324087" y="2011224"/>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6" name="Text Placeholder 44">
            <a:extLst>
              <a:ext uri="{FF2B5EF4-FFF2-40B4-BE49-F238E27FC236}">
                <a16:creationId xmlns:a16="http://schemas.microsoft.com/office/drawing/2014/main" id="{19B82381-A524-4CF1-88C3-E47B039C5D3B}"/>
              </a:ext>
            </a:extLst>
          </p:cNvPr>
          <p:cNvSpPr>
            <a:spLocks noGrp="1"/>
          </p:cNvSpPr>
          <p:nvPr>
            <p:ph type="body" sz="quarter" idx="20" hasCustomPrompt="1"/>
          </p:nvPr>
        </p:nvSpPr>
        <p:spPr>
          <a:xfrm>
            <a:off x="9224046" y="2011224"/>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7" name="Straight Connector 16">
            <a:extLst>
              <a:ext uri="{FF2B5EF4-FFF2-40B4-BE49-F238E27FC236}">
                <a16:creationId xmlns:a16="http://schemas.microsoft.com/office/drawing/2014/main" id="{57518F93-1BD5-4D96-B71D-8D2A59DD6BB4}"/>
              </a:ext>
            </a:extLst>
          </p:cNvPr>
          <p:cNvCxnSpPr>
            <a:cxnSpLocks/>
          </p:cNvCxnSpPr>
          <p:nvPr userDrawn="1"/>
        </p:nvCxnSpPr>
        <p:spPr>
          <a:xfrm>
            <a:off x="3246728" y="2009940"/>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95708CE-946D-4CEC-AD22-2A49D919E3F4}"/>
              </a:ext>
            </a:extLst>
          </p:cNvPr>
          <p:cNvCxnSpPr>
            <a:cxnSpLocks/>
          </p:cNvCxnSpPr>
          <p:nvPr userDrawn="1"/>
        </p:nvCxnSpPr>
        <p:spPr>
          <a:xfrm>
            <a:off x="6144040" y="2009940"/>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BD08147-6C7D-4ADD-890B-7F1338DC972D}"/>
              </a:ext>
            </a:extLst>
          </p:cNvPr>
          <p:cNvCxnSpPr>
            <a:cxnSpLocks/>
          </p:cNvCxnSpPr>
          <p:nvPr userDrawn="1"/>
        </p:nvCxnSpPr>
        <p:spPr>
          <a:xfrm>
            <a:off x="9031078" y="2009940"/>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20" name="Text Placeholder 44">
            <a:extLst>
              <a:ext uri="{FF2B5EF4-FFF2-40B4-BE49-F238E27FC236}">
                <a16:creationId xmlns:a16="http://schemas.microsoft.com/office/drawing/2014/main" id="{42FA2EFB-779E-4F8B-8E04-B2A0297127AE}"/>
              </a:ext>
            </a:extLst>
          </p:cNvPr>
          <p:cNvSpPr>
            <a:spLocks noGrp="1"/>
          </p:cNvSpPr>
          <p:nvPr>
            <p:ph type="body" sz="quarter" idx="21" hasCustomPrompt="1"/>
          </p:nvPr>
        </p:nvSpPr>
        <p:spPr>
          <a:xfrm>
            <a:off x="524169" y="2987269"/>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1" name="Text Placeholder 44">
            <a:extLst>
              <a:ext uri="{FF2B5EF4-FFF2-40B4-BE49-F238E27FC236}">
                <a16:creationId xmlns:a16="http://schemas.microsoft.com/office/drawing/2014/main" id="{365375DA-3DBB-40FB-B234-D52E9BABE33A}"/>
              </a:ext>
            </a:extLst>
          </p:cNvPr>
          <p:cNvSpPr>
            <a:spLocks noGrp="1"/>
          </p:cNvSpPr>
          <p:nvPr>
            <p:ph type="body" sz="quarter" idx="22" hasCustomPrompt="1"/>
          </p:nvPr>
        </p:nvSpPr>
        <p:spPr>
          <a:xfrm>
            <a:off x="3424128" y="2987269"/>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2" name="Text Placeholder 44">
            <a:extLst>
              <a:ext uri="{FF2B5EF4-FFF2-40B4-BE49-F238E27FC236}">
                <a16:creationId xmlns:a16="http://schemas.microsoft.com/office/drawing/2014/main" id="{A32F1568-E15A-4B74-AAAB-30E7B47C0BBB}"/>
              </a:ext>
            </a:extLst>
          </p:cNvPr>
          <p:cNvSpPr>
            <a:spLocks noGrp="1"/>
          </p:cNvSpPr>
          <p:nvPr>
            <p:ph type="body" sz="quarter" idx="23" hasCustomPrompt="1"/>
          </p:nvPr>
        </p:nvSpPr>
        <p:spPr>
          <a:xfrm>
            <a:off x="6324087" y="2987269"/>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3" name="Text Placeholder 44">
            <a:extLst>
              <a:ext uri="{FF2B5EF4-FFF2-40B4-BE49-F238E27FC236}">
                <a16:creationId xmlns:a16="http://schemas.microsoft.com/office/drawing/2014/main" id="{159C22A8-6359-472D-88C1-9503461C4D95}"/>
              </a:ext>
            </a:extLst>
          </p:cNvPr>
          <p:cNvSpPr>
            <a:spLocks noGrp="1"/>
          </p:cNvSpPr>
          <p:nvPr>
            <p:ph type="body" sz="quarter" idx="24" hasCustomPrompt="1"/>
          </p:nvPr>
        </p:nvSpPr>
        <p:spPr>
          <a:xfrm>
            <a:off x="9224046" y="2987269"/>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24" name="Straight Connector 23">
            <a:extLst>
              <a:ext uri="{FF2B5EF4-FFF2-40B4-BE49-F238E27FC236}">
                <a16:creationId xmlns:a16="http://schemas.microsoft.com/office/drawing/2014/main" id="{F085798D-2F19-4A97-8B1F-D500B03A7048}"/>
              </a:ext>
            </a:extLst>
          </p:cNvPr>
          <p:cNvCxnSpPr>
            <a:cxnSpLocks/>
          </p:cNvCxnSpPr>
          <p:nvPr userDrawn="1"/>
        </p:nvCxnSpPr>
        <p:spPr>
          <a:xfrm>
            <a:off x="3246728" y="2985985"/>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439FFED-F4BA-40BC-AF13-6FF1AC06305C}"/>
              </a:ext>
            </a:extLst>
          </p:cNvPr>
          <p:cNvCxnSpPr>
            <a:cxnSpLocks/>
          </p:cNvCxnSpPr>
          <p:nvPr userDrawn="1"/>
        </p:nvCxnSpPr>
        <p:spPr>
          <a:xfrm>
            <a:off x="6144040" y="2985985"/>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1B24FDB-7FFE-4AE0-8CA9-8ED2B75F883D}"/>
              </a:ext>
            </a:extLst>
          </p:cNvPr>
          <p:cNvCxnSpPr>
            <a:cxnSpLocks/>
          </p:cNvCxnSpPr>
          <p:nvPr userDrawn="1"/>
        </p:nvCxnSpPr>
        <p:spPr>
          <a:xfrm>
            <a:off x="9031078" y="2985985"/>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50E71654-A12E-488E-9019-00EAA57CE7D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701357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Right picture and stats">
    <p:spTree>
      <p:nvGrpSpPr>
        <p:cNvPr id="1" name=""/>
        <p:cNvGrpSpPr/>
        <p:nvPr/>
      </p:nvGrpSpPr>
      <p:grpSpPr>
        <a:xfrm>
          <a:off x="0" y="0"/>
          <a:ext cx="0" cy="0"/>
          <a:chOff x="0" y="0"/>
          <a:chExt cx="0" cy="0"/>
        </a:xfrm>
      </p:grpSpPr>
      <p:sp>
        <p:nvSpPr>
          <p:cNvPr id="7" name="Picture Placeholder 29">
            <a:extLst>
              <a:ext uri="{FF2B5EF4-FFF2-40B4-BE49-F238E27FC236}">
                <a16:creationId xmlns:a16="http://schemas.microsoft.com/office/drawing/2014/main" id="{2EB064DC-5F66-4B7E-8BDB-36F3F22EEC49}"/>
              </a:ext>
            </a:extLst>
          </p:cNvPr>
          <p:cNvSpPr>
            <a:spLocks noGrp="1"/>
          </p:cNvSpPr>
          <p:nvPr>
            <p:ph type="pic" sz="quarter" idx="15" hasCustomPrompt="1"/>
          </p:nvPr>
        </p:nvSpPr>
        <p:spPr>
          <a:xfrm>
            <a:off x="190121" y="0"/>
            <a:ext cx="5809307" cy="6858000"/>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6455781" y="1798811"/>
            <a:ext cx="5285139"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tx2"/>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tx2"/>
                </a:solidFill>
              </a:defRPr>
            </a:lvl1pPr>
          </a:lstStyle>
          <a:p>
            <a:fld id="{31939A77-4DCF-4228-8B74-013876D0374B}" type="slidenum">
              <a:rPr lang="en-US" smtClean="0"/>
              <a:pPr/>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6455782" y="371913"/>
            <a:ext cx="5285138" cy="1216819"/>
          </a:xfrm>
        </p:spPr>
        <p:txBody>
          <a:bodyPr/>
          <a:lstStyle/>
          <a:p>
            <a:r>
              <a:rPr lang="en-GB"/>
              <a:t>Click to edit Master title style</a:t>
            </a:r>
            <a:endParaRPr lang="en-US" dirty="0"/>
          </a:p>
        </p:txBody>
      </p:sp>
      <p:sp>
        <p:nvSpPr>
          <p:cNvPr id="9" name="Text Placeholder 44">
            <a:extLst>
              <a:ext uri="{FF2B5EF4-FFF2-40B4-BE49-F238E27FC236}">
                <a16:creationId xmlns:a16="http://schemas.microsoft.com/office/drawing/2014/main" id="{73523489-80B6-4CBF-82BB-9E76BA33BF83}"/>
              </a:ext>
            </a:extLst>
          </p:cNvPr>
          <p:cNvSpPr>
            <a:spLocks noGrp="1"/>
          </p:cNvSpPr>
          <p:nvPr>
            <p:ph type="body" sz="quarter" idx="16" hasCustomPrompt="1"/>
          </p:nvPr>
        </p:nvSpPr>
        <p:spPr>
          <a:xfrm>
            <a:off x="6455781" y="2479744"/>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smtClean="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cxnSp>
        <p:nvCxnSpPr>
          <p:cNvPr id="11" name="Straight Connector 10">
            <a:extLst>
              <a:ext uri="{FF2B5EF4-FFF2-40B4-BE49-F238E27FC236}">
                <a16:creationId xmlns:a16="http://schemas.microsoft.com/office/drawing/2014/main" id="{6195796D-75C5-493E-812F-410EF60977BE}"/>
              </a:ext>
            </a:extLst>
          </p:cNvPr>
          <p:cNvCxnSpPr>
            <a:cxnSpLocks/>
          </p:cNvCxnSpPr>
          <p:nvPr userDrawn="1"/>
        </p:nvCxnSpPr>
        <p:spPr>
          <a:xfrm>
            <a:off x="6455781" y="3320732"/>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2" name="Text Placeholder 44">
            <a:extLst>
              <a:ext uri="{FF2B5EF4-FFF2-40B4-BE49-F238E27FC236}">
                <a16:creationId xmlns:a16="http://schemas.microsoft.com/office/drawing/2014/main" id="{EBFC3216-7E35-4D06-8FB9-09C3D3CB2DDE}"/>
              </a:ext>
            </a:extLst>
          </p:cNvPr>
          <p:cNvSpPr>
            <a:spLocks noGrp="1"/>
          </p:cNvSpPr>
          <p:nvPr>
            <p:ph type="body" sz="quarter" idx="21" hasCustomPrompt="1"/>
          </p:nvPr>
        </p:nvSpPr>
        <p:spPr>
          <a:xfrm>
            <a:off x="6455781" y="347592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4" name="Text Placeholder 44">
            <a:extLst>
              <a:ext uri="{FF2B5EF4-FFF2-40B4-BE49-F238E27FC236}">
                <a16:creationId xmlns:a16="http://schemas.microsoft.com/office/drawing/2014/main" id="{FC67A25C-74C3-41FD-9F18-B51A0528D670}"/>
              </a:ext>
            </a:extLst>
          </p:cNvPr>
          <p:cNvSpPr>
            <a:spLocks noGrp="1"/>
          </p:cNvSpPr>
          <p:nvPr>
            <p:ph type="body" sz="quarter" idx="22" hasCustomPrompt="1"/>
          </p:nvPr>
        </p:nvSpPr>
        <p:spPr>
          <a:xfrm>
            <a:off x="6455781" y="4472096"/>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5" name="Straight Connector 14">
            <a:extLst>
              <a:ext uri="{FF2B5EF4-FFF2-40B4-BE49-F238E27FC236}">
                <a16:creationId xmlns:a16="http://schemas.microsoft.com/office/drawing/2014/main" id="{3AA9B99D-769E-4420-9546-6B1BD09AFE47}"/>
              </a:ext>
            </a:extLst>
          </p:cNvPr>
          <p:cNvCxnSpPr>
            <a:cxnSpLocks/>
          </p:cNvCxnSpPr>
          <p:nvPr userDrawn="1"/>
        </p:nvCxnSpPr>
        <p:spPr>
          <a:xfrm>
            <a:off x="6455781" y="5313084"/>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6" name="Text Placeholder 44">
            <a:extLst>
              <a:ext uri="{FF2B5EF4-FFF2-40B4-BE49-F238E27FC236}">
                <a16:creationId xmlns:a16="http://schemas.microsoft.com/office/drawing/2014/main" id="{5CE5608D-86F4-47EC-B318-D825B24BE2B0}"/>
              </a:ext>
            </a:extLst>
          </p:cNvPr>
          <p:cNvSpPr>
            <a:spLocks noGrp="1"/>
          </p:cNvSpPr>
          <p:nvPr>
            <p:ph type="body" sz="quarter" idx="23" hasCustomPrompt="1"/>
          </p:nvPr>
        </p:nvSpPr>
        <p:spPr>
          <a:xfrm>
            <a:off x="6455781" y="5468272"/>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7" name="Straight Connector 16">
            <a:extLst>
              <a:ext uri="{FF2B5EF4-FFF2-40B4-BE49-F238E27FC236}">
                <a16:creationId xmlns:a16="http://schemas.microsoft.com/office/drawing/2014/main" id="{6BF3BA10-47B1-4969-B96F-87B1027098C8}"/>
              </a:ext>
            </a:extLst>
          </p:cNvPr>
          <p:cNvCxnSpPr>
            <a:cxnSpLocks/>
          </p:cNvCxnSpPr>
          <p:nvPr userDrawn="1"/>
        </p:nvCxnSpPr>
        <p:spPr>
          <a:xfrm>
            <a:off x="6455781" y="4316908"/>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8" name="Text Placeholder 44">
            <a:extLst>
              <a:ext uri="{FF2B5EF4-FFF2-40B4-BE49-F238E27FC236}">
                <a16:creationId xmlns:a16="http://schemas.microsoft.com/office/drawing/2014/main" id="{D7B7DB8B-C82E-4178-8324-14FC4A93477C}"/>
              </a:ext>
            </a:extLst>
          </p:cNvPr>
          <p:cNvSpPr>
            <a:spLocks noGrp="1"/>
          </p:cNvSpPr>
          <p:nvPr>
            <p:ph type="body" sz="quarter" idx="24" hasCustomPrompt="1"/>
          </p:nvPr>
        </p:nvSpPr>
        <p:spPr>
          <a:xfrm>
            <a:off x="9224047" y="2479744"/>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9" name="Straight Connector 18">
            <a:extLst>
              <a:ext uri="{FF2B5EF4-FFF2-40B4-BE49-F238E27FC236}">
                <a16:creationId xmlns:a16="http://schemas.microsoft.com/office/drawing/2014/main" id="{06736CF0-69FB-4247-B914-759815F5259C}"/>
              </a:ext>
            </a:extLst>
          </p:cNvPr>
          <p:cNvCxnSpPr>
            <a:cxnSpLocks/>
          </p:cNvCxnSpPr>
          <p:nvPr userDrawn="1"/>
        </p:nvCxnSpPr>
        <p:spPr>
          <a:xfrm>
            <a:off x="9224047" y="3320732"/>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0" name="Text Placeholder 44">
            <a:extLst>
              <a:ext uri="{FF2B5EF4-FFF2-40B4-BE49-F238E27FC236}">
                <a16:creationId xmlns:a16="http://schemas.microsoft.com/office/drawing/2014/main" id="{2A325D9F-E6E8-45CB-9B41-80D63F093773}"/>
              </a:ext>
            </a:extLst>
          </p:cNvPr>
          <p:cNvSpPr>
            <a:spLocks noGrp="1"/>
          </p:cNvSpPr>
          <p:nvPr>
            <p:ph type="body" sz="quarter" idx="25" hasCustomPrompt="1"/>
          </p:nvPr>
        </p:nvSpPr>
        <p:spPr>
          <a:xfrm>
            <a:off x="9224047" y="347592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1" name="Text Placeholder 44">
            <a:extLst>
              <a:ext uri="{FF2B5EF4-FFF2-40B4-BE49-F238E27FC236}">
                <a16:creationId xmlns:a16="http://schemas.microsoft.com/office/drawing/2014/main" id="{C5D7C67A-90B7-4A0C-9063-1E26922DD5E1}"/>
              </a:ext>
            </a:extLst>
          </p:cNvPr>
          <p:cNvSpPr>
            <a:spLocks noGrp="1"/>
          </p:cNvSpPr>
          <p:nvPr>
            <p:ph type="body" sz="quarter" idx="26" hasCustomPrompt="1"/>
          </p:nvPr>
        </p:nvSpPr>
        <p:spPr>
          <a:xfrm>
            <a:off x="9224047" y="4472096"/>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22" name="Straight Connector 21">
            <a:extLst>
              <a:ext uri="{FF2B5EF4-FFF2-40B4-BE49-F238E27FC236}">
                <a16:creationId xmlns:a16="http://schemas.microsoft.com/office/drawing/2014/main" id="{C665B870-C553-466A-BE79-79FFC1E08144}"/>
              </a:ext>
            </a:extLst>
          </p:cNvPr>
          <p:cNvCxnSpPr>
            <a:cxnSpLocks/>
          </p:cNvCxnSpPr>
          <p:nvPr userDrawn="1"/>
        </p:nvCxnSpPr>
        <p:spPr>
          <a:xfrm>
            <a:off x="9224047" y="5313084"/>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3" name="Text Placeholder 44">
            <a:extLst>
              <a:ext uri="{FF2B5EF4-FFF2-40B4-BE49-F238E27FC236}">
                <a16:creationId xmlns:a16="http://schemas.microsoft.com/office/drawing/2014/main" id="{8DDF3C1F-1A2C-484E-8B87-8038F38F7D5B}"/>
              </a:ext>
            </a:extLst>
          </p:cNvPr>
          <p:cNvSpPr>
            <a:spLocks noGrp="1"/>
          </p:cNvSpPr>
          <p:nvPr>
            <p:ph type="body" sz="quarter" idx="27" hasCustomPrompt="1"/>
          </p:nvPr>
        </p:nvSpPr>
        <p:spPr>
          <a:xfrm>
            <a:off x="9224047" y="5468272"/>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24" name="Straight Connector 23">
            <a:extLst>
              <a:ext uri="{FF2B5EF4-FFF2-40B4-BE49-F238E27FC236}">
                <a16:creationId xmlns:a16="http://schemas.microsoft.com/office/drawing/2014/main" id="{DFD84EFE-AA88-4305-96BB-4D17EE152782}"/>
              </a:ext>
            </a:extLst>
          </p:cNvPr>
          <p:cNvCxnSpPr>
            <a:cxnSpLocks/>
          </p:cNvCxnSpPr>
          <p:nvPr userDrawn="1"/>
        </p:nvCxnSpPr>
        <p:spPr>
          <a:xfrm>
            <a:off x="9224047" y="4316908"/>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D7CE9AB9-17C3-40F7-ABF0-02EDC0966B5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3878049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Olny stats whit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4354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tx2"/>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tx2"/>
                </a:solidFill>
              </a:defRPr>
            </a:lvl1pPr>
          </a:lstStyle>
          <a:p>
            <a:fld id="{31939A77-4DCF-4228-8B74-013876D0374B}" type="slidenum">
              <a:rPr lang="en-US" smtClean="0"/>
              <a:pPr/>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p:txBody>
          <a:body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4DC7E39C-9BD6-4280-BCCB-382E524DFD15}"/>
              </a:ext>
            </a:extLst>
          </p:cNvPr>
          <p:cNvCxnSpPr>
            <a:cxnSpLocks/>
          </p:cNvCxnSpPr>
          <p:nvPr userDrawn="1"/>
        </p:nvCxnSpPr>
        <p:spPr>
          <a:xfrm>
            <a:off x="524169" y="1866102"/>
            <a:ext cx="11216750"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9" name="Text Placeholder 44">
            <a:extLst>
              <a:ext uri="{FF2B5EF4-FFF2-40B4-BE49-F238E27FC236}">
                <a16:creationId xmlns:a16="http://schemas.microsoft.com/office/drawing/2014/main" id="{CAF5A773-9E79-4ACA-A33A-8517A56CF6BF}"/>
              </a:ext>
            </a:extLst>
          </p:cNvPr>
          <p:cNvSpPr>
            <a:spLocks noGrp="1"/>
          </p:cNvSpPr>
          <p:nvPr>
            <p:ph type="body" sz="quarter" idx="16" hasCustomPrompt="1"/>
          </p:nvPr>
        </p:nvSpPr>
        <p:spPr>
          <a:xfrm>
            <a:off x="524169" y="208470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1" name="Text Placeholder 65">
            <a:extLst>
              <a:ext uri="{FF2B5EF4-FFF2-40B4-BE49-F238E27FC236}">
                <a16:creationId xmlns:a16="http://schemas.microsoft.com/office/drawing/2014/main" id="{4B88F6F9-6BEC-4C37-BD1C-087BA6761B90}"/>
              </a:ext>
            </a:extLst>
          </p:cNvPr>
          <p:cNvSpPr>
            <a:spLocks noGrp="1"/>
          </p:cNvSpPr>
          <p:nvPr>
            <p:ph type="body" sz="quarter" idx="17"/>
          </p:nvPr>
        </p:nvSpPr>
        <p:spPr>
          <a:xfrm>
            <a:off x="524168" y="1474505"/>
            <a:ext cx="11216751" cy="156081"/>
          </a:xfrm>
        </p:spPr>
        <p:txBody>
          <a:bodyPr anchor="b"/>
          <a:lstStyle>
            <a:lvl1pPr>
              <a:defRPr lang="en-US" sz="1100" b="1" kern="1200" spc="0" dirty="0" smtClean="0">
                <a:solidFill>
                  <a:schemeClr val="tx2"/>
                </a:solidFill>
                <a:latin typeface="+mn-lt"/>
                <a:ea typeface="+mn-ea"/>
                <a:cs typeface="+mn-cs"/>
              </a:defRPr>
            </a:lvl1pPr>
          </a:lstStyle>
          <a:p>
            <a:pPr lvl="0"/>
            <a:r>
              <a:rPr lang="en-GB"/>
              <a:t>Click to edit Master text styles</a:t>
            </a:r>
          </a:p>
        </p:txBody>
      </p:sp>
      <p:cxnSp>
        <p:nvCxnSpPr>
          <p:cNvPr id="12" name="Straight Connector 11">
            <a:extLst>
              <a:ext uri="{FF2B5EF4-FFF2-40B4-BE49-F238E27FC236}">
                <a16:creationId xmlns:a16="http://schemas.microsoft.com/office/drawing/2014/main" id="{4E9F3B63-2CD8-4EC0-BC96-9D02B4A5DEAD}"/>
              </a:ext>
            </a:extLst>
          </p:cNvPr>
          <p:cNvCxnSpPr>
            <a:cxnSpLocks/>
          </p:cNvCxnSpPr>
          <p:nvPr userDrawn="1"/>
        </p:nvCxnSpPr>
        <p:spPr>
          <a:xfrm>
            <a:off x="524169" y="2989108"/>
            <a:ext cx="11216750"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4" name="Text Placeholder 44">
            <a:extLst>
              <a:ext uri="{FF2B5EF4-FFF2-40B4-BE49-F238E27FC236}">
                <a16:creationId xmlns:a16="http://schemas.microsoft.com/office/drawing/2014/main" id="{45A4D276-6DF9-47A6-8C91-4BC40BFB0C19}"/>
              </a:ext>
            </a:extLst>
          </p:cNvPr>
          <p:cNvSpPr>
            <a:spLocks noGrp="1"/>
          </p:cNvSpPr>
          <p:nvPr>
            <p:ph type="body" sz="quarter" idx="18" hasCustomPrompt="1"/>
          </p:nvPr>
        </p:nvSpPr>
        <p:spPr>
          <a:xfrm>
            <a:off x="3424128" y="208470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5" name="Text Placeholder 44">
            <a:extLst>
              <a:ext uri="{FF2B5EF4-FFF2-40B4-BE49-F238E27FC236}">
                <a16:creationId xmlns:a16="http://schemas.microsoft.com/office/drawing/2014/main" id="{0D0876D6-6110-44DE-B361-4D1EE6C018E3}"/>
              </a:ext>
            </a:extLst>
          </p:cNvPr>
          <p:cNvSpPr>
            <a:spLocks noGrp="1"/>
          </p:cNvSpPr>
          <p:nvPr>
            <p:ph type="body" sz="quarter" idx="19" hasCustomPrompt="1"/>
          </p:nvPr>
        </p:nvSpPr>
        <p:spPr>
          <a:xfrm>
            <a:off x="6324087" y="208470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6" name="Text Placeholder 44">
            <a:extLst>
              <a:ext uri="{FF2B5EF4-FFF2-40B4-BE49-F238E27FC236}">
                <a16:creationId xmlns:a16="http://schemas.microsoft.com/office/drawing/2014/main" id="{19B82381-A524-4CF1-88C3-E47B039C5D3B}"/>
              </a:ext>
            </a:extLst>
          </p:cNvPr>
          <p:cNvSpPr>
            <a:spLocks noGrp="1"/>
          </p:cNvSpPr>
          <p:nvPr>
            <p:ph type="body" sz="quarter" idx="20" hasCustomPrompt="1"/>
          </p:nvPr>
        </p:nvSpPr>
        <p:spPr>
          <a:xfrm>
            <a:off x="9224046" y="208470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7" name="Straight Connector 16">
            <a:extLst>
              <a:ext uri="{FF2B5EF4-FFF2-40B4-BE49-F238E27FC236}">
                <a16:creationId xmlns:a16="http://schemas.microsoft.com/office/drawing/2014/main" id="{57518F93-1BD5-4D96-B71D-8D2A59DD6BB4}"/>
              </a:ext>
            </a:extLst>
          </p:cNvPr>
          <p:cNvCxnSpPr>
            <a:cxnSpLocks/>
          </p:cNvCxnSpPr>
          <p:nvPr userDrawn="1"/>
        </p:nvCxnSpPr>
        <p:spPr>
          <a:xfrm>
            <a:off x="3246728" y="2085244"/>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95708CE-946D-4CEC-AD22-2A49D919E3F4}"/>
              </a:ext>
            </a:extLst>
          </p:cNvPr>
          <p:cNvCxnSpPr>
            <a:cxnSpLocks/>
          </p:cNvCxnSpPr>
          <p:nvPr userDrawn="1"/>
        </p:nvCxnSpPr>
        <p:spPr>
          <a:xfrm>
            <a:off x="6144040" y="2085244"/>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BD08147-6C7D-4ADD-890B-7F1338DC972D}"/>
              </a:ext>
            </a:extLst>
          </p:cNvPr>
          <p:cNvCxnSpPr>
            <a:cxnSpLocks/>
          </p:cNvCxnSpPr>
          <p:nvPr userDrawn="1"/>
        </p:nvCxnSpPr>
        <p:spPr>
          <a:xfrm>
            <a:off x="9031078" y="2085244"/>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20" name="Text Placeholder 44">
            <a:extLst>
              <a:ext uri="{FF2B5EF4-FFF2-40B4-BE49-F238E27FC236}">
                <a16:creationId xmlns:a16="http://schemas.microsoft.com/office/drawing/2014/main" id="{42FA2EFB-779E-4F8B-8E04-B2A0297127AE}"/>
              </a:ext>
            </a:extLst>
          </p:cNvPr>
          <p:cNvSpPr>
            <a:spLocks noGrp="1"/>
          </p:cNvSpPr>
          <p:nvPr>
            <p:ph type="body" sz="quarter" idx="21" hasCustomPrompt="1"/>
          </p:nvPr>
        </p:nvSpPr>
        <p:spPr>
          <a:xfrm>
            <a:off x="524169" y="3207711"/>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1" name="Text Placeholder 44">
            <a:extLst>
              <a:ext uri="{FF2B5EF4-FFF2-40B4-BE49-F238E27FC236}">
                <a16:creationId xmlns:a16="http://schemas.microsoft.com/office/drawing/2014/main" id="{365375DA-3DBB-40FB-B234-D52E9BABE33A}"/>
              </a:ext>
            </a:extLst>
          </p:cNvPr>
          <p:cNvSpPr>
            <a:spLocks noGrp="1"/>
          </p:cNvSpPr>
          <p:nvPr>
            <p:ph type="body" sz="quarter" idx="22" hasCustomPrompt="1"/>
          </p:nvPr>
        </p:nvSpPr>
        <p:spPr>
          <a:xfrm>
            <a:off x="3424128" y="3207711"/>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2" name="Text Placeholder 44">
            <a:extLst>
              <a:ext uri="{FF2B5EF4-FFF2-40B4-BE49-F238E27FC236}">
                <a16:creationId xmlns:a16="http://schemas.microsoft.com/office/drawing/2014/main" id="{A32F1568-E15A-4B74-AAAB-30E7B47C0BBB}"/>
              </a:ext>
            </a:extLst>
          </p:cNvPr>
          <p:cNvSpPr>
            <a:spLocks noGrp="1"/>
          </p:cNvSpPr>
          <p:nvPr>
            <p:ph type="body" sz="quarter" idx="23" hasCustomPrompt="1"/>
          </p:nvPr>
        </p:nvSpPr>
        <p:spPr>
          <a:xfrm>
            <a:off x="6324087" y="3207711"/>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3" name="Text Placeholder 44">
            <a:extLst>
              <a:ext uri="{FF2B5EF4-FFF2-40B4-BE49-F238E27FC236}">
                <a16:creationId xmlns:a16="http://schemas.microsoft.com/office/drawing/2014/main" id="{159C22A8-6359-472D-88C1-9503461C4D95}"/>
              </a:ext>
            </a:extLst>
          </p:cNvPr>
          <p:cNvSpPr>
            <a:spLocks noGrp="1"/>
          </p:cNvSpPr>
          <p:nvPr>
            <p:ph type="body" sz="quarter" idx="24" hasCustomPrompt="1"/>
          </p:nvPr>
        </p:nvSpPr>
        <p:spPr>
          <a:xfrm>
            <a:off x="9224046" y="3207711"/>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24" name="Straight Connector 23">
            <a:extLst>
              <a:ext uri="{FF2B5EF4-FFF2-40B4-BE49-F238E27FC236}">
                <a16:creationId xmlns:a16="http://schemas.microsoft.com/office/drawing/2014/main" id="{F085798D-2F19-4A97-8B1F-D500B03A7048}"/>
              </a:ext>
            </a:extLst>
          </p:cNvPr>
          <p:cNvCxnSpPr>
            <a:cxnSpLocks/>
          </p:cNvCxnSpPr>
          <p:nvPr userDrawn="1"/>
        </p:nvCxnSpPr>
        <p:spPr>
          <a:xfrm>
            <a:off x="3246728" y="3168865"/>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439FFED-F4BA-40BC-AF13-6FF1AC06305C}"/>
              </a:ext>
            </a:extLst>
          </p:cNvPr>
          <p:cNvCxnSpPr>
            <a:cxnSpLocks/>
          </p:cNvCxnSpPr>
          <p:nvPr userDrawn="1"/>
        </p:nvCxnSpPr>
        <p:spPr>
          <a:xfrm>
            <a:off x="6144040" y="3168865"/>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1B24FDB-7FFE-4AE0-8CA9-8ED2B75F883D}"/>
              </a:ext>
            </a:extLst>
          </p:cNvPr>
          <p:cNvCxnSpPr>
            <a:cxnSpLocks/>
          </p:cNvCxnSpPr>
          <p:nvPr userDrawn="1"/>
        </p:nvCxnSpPr>
        <p:spPr>
          <a:xfrm>
            <a:off x="9031078" y="3168865"/>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4A3E5F9-39C7-4534-8503-07188030B882}"/>
              </a:ext>
            </a:extLst>
          </p:cNvPr>
          <p:cNvCxnSpPr>
            <a:cxnSpLocks/>
          </p:cNvCxnSpPr>
          <p:nvPr userDrawn="1"/>
        </p:nvCxnSpPr>
        <p:spPr>
          <a:xfrm>
            <a:off x="524169" y="4112114"/>
            <a:ext cx="11216750"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8" name="Text Placeholder 44">
            <a:extLst>
              <a:ext uri="{FF2B5EF4-FFF2-40B4-BE49-F238E27FC236}">
                <a16:creationId xmlns:a16="http://schemas.microsoft.com/office/drawing/2014/main" id="{3BD3E84B-78B5-4FE5-AAD8-B31BBE66F5D7}"/>
              </a:ext>
            </a:extLst>
          </p:cNvPr>
          <p:cNvSpPr>
            <a:spLocks noGrp="1"/>
          </p:cNvSpPr>
          <p:nvPr>
            <p:ph type="body" sz="quarter" idx="25" hasCustomPrompt="1"/>
          </p:nvPr>
        </p:nvSpPr>
        <p:spPr>
          <a:xfrm>
            <a:off x="524169" y="4330717"/>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29" name="Straight Connector 28">
            <a:extLst>
              <a:ext uri="{FF2B5EF4-FFF2-40B4-BE49-F238E27FC236}">
                <a16:creationId xmlns:a16="http://schemas.microsoft.com/office/drawing/2014/main" id="{A09B79E9-BD40-442F-A9AA-B76BBD513153}"/>
              </a:ext>
            </a:extLst>
          </p:cNvPr>
          <p:cNvCxnSpPr>
            <a:cxnSpLocks/>
          </p:cNvCxnSpPr>
          <p:nvPr userDrawn="1"/>
        </p:nvCxnSpPr>
        <p:spPr>
          <a:xfrm>
            <a:off x="524169" y="5235120"/>
            <a:ext cx="11216750"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0" name="Text Placeholder 44">
            <a:extLst>
              <a:ext uri="{FF2B5EF4-FFF2-40B4-BE49-F238E27FC236}">
                <a16:creationId xmlns:a16="http://schemas.microsoft.com/office/drawing/2014/main" id="{9FE02B34-60FC-403E-AB9D-0F01DA53469B}"/>
              </a:ext>
            </a:extLst>
          </p:cNvPr>
          <p:cNvSpPr>
            <a:spLocks noGrp="1"/>
          </p:cNvSpPr>
          <p:nvPr>
            <p:ph type="body" sz="quarter" idx="26" hasCustomPrompt="1"/>
          </p:nvPr>
        </p:nvSpPr>
        <p:spPr>
          <a:xfrm>
            <a:off x="3424128" y="4330717"/>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1" name="Text Placeholder 44">
            <a:extLst>
              <a:ext uri="{FF2B5EF4-FFF2-40B4-BE49-F238E27FC236}">
                <a16:creationId xmlns:a16="http://schemas.microsoft.com/office/drawing/2014/main" id="{19A741DD-BC42-4FC6-AB84-C67DDAAD5FD0}"/>
              </a:ext>
            </a:extLst>
          </p:cNvPr>
          <p:cNvSpPr>
            <a:spLocks noGrp="1"/>
          </p:cNvSpPr>
          <p:nvPr>
            <p:ph type="body" sz="quarter" idx="27" hasCustomPrompt="1"/>
          </p:nvPr>
        </p:nvSpPr>
        <p:spPr>
          <a:xfrm>
            <a:off x="6324087" y="4330717"/>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2" name="Text Placeholder 44">
            <a:extLst>
              <a:ext uri="{FF2B5EF4-FFF2-40B4-BE49-F238E27FC236}">
                <a16:creationId xmlns:a16="http://schemas.microsoft.com/office/drawing/2014/main" id="{431543F4-587F-4B6B-91A8-CDF2CEF0F5E1}"/>
              </a:ext>
            </a:extLst>
          </p:cNvPr>
          <p:cNvSpPr>
            <a:spLocks noGrp="1"/>
          </p:cNvSpPr>
          <p:nvPr>
            <p:ph type="body" sz="quarter" idx="28" hasCustomPrompt="1"/>
          </p:nvPr>
        </p:nvSpPr>
        <p:spPr>
          <a:xfrm>
            <a:off x="9224046" y="4330717"/>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33" name="Straight Connector 32">
            <a:extLst>
              <a:ext uri="{FF2B5EF4-FFF2-40B4-BE49-F238E27FC236}">
                <a16:creationId xmlns:a16="http://schemas.microsoft.com/office/drawing/2014/main" id="{A590235C-B4F6-42F9-8BD2-ED6366BB21FE}"/>
              </a:ext>
            </a:extLst>
          </p:cNvPr>
          <p:cNvCxnSpPr>
            <a:cxnSpLocks/>
          </p:cNvCxnSpPr>
          <p:nvPr userDrawn="1"/>
        </p:nvCxnSpPr>
        <p:spPr>
          <a:xfrm>
            <a:off x="3246728" y="4315031"/>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9BD7115-0A71-42F9-8FEF-D0A27FB10F9A}"/>
              </a:ext>
            </a:extLst>
          </p:cNvPr>
          <p:cNvCxnSpPr>
            <a:cxnSpLocks/>
          </p:cNvCxnSpPr>
          <p:nvPr userDrawn="1"/>
        </p:nvCxnSpPr>
        <p:spPr>
          <a:xfrm>
            <a:off x="6144040" y="4315031"/>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C42A9BA-CF9F-40B0-98D7-C3034448DFEB}"/>
              </a:ext>
            </a:extLst>
          </p:cNvPr>
          <p:cNvCxnSpPr>
            <a:cxnSpLocks/>
          </p:cNvCxnSpPr>
          <p:nvPr userDrawn="1"/>
        </p:nvCxnSpPr>
        <p:spPr>
          <a:xfrm>
            <a:off x="9031078" y="4315031"/>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36" name="Text Placeholder 44">
            <a:extLst>
              <a:ext uri="{FF2B5EF4-FFF2-40B4-BE49-F238E27FC236}">
                <a16:creationId xmlns:a16="http://schemas.microsoft.com/office/drawing/2014/main" id="{F25C0666-5CA0-4AEF-AFC5-2F1B32EE0749}"/>
              </a:ext>
            </a:extLst>
          </p:cNvPr>
          <p:cNvSpPr>
            <a:spLocks noGrp="1"/>
          </p:cNvSpPr>
          <p:nvPr>
            <p:ph type="body" sz="quarter" idx="29" hasCustomPrompt="1"/>
          </p:nvPr>
        </p:nvSpPr>
        <p:spPr>
          <a:xfrm>
            <a:off x="524169" y="545372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7" name="Text Placeholder 44">
            <a:extLst>
              <a:ext uri="{FF2B5EF4-FFF2-40B4-BE49-F238E27FC236}">
                <a16:creationId xmlns:a16="http://schemas.microsoft.com/office/drawing/2014/main" id="{A4793515-B78A-489C-BA67-AF098C2E2855}"/>
              </a:ext>
            </a:extLst>
          </p:cNvPr>
          <p:cNvSpPr>
            <a:spLocks noGrp="1"/>
          </p:cNvSpPr>
          <p:nvPr>
            <p:ph type="body" sz="quarter" idx="30" hasCustomPrompt="1"/>
          </p:nvPr>
        </p:nvSpPr>
        <p:spPr>
          <a:xfrm>
            <a:off x="3424128" y="545372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8" name="Text Placeholder 44">
            <a:extLst>
              <a:ext uri="{FF2B5EF4-FFF2-40B4-BE49-F238E27FC236}">
                <a16:creationId xmlns:a16="http://schemas.microsoft.com/office/drawing/2014/main" id="{4BE835BC-4F8E-45BE-91D7-9E2ABF801302}"/>
              </a:ext>
            </a:extLst>
          </p:cNvPr>
          <p:cNvSpPr>
            <a:spLocks noGrp="1"/>
          </p:cNvSpPr>
          <p:nvPr>
            <p:ph type="body" sz="quarter" idx="31" hasCustomPrompt="1"/>
          </p:nvPr>
        </p:nvSpPr>
        <p:spPr>
          <a:xfrm>
            <a:off x="6324087" y="545372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9" name="Text Placeholder 44">
            <a:extLst>
              <a:ext uri="{FF2B5EF4-FFF2-40B4-BE49-F238E27FC236}">
                <a16:creationId xmlns:a16="http://schemas.microsoft.com/office/drawing/2014/main" id="{685E5BE3-B19C-4FB9-80C3-0BF777810C74}"/>
              </a:ext>
            </a:extLst>
          </p:cNvPr>
          <p:cNvSpPr>
            <a:spLocks noGrp="1"/>
          </p:cNvSpPr>
          <p:nvPr>
            <p:ph type="body" sz="quarter" idx="32" hasCustomPrompt="1"/>
          </p:nvPr>
        </p:nvSpPr>
        <p:spPr>
          <a:xfrm>
            <a:off x="9224046" y="5453725"/>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40" name="Straight Connector 39">
            <a:extLst>
              <a:ext uri="{FF2B5EF4-FFF2-40B4-BE49-F238E27FC236}">
                <a16:creationId xmlns:a16="http://schemas.microsoft.com/office/drawing/2014/main" id="{BC925010-7EC0-4397-BB85-12B1D1BE6589}"/>
              </a:ext>
            </a:extLst>
          </p:cNvPr>
          <p:cNvCxnSpPr>
            <a:cxnSpLocks/>
          </p:cNvCxnSpPr>
          <p:nvPr userDrawn="1"/>
        </p:nvCxnSpPr>
        <p:spPr>
          <a:xfrm>
            <a:off x="3246728" y="5452441"/>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EE705A6-D845-4433-9757-DA28670DD35C}"/>
              </a:ext>
            </a:extLst>
          </p:cNvPr>
          <p:cNvCxnSpPr>
            <a:cxnSpLocks/>
          </p:cNvCxnSpPr>
          <p:nvPr userDrawn="1"/>
        </p:nvCxnSpPr>
        <p:spPr>
          <a:xfrm>
            <a:off x="6144040" y="5452441"/>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58C2FDD-603C-4061-A580-F291CA318736}"/>
              </a:ext>
            </a:extLst>
          </p:cNvPr>
          <p:cNvCxnSpPr>
            <a:cxnSpLocks/>
          </p:cNvCxnSpPr>
          <p:nvPr userDrawn="1"/>
        </p:nvCxnSpPr>
        <p:spPr>
          <a:xfrm>
            <a:off x="9031078" y="5452441"/>
            <a:ext cx="0" cy="688368"/>
          </a:xfrm>
          <a:prstGeom prst="line">
            <a:avLst/>
          </a:prstGeom>
          <a:ln>
            <a:gradFill>
              <a:gsLst>
                <a:gs pos="27000">
                  <a:schemeClr val="tx1"/>
                </a:gs>
                <a:gs pos="0">
                  <a:schemeClr val="tx1">
                    <a:alpha val="0"/>
                  </a:schemeClr>
                </a:gs>
                <a:gs pos="70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0C1354AA-03FA-408C-BB9D-0602A9E0D1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296064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lny stats Dark">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B8B662B0-7260-4892-915C-BE1B6EB7A7B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435418"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4DC7E39C-9BD6-4280-BCCB-382E524DFD15}"/>
              </a:ext>
            </a:extLst>
          </p:cNvPr>
          <p:cNvCxnSpPr>
            <a:cxnSpLocks/>
          </p:cNvCxnSpPr>
          <p:nvPr userDrawn="1"/>
        </p:nvCxnSpPr>
        <p:spPr>
          <a:xfrm>
            <a:off x="524169" y="1866102"/>
            <a:ext cx="11216750"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9" name="Text Placeholder 44">
            <a:extLst>
              <a:ext uri="{FF2B5EF4-FFF2-40B4-BE49-F238E27FC236}">
                <a16:creationId xmlns:a16="http://schemas.microsoft.com/office/drawing/2014/main" id="{CAF5A773-9E79-4ACA-A33A-8517A56CF6BF}"/>
              </a:ext>
            </a:extLst>
          </p:cNvPr>
          <p:cNvSpPr>
            <a:spLocks noGrp="1"/>
          </p:cNvSpPr>
          <p:nvPr>
            <p:ph type="body" sz="quarter" idx="16" hasCustomPrompt="1"/>
          </p:nvPr>
        </p:nvSpPr>
        <p:spPr>
          <a:xfrm>
            <a:off x="524169" y="208470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smtClean="0">
                <a:ln>
                  <a:noFill/>
                </a:ln>
                <a:solidFill>
                  <a:schemeClr val="bg1"/>
                </a:solidFill>
                <a:effectLst/>
                <a:uLnTx/>
                <a:uFillTx/>
                <a:latin typeface="+mn-lt"/>
                <a:ea typeface="+mn-ea"/>
                <a:cs typeface="+mn-cs"/>
              </a:defRPr>
            </a:lvl2pPr>
          </a:lstStyle>
          <a:p>
            <a:pPr lvl="0"/>
            <a:r>
              <a:rPr lang="en-US" dirty="0"/>
              <a:t>XX</a:t>
            </a:r>
          </a:p>
          <a:p>
            <a:pPr lvl="1"/>
            <a:r>
              <a:rPr lang="en-US" dirty="0"/>
              <a:t>Second level</a:t>
            </a:r>
          </a:p>
        </p:txBody>
      </p:sp>
      <p:sp>
        <p:nvSpPr>
          <p:cNvPr id="11" name="Text Placeholder 65">
            <a:extLst>
              <a:ext uri="{FF2B5EF4-FFF2-40B4-BE49-F238E27FC236}">
                <a16:creationId xmlns:a16="http://schemas.microsoft.com/office/drawing/2014/main" id="{4B88F6F9-6BEC-4C37-BD1C-087BA6761B90}"/>
              </a:ext>
            </a:extLst>
          </p:cNvPr>
          <p:cNvSpPr>
            <a:spLocks noGrp="1"/>
          </p:cNvSpPr>
          <p:nvPr>
            <p:ph type="body" sz="quarter" idx="17"/>
          </p:nvPr>
        </p:nvSpPr>
        <p:spPr>
          <a:xfrm>
            <a:off x="524168" y="1474505"/>
            <a:ext cx="11216751" cy="156081"/>
          </a:xfrm>
        </p:spPr>
        <p:txBody>
          <a:bodyPr anchor="b"/>
          <a:lstStyle>
            <a:lvl1pPr>
              <a:defRPr lang="en-US" sz="1100" b="1" kern="1200" spc="0" dirty="0" smtClean="0">
                <a:solidFill>
                  <a:schemeClr val="bg1"/>
                </a:solidFill>
                <a:latin typeface="+mn-lt"/>
                <a:ea typeface="+mn-ea"/>
                <a:cs typeface="+mn-cs"/>
              </a:defRPr>
            </a:lvl1pPr>
          </a:lstStyle>
          <a:p>
            <a:pPr lvl="0"/>
            <a:r>
              <a:rPr lang="en-GB"/>
              <a:t>Click to edit Master text styles</a:t>
            </a:r>
          </a:p>
        </p:txBody>
      </p:sp>
      <p:cxnSp>
        <p:nvCxnSpPr>
          <p:cNvPr id="12" name="Straight Connector 11">
            <a:extLst>
              <a:ext uri="{FF2B5EF4-FFF2-40B4-BE49-F238E27FC236}">
                <a16:creationId xmlns:a16="http://schemas.microsoft.com/office/drawing/2014/main" id="{4E9F3B63-2CD8-4EC0-BC96-9D02B4A5DEAD}"/>
              </a:ext>
            </a:extLst>
          </p:cNvPr>
          <p:cNvCxnSpPr>
            <a:cxnSpLocks/>
          </p:cNvCxnSpPr>
          <p:nvPr userDrawn="1"/>
        </p:nvCxnSpPr>
        <p:spPr>
          <a:xfrm>
            <a:off x="524169" y="2989108"/>
            <a:ext cx="11216750"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4" name="Text Placeholder 44">
            <a:extLst>
              <a:ext uri="{FF2B5EF4-FFF2-40B4-BE49-F238E27FC236}">
                <a16:creationId xmlns:a16="http://schemas.microsoft.com/office/drawing/2014/main" id="{45A4D276-6DF9-47A6-8C91-4BC40BFB0C19}"/>
              </a:ext>
            </a:extLst>
          </p:cNvPr>
          <p:cNvSpPr>
            <a:spLocks noGrp="1"/>
          </p:cNvSpPr>
          <p:nvPr>
            <p:ph type="body" sz="quarter" idx="18" hasCustomPrompt="1"/>
          </p:nvPr>
        </p:nvSpPr>
        <p:spPr>
          <a:xfrm>
            <a:off x="3424128" y="208470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5" name="Text Placeholder 44">
            <a:extLst>
              <a:ext uri="{FF2B5EF4-FFF2-40B4-BE49-F238E27FC236}">
                <a16:creationId xmlns:a16="http://schemas.microsoft.com/office/drawing/2014/main" id="{0D0876D6-6110-44DE-B361-4D1EE6C018E3}"/>
              </a:ext>
            </a:extLst>
          </p:cNvPr>
          <p:cNvSpPr>
            <a:spLocks noGrp="1"/>
          </p:cNvSpPr>
          <p:nvPr>
            <p:ph type="body" sz="quarter" idx="19" hasCustomPrompt="1"/>
          </p:nvPr>
        </p:nvSpPr>
        <p:spPr>
          <a:xfrm>
            <a:off x="6324087" y="208470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6" name="Text Placeholder 44">
            <a:extLst>
              <a:ext uri="{FF2B5EF4-FFF2-40B4-BE49-F238E27FC236}">
                <a16:creationId xmlns:a16="http://schemas.microsoft.com/office/drawing/2014/main" id="{19B82381-A524-4CF1-88C3-E47B039C5D3B}"/>
              </a:ext>
            </a:extLst>
          </p:cNvPr>
          <p:cNvSpPr>
            <a:spLocks noGrp="1"/>
          </p:cNvSpPr>
          <p:nvPr>
            <p:ph type="body" sz="quarter" idx="20" hasCustomPrompt="1"/>
          </p:nvPr>
        </p:nvSpPr>
        <p:spPr>
          <a:xfrm>
            <a:off x="9224046" y="208470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7" name="Straight Connector 16">
            <a:extLst>
              <a:ext uri="{FF2B5EF4-FFF2-40B4-BE49-F238E27FC236}">
                <a16:creationId xmlns:a16="http://schemas.microsoft.com/office/drawing/2014/main" id="{57518F93-1BD5-4D96-B71D-8D2A59DD6BB4}"/>
              </a:ext>
            </a:extLst>
          </p:cNvPr>
          <p:cNvCxnSpPr>
            <a:cxnSpLocks/>
          </p:cNvCxnSpPr>
          <p:nvPr userDrawn="1"/>
        </p:nvCxnSpPr>
        <p:spPr>
          <a:xfrm>
            <a:off x="3246728" y="2085244"/>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95708CE-946D-4CEC-AD22-2A49D919E3F4}"/>
              </a:ext>
            </a:extLst>
          </p:cNvPr>
          <p:cNvCxnSpPr>
            <a:cxnSpLocks/>
          </p:cNvCxnSpPr>
          <p:nvPr userDrawn="1"/>
        </p:nvCxnSpPr>
        <p:spPr>
          <a:xfrm>
            <a:off x="6144040" y="2085244"/>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BD08147-6C7D-4ADD-890B-7F1338DC972D}"/>
              </a:ext>
            </a:extLst>
          </p:cNvPr>
          <p:cNvCxnSpPr>
            <a:cxnSpLocks/>
          </p:cNvCxnSpPr>
          <p:nvPr userDrawn="1"/>
        </p:nvCxnSpPr>
        <p:spPr>
          <a:xfrm>
            <a:off x="9031078" y="2085244"/>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20" name="Text Placeholder 44">
            <a:extLst>
              <a:ext uri="{FF2B5EF4-FFF2-40B4-BE49-F238E27FC236}">
                <a16:creationId xmlns:a16="http://schemas.microsoft.com/office/drawing/2014/main" id="{42FA2EFB-779E-4F8B-8E04-B2A0297127AE}"/>
              </a:ext>
            </a:extLst>
          </p:cNvPr>
          <p:cNvSpPr>
            <a:spLocks noGrp="1"/>
          </p:cNvSpPr>
          <p:nvPr>
            <p:ph type="body" sz="quarter" idx="21" hasCustomPrompt="1"/>
          </p:nvPr>
        </p:nvSpPr>
        <p:spPr>
          <a:xfrm>
            <a:off x="524169" y="3207711"/>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1" name="Text Placeholder 44">
            <a:extLst>
              <a:ext uri="{FF2B5EF4-FFF2-40B4-BE49-F238E27FC236}">
                <a16:creationId xmlns:a16="http://schemas.microsoft.com/office/drawing/2014/main" id="{365375DA-3DBB-40FB-B234-D52E9BABE33A}"/>
              </a:ext>
            </a:extLst>
          </p:cNvPr>
          <p:cNvSpPr>
            <a:spLocks noGrp="1"/>
          </p:cNvSpPr>
          <p:nvPr>
            <p:ph type="body" sz="quarter" idx="22" hasCustomPrompt="1"/>
          </p:nvPr>
        </p:nvSpPr>
        <p:spPr>
          <a:xfrm>
            <a:off x="3424128" y="3207711"/>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2" name="Text Placeholder 44">
            <a:extLst>
              <a:ext uri="{FF2B5EF4-FFF2-40B4-BE49-F238E27FC236}">
                <a16:creationId xmlns:a16="http://schemas.microsoft.com/office/drawing/2014/main" id="{A32F1568-E15A-4B74-AAAB-30E7B47C0BBB}"/>
              </a:ext>
            </a:extLst>
          </p:cNvPr>
          <p:cNvSpPr>
            <a:spLocks noGrp="1"/>
          </p:cNvSpPr>
          <p:nvPr>
            <p:ph type="body" sz="quarter" idx="23" hasCustomPrompt="1"/>
          </p:nvPr>
        </p:nvSpPr>
        <p:spPr>
          <a:xfrm>
            <a:off x="6324087" y="3207711"/>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3" name="Text Placeholder 44">
            <a:extLst>
              <a:ext uri="{FF2B5EF4-FFF2-40B4-BE49-F238E27FC236}">
                <a16:creationId xmlns:a16="http://schemas.microsoft.com/office/drawing/2014/main" id="{159C22A8-6359-472D-88C1-9503461C4D95}"/>
              </a:ext>
            </a:extLst>
          </p:cNvPr>
          <p:cNvSpPr>
            <a:spLocks noGrp="1"/>
          </p:cNvSpPr>
          <p:nvPr>
            <p:ph type="body" sz="quarter" idx="24" hasCustomPrompt="1"/>
          </p:nvPr>
        </p:nvSpPr>
        <p:spPr>
          <a:xfrm>
            <a:off x="9224046" y="3207711"/>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lvl="1"/>
            <a:r>
              <a:rPr lang="en-US" dirty="0"/>
              <a:t>Second level</a:t>
            </a:r>
          </a:p>
        </p:txBody>
      </p:sp>
      <p:cxnSp>
        <p:nvCxnSpPr>
          <p:cNvPr id="24" name="Straight Connector 23">
            <a:extLst>
              <a:ext uri="{FF2B5EF4-FFF2-40B4-BE49-F238E27FC236}">
                <a16:creationId xmlns:a16="http://schemas.microsoft.com/office/drawing/2014/main" id="{F085798D-2F19-4A97-8B1F-D500B03A7048}"/>
              </a:ext>
            </a:extLst>
          </p:cNvPr>
          <p:cNvCxnSpPr>
            <a:cxnSpLocks/>
          </p:cNvCxnSpPr>
          <p:nvPr userDrawn="1"/>
        </p:nvCxnSpPr>
        <p:spPr>
          <a:xfrm>
            <a:off x="3246728" y="3168865"/>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439FFED-F4BA-40BC-AF13-6FF1AC06305C}"/>
              </a:ext>
            </a:extLst>
          </p:cNvPr>
          <p:cNvCxnSpPr>
            <a:cxnSpLocks/>
          </p:cNvCxnSpPr>
          <p:nvPr userDrawn="1"/>
        </p:nvCxnSpPr>
        <p:spPr>
          <a:xfrm>
            <a:off x="6144040" y="3168865"/>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1B24FDB-7FFE-4AE0-8CA9-8ED2B75F883D}"/>
              </a:ext>
            </a:extLst>
          </p:cNvPr>
          <p:cNvCxnSpPr>
            <a:cxnSpLocks/>
          </p:cNvCxnSpPr>
          <p:nvPr userDrawn="1"/>
        </p:nvCxnSpPr>
        <p:spPr>
          <a:xfrm>
            <a:off x="9031078" y="3168865"/>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4A3E5F9-39C7-4534-8503-07188030B882}"/>
              </a:ext>
            </a:extLst>
          </p:cNvPr>
          <p:cNvCxnSpPr>
            <a:cxnSpLocks/>
          </p:cNvCxnSpPr>
          <p:nvPr userDrawn="1"/>
        </p:nvCxnSpPr>
        <p:spPr>
          <a:xfrm>
            <a:off x="524169" y="4112114"/>
            <a:ext cx="11216750"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8" name="Text Placeholder 44">
            <a:extLst>
              <a:ext uri="{FF2B5EF4-FFF2-40B4-BE49-F238E27FC236}">
                <a16:creationId xmlns:a16="http://schemas.microsoft.com/office/drawing/2014/main" id="{3BD3E84B-78B5-4FE5-AAD8-B31BBE66F5D7}"/>
              </a:ext>
            </a:extLst>
          </p:cNvPr>
          <p:cNvSpPr>
            <a:spLocks noGrp="1"/>
          </p:cNvSpPr>
          <p:nvPr>
            <p:ph type="body" sz="quarter" idx="25" hasCustomPrompt="1"/>
          </p:nvPr>
        </p:nvSpPr>
        <p:spPr>
          <a:xfrm>
            <a:off x="524169" y="4330717"/>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29" name="Straight Connector 28">
            <a:extLst>
              <a:ext uri="{FF2B5EF4-FFF2-40B4-BE49-F238E27FC236}">
                <a16:creationId xmlns:a16="http://schemas.microsoft.com/office/drawing/2014/main" id="{A09B79E9-BD40-442F-A9AA-B76BBD513153}"/>
              </a:ext>
            </a:extLst>
          </p:cNvPr>
          <p:cNvCxnSpPr>
            <a:cxnSpLocks/>
          </p:cNvCxnSpPr>
          <p:nvPr userDrawn="1"/>
        </p:nvCxnSpPr>
        <p:spPr>
          <a:xfrm>
            <a:off x="524169" y="5235120"/>
            <a:ext cx="11216750" cy="0"/>
          </a:xfrm>
          <a:prstGeom prst="line">
            <a:avLst/>
          </a:prstGeom>
          <a:ln>
            <a:gradFill>
              <a:gsLst>
                <a:gs pos="27440">
                  <a:schemeClr val="bg1"/>
                </a:gs>
                <a:gs pos="0">
                  <a:schemeClr val="bg1">
                    <a:alpha val="0"/>
                  </a:schemeClr>
                </a:gs>
                <a:gs pos="76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0" name="Text Placeholder 44">
            <a:extLst>
              <a:ext uri="{FF2B5EF4-FFF2-40B4-BE49-F238E27FC236}">
                <a16:creationId xmlns:a16="http://schemas.microsoft.com/office/drawing/2014/main" id="{9FE02B34-60FC-403E-AB9D-0F01DA53469B}"/>
              </a:ext>
            </a:extLst>
          </p:cNvPr>
          <p:cNvSpPr>
            <a:spLocks noGrp="1"/>
          </p:cNvSpPr>
          <p:nvPr>
            <p:ph type="body" sz="quarter" idx="26" hasCustomPrompt="1"/>
          </p:nvPr>
        </p:nvSpPr>
        <p:spPr>
          <a:xfrm>
            <a:off x="3424128" y="4330717"/>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1" name="Text Placeholder 44">
            <a:extLst>
              <a:ext uri="{FF2B5EF4-FFF2-40B4-BE49-F238E27FC236}">
                <a16:creationId xmlns:a16="http://schemas.microsoft.com/office/drawing/2014/main" id="{19A741DD-BC42-4FC6-AB84-C67DDAAD5FD0}"/>
              </a:ext>
            </a:extLst>
          </p:cNvPr>
          <p:cNvSpPr>
            <a:spLocks noGrp="1"/>
          </p:cNvSpPr>
          <p:nvPr>
            <p:ph type="body" sz="quarter" idx="27" hasCustomPrompt="1"/>
          </p:nvPr>
        </p:nvSpPr>
        <p:spPr>
          <a:xfrm>
            <a:off x="6324087" y="4330717"/>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2" name="Text Placeholder 44">
            <a:extLst>
              <a:ext uri="{FF2B5EF4-FFF2-40B4-BE49-F238E27FC236}">
                <a16:creationId xmlns:a16="http://schemas.microsoft.com/office/drawing/2014/main" id="{431543F4-587F-4B6B-91A8-CDF2CEF0F5E1}"/>
              </a:ext>
            </a:extLst>
          </p:cNvPr>
          <p:cNvSpPr>
            <a:spLocks noGrp="1"/>
          </p:cNvSpPr>
          <p:nvPr>
            <p:ph type="body" sz="quarter" idx="28" hasCustomPrompt="1"/>
          </p:nvPr>
        </p:nvSpPr>
        <p:spPr>
          <a:xfrm>
            <a:off x="9224046" y="4330717"/>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33" name="Straight Connector 32">
            <a:extLst>
              <a:ext uri="{FF2B5EF4-FFF2-40B4-BE49-F238E27FC236}">
                <a16:creationId xmlns:a16="http://schemas.microsoft.com/office/drawing/2014/main" id="{A590235C-B4F6-42F9-8BD2-ED6366BB21FE}"/>
              </a:ext>
            </a:extLst>
          </p:cNvPr>
          <p:cNvCxnSpPr>
            <a:cxnSpLocks/>
          </p:cNvCxnSpPr>
          <p:nvPr userDrawn="1"/>
        </p:nvCxnSpPr>
        <p:spPr>
          <a:xfrm>
            <a:off x="3246728" y="4315031"/>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9BD7115-0A71-42F9-8FEF-D0A27FB10F9A}"/>
              </a:ext>
            </a:extLst>
          </p:cNvPr>
          <p:cNvCxnSpPr>
            <a:cxnSpLocks/>
          </p:cNvCxnSpPr>
          <p:nvPr userDrawn="1"/>
        </p:nvCxnSpPr>
        <p:spPr>
          <a:xfrm>
            <a:off x="6144040" y="4315031"/>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C42A9BA-CF9F-40B0-98D7-C3034448DFEB}"/>
              </a:ext>
            </a:extLst>
          </p:cNvPr>
          <p:cNvCxnSpPr>
            <a:cxnSpLocks/>
          </p:cNvCxnSpPr>
          <p:nvPr userDrawn="1"/>
        </p:nvCxnSpPr>
        <p:spPr>
          <a:xfrm>
            <a:off x="9031078" y="4315031"/>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36" name="Text Placeholder 44">
            <a:extLst>
              <a:ext uri="{FF2B5EF4-FFF2-40B4-BE49-F238E27FC236}">
                <a16:creationId xmlns:a16="http://schemas.microsoft.com/office/drawing/2014/main" id="{F25C0666-5CA0-4AEF-AFC5-2F1B32EE0749}"/>
              </a:ext>
            </a:extLst>
          </p:cNvPr>
          <p:cNvSpPr>
            <a:spLocks noGrp="1"/>
          </p:cNvSpPr>
          <p:nvPr>
            <p:ph type="body" sz="quarter" idx="29" hasCustomPrompt="1"/>
          </p:nvPr>
        </p:nvSpPr>
        <p:spPr>
          <a:xfrm>
            <a:off x="524169" y="545372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7" name="Text Placeholder 44">
            <a:extLst>
              <a:ext uri="{FF2B5EF4-FFF2-40B4-BE49-F238E27FC236}">
                <a16:creationId xmlns:a16="http://schemas.microsoft.com/office/drawing/2014/main" id="{A4793515-B78A-489C-BA67-AF098C2E2855}"/>
              </a:ext>
            </a:extLst>
          </p:cNvPr>
          <p:cNvSpPr>
            <a:spLocks noGrp="1"/>
          </p:cNvSpPr>
          <p:nvPr>
            <p:ph type="body" sz="quarter" idx="30" hasCustomPrompt="1"/>
          </p:nvPr>
        </p:nvSpPr>
        <p:spPr>
          <a:xfrm>
            <a:off x="3424128" y="545372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8" name="Text Placeholder 44">
            <a:extLst>
              <a:ext uri="{FF2B5EF4-FFF2-40B4-BE49-F238E27FC236}">
                <a16:creationId xmlns:a16="http://schemas.microsoft.com/office/drawing/2014/main" id="{4BE835BC-4F8E-45BE-91D7-9E2ABF801302}"/>
              </a:ext>
            </a:extLst>
          </p:cNvPr>
          <p:cNvSpPr>
            <a:spLocks noGrp="1"/>
          </p:cNvSpPr>
          <p:nvPr>
            <p:ph type="body" sz="quarter" idx="31" hasCustomPrompt="1"/>
          </p:nvPr>
        </p:nvSpPr>
        <p:spPr>
          <a:xfrm>
            <a:off x="6324087" y="545372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9" name="Text Placeholder 44">
            <a:extLst>
              <a:ext uri="{FF2B5EF4-FFF2-40B4-BE49-F238E27FC236}">
                <a16:creationId xmlns:a16="http://schemas.microsoft.com/office/drawing/2014/main" id="{685E5BE3-B19C-4FB9-80C3-0BF777810C74}"/>
              </a:ext>
            </a:extLst>
          </p:cNvPr>
          <p:cNvSpPr>
            <a:spLocks noGrp="1"/>
          </p:cNvSpPr>
          <p:nvPr>
            <p:ph type="body" sz="quarter" idx="32" hasCustomPrompt="1"/>
          </p:nvPr>
        </p:nvSpPr>
        <p:spPr>
          <a:xfrm>
            <a:off x="9224046" y="5453725"/>
            <a:ext cx="2516873" cy="685800"/>
          </a:xfrm>
        </p:spPr>
        <p:txBody>
          <a:bodyPr anchor="ctr"/>
          <a:lstStyle>
            <a:lvl1pPr>
              <a:lnSpc>
                <a:spcPct val="80000"/>
              </a:lnSpc>
              <a:spcBef>
                <a:spcPts val="600"/>
              </a:spcBef>
              <a:defRPr lang="en-US" sz="2400" b="1" kern="1200" spc="0" dirty="0" smtClean="0">
                <a:solidFill>
                  <a:schemeClr val="bg1"/>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bg1"/>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40" name="Straight Connector 39">
            <a:extLst>
              <a:ext uri="{FF2B5EF4-FFF2-40B4-BE49-F238E27FC236}">
                <a16:creationId xmlns:a16="http://schemas.microsoft.com/office/drawing/2014/main" id="{BC925010-7EC0-4397-BB85-12B1D1BE6589}"/>
              </a:ext>
            </a:extLst>
          </p:cNvPr>
          <p:cNvCxnSpPr>
            <a:cxnSpLocks/>
          </p:cNvCxnSpPr>
          <p:nvPr userDrawn="1"/>
        </p:nvCxnSpPr>
        <p:spPr>
          <a:xfrm>
            <a:off x="3246728" y="5452441"/>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EE705A6-D845-4433-9757-DA28670DD35C}"/>
              </a:ext>
            </a:extLst>
          </p:cNvPr>
          <p:cNvCxnSpPr>
            <a:cxnSpLocks/>
          </p:cNvCxnSpPr>
          <p:nvPr userDrawn="1"/>
        </p:nvCxnSpPr>
        <p:spPr>
          <a:xfrm>
            <a:off x="6144040" y="5452441"/>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58C2FDD-603C-4061-A580-F291CA318736}"/>
              </a:ext>
            </a:extLst>
          </p:cNvPr>
          <p:cNvCxnSpPr>
            <a:cxnSpLocks/>
          </p:cNvCxnSpPr>
          <p:nvPr userDrawn="1"/>
        </p:nvCxnSpPr>
        <p:spPr>
          <a:xfrm>
            <a:off x="9031078" y="5452441"/>
            <a:ext cx="0" cy="688368"/>
          </a:xfrm>
          <a:prstGeom prst="line">
            <a:avLst/>
          </a:prstGeom>
          <a:ln>
            <a:gradFill>
              <a:gsLst>
                <a:gs pos="27440">
                  <a:schemeClr val="bg1"/>
                </a:gs>
                <a:gs pos="0">
                  <a:schemeClr val="bg1">
                    <a:alpha val="0"/>
                  </a:schemeClr>
                </a:gs>
                <a:gs pos="76000">
                  <a:schemeClr val="bg1"/>
                </a:gs>
                <a:gs pos="100000">
                  <a:schemeClr val="bg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7877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ntent and 1 picture">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0640F962-3FC2-47DB-AB83-5BDA5153BAE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022899" y="1"/>
            <a:ext cx="2388198"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17" name="Picture Placeholder 2">
            <a:extLst>
              <a:ext uri="{FF2B5EF4-FFF2-40B4-BE49-F238E27FC236}">
                <a16:creationId xmlns:a16="http://schemas.microsoft.com/office/drawing/2014/main" id="{021F9C90-47FD-4756-BDF3-E9F7801384F2}"/>
              </a:ext>
            </a:extLst>
          </p:cNvPr>
          <p:cNvSpPr>
            <a:spLocks noGrp="1"/>
          </p:cNvSpPr>
          <p:nvPr>
            <p:ph type="pic" sz="quarter" idx="14"/>
          </p:nvPr>
        </p:nvSpPr>
        <p:spPr>
          <a:xfrm>
            <a:off x="1" y="-1"/>
            <a:ext cx="3022898" cy="6857991"/>
          </a:xfrm>
        </p:spPr>
        <p:txBody>
          <a:bodyPr bIns="684000" anchor="ctr"/>
          <a:lstStyle>
            <a:lvl1pPr algn="ctr">
              <a:defRPr/>
            </a:lvl1pPr>
          </a:lstStyle>
          <a:p>
            <a:r>
              <a:rPr lang="en-GB"/>
              <a:t>Click icon to add picture</a:t>
            </a:r>
            <a:endParaRPr lang="en-US"/>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a:xfrm>
            <a:off x="3921190" y="6566624"/>
            <a:ext cx="7819730" cy="131991"/>
          </a:xfrm>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5846618" y="371913"/>
            <a:ext cx="5894302" cy="809615"/>
          </a:xfrm>
        </p:spPr>
        <p:txBody>
          <a:bodyPr/>
          <a:lstStyle/>
          <a:p>
            <a:r>
              <a:rPr lang="en-GB"/>
              <a:t>Click to edit Master title style</a:t>
            </a:r>
            <a:endParaRPr lang="en-US" dirty="0"/>
          </a:p>
        </p:txBody>
      </p:sp>
      <p:sp>
        <p:nvSpPr>
          <p:cNvPr id="11" name="Text Placeholder 9">
            <a:extLst>
              <a:ext uri="{FF2B5EF4-FFF2-40B4-BE49-F238E27FC236}">
                <a16:creationId xmlns:a16="http://schemas.microsoft.com/office/drawing/2014/main" id="{B3FFBDF1-AE55-4669-95CF-E7E1C2FAB0DC}"/>
              </a:ext>
            </a:extLst>
          </p:cNvPr>
          <p:cNvSpPr>
            <a:spLocks noGrp="1"/>
          </p:cNvSpPr>
          <p:nvPr>
            <p:ph type="body" sz="quarter" idx="13" hasCustomPrompt="1"/>
          </p:nvPr>
        </p:nvSpPr>
        <p:spPr>
          <a:xfrm>
            <a:off x="5846618" y="1299039"/>
            <a:ext cx="5894302"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12" name="Content Placeholder 2">
            <a:extLst>
              <a:ext uri="{FF2B5EF4-FFF2-40B4-BE49-F238E27FC236}">
                <a16:creationId xmlns:a16="http://schemas.microsoft.com/office/drawing/2014/main" id="{9B735228-273C-4D2A-A2DE-C97F006F3963}"/>
              </a:ext>
            </a:extLst>
          </p:cNvPr>
          <p:cNvSpPr>
            <a:spLocks noGrp="1"/>
          </p:cNvSpPr>
          <p:nvPr>
            <p:ph idx="1"/>
          </p:nvPr>
        </p:nvSpPr>
        <p:spPr>
          <a:xfrm>
            <a:off x="5846618" y="1910992"/>
            <a:ext cx="5894302" cy="43755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722683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Left picture and stats">
    <p:spTree>
      <p:nvGrpSpPr>
        <p:cNvPr id="1" name=""/>
        <p:cNvGrpSpPr/>
        <p:nvPr/>
      </p:nvGrpSpPr>
      <p:grpSpPr>
        <a:xfrm>
          <a:off x="0" y="0"/>
          <a:ext cx="0" cy="0"/>
          <a:chOff x="0" y="0"/>
          <a:chExt cx="0" cy="0"/>
        </a:xfrm>
      </p:grpSpPr>
      <p:sp>
        <p:nvSpPr>
          <p:cNvPr id="7" name="Picture Placeholder 29">
            <a:extLst>
              <a:ext uri="{FF2B5EF4-FFF2-40B4-BE49-F238E27FC236}">
                <a16:creationId xmlns:a16="http://schemas.microsoft.com/office/drawing/2014/main" id="{2EB064DC-5F66-4B7E-8BDB-36F3F22EEC49}"/>
              </a:ext>
            </a:extLst>
          </p:cNvPr>
          <p:cNvSpPr>
            <a:spLocks noGrp="1"/>
          </p:cNvSpPr>
          <p:nvPr>
            <p:ph type="pic" sz="quarter" idx="15" hasCustomPrompt="1"/>
          </p:nvPr>
        </p:nvSpPr>
        <p:spPr>
          <a:xfrm>
            <a:off x="6382693" y="0"/>
            <a:ext cx="5809307" cy="6858000"/>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1798811"/>
            <a:ext cx="5285139"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9" name="Text Placeholder 44">
            <a:extLst>
              <a:ext uri="{FF2B5EF4-FFF2-40B4-BE49-F238E27FC236}">
                <a16:creationId xmlns:a16="http://schemas.microsoft.com/office/drawing/2014/main" id="{73523489-80B6-4CBF-82BB-9E76BA33BF83}"/>
              </a:ext>
            </a:extLst>
          </p:cNvPr>
          <p:cNvSpPr>
            <a:spLocks noGrp="1"/>
          </p:cNvSpPr>
          <p:nvPr>
            <p:ph type="body" sz="quarter" idx="16" hasCustomPrompt="1"/>
          </p:nvPr>
        </p:nvSpPr>
        <p:spPr>
          <a:xfrm>
            <a:off x="524169" y="2479744"/>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1" name="Straight Connector 10">
            <a:extLst>
              <a:ext uri="{FF2B5EF4-FFF2-40B4-BE49-F238E27FC236}">
                <a16:creationId xmlns:a16="http://schemas.microsoft.com/office/drawing/2014/main" id="{6195796D-75C5-493E-812F-410EF60977BE}"/>
              </a:ext>
            </a:extLst>
          </p:cNvPr>
          <p:cNvCxnSpPr>
            <a:cxnSpLocks/>
          </p:cNvCxnSpPr>
          <p:nvPr userDrawn="1"/>
        </p:nvCxnSpPr>
        <p:spPr>
          <a:xfrm>
            <a:off x="524169" y="3320732"/>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2" name="Text Placeholder 44">
            <a:extLst>
              <a:ext uri="{FF2B5EF4-FFF2-40B4-BE49-F238E27FC236}">
                <a16:creationId xmlns:a16="http://schemas.microsoft.com/office/drawing/2014/main" id="{EBFC3216-7E35-4D06-8FB9-09C3D3CB2DDE}"/>
              </a:ext>
            </a:extLst>
          </p:cNvPr>
          <p:cNvSpPr>
            <a:spLocks noGrp="1"/>
          </p:cNvSpPr>
          <p:nvPr>
            <p:ph type="body" sz="quarter" idx="21" hasCustomPrompt="1"/>
          </p:nvPr>
        </p:nvSpPr>
        <p:spPr>
          <a:xfrm>
            <a:off x="524169" y="347592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4" name="Text Placeholder 44">
            <a:extLst>
              <a:ext uri="{FF2B5EF4-FFF2-40B4-BE49-F238E27FC236}">
                <a16:creationId xmlns:a16="http://schemas.microsoft.com/office/drawing/2014/main" id="{FC67A25C-74C3-41FD-9F18-B51A0528D670}"/>
              </a:ext>
            </a:extLst>
          </p:cNvPr>
          <p:cNvSpPr>
            <a:spLocks noGrp="1"/>
          </p:cNvSpPr>
          <p:nvPr>
            <p:ph type="body" sz="quarter" idx="22" hasCustomPrompt="1"/>
          </p:nvPr>
        </p:nvSpPr>
        <p:spPr>
          <a:xfrm>
            <a:off x="524169" y="4472096"/>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5" name="Straight Connector 14">
            <a:extLst>
              <a:ext uri="{FF2B5EF4-FFF2-40B4-BE49-F238E27FC236}">
                <a16:creationId xmlns:a16="http://schemas.microsoft.com/office/drawing/2014/main" id="{3AA9B99D-769E-4420-9546-6B1BD09AFE47}"/>
              </a:ext>
            </a:extLst>
          </p:cNvPr>
          <p:cNvCxnSpPr>
            <a:cxnSpLocks/>
          </p:cNvCxnSpPr>
          <p:nvPr userDrawn="1"/>
        </p:nvCxnSpPr>
        <p:spPr>
          <a:xfrm>
            <a:off x="524169" y="5313084"/>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6" name="Text Placeholder 44">
            <a:extLst>
              <a:ext uri="{FF2B5EF4-FFF2-40B4-BE49-F238E27FC236}">
                <a16:creationId xmlns:a16="http://schemas.microsoft.com/office/drawing/2014/main" id="{5CE5608D-86F4-47EC-B318-D825B24BE2B0}"/>
              </a:ext>
            </a:extLst>
          </p:cNvPr>
          <p:cNvSpPr>
            <a:spLocks noGrp="1"/>
          </p:cNvSpPr>
          <p:nvPr>
            <p:ph type="body" sz="quarter" idx="23" hasCustomPrompt="1"/>
          </p:nvPr>
        </p:nvSpPr>
        <p:spPr>
          <a:xfrm>
            <a:off x="524169" y="5468272"/>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7" name="Straight Connector 16">
            <a:extLst>
              <a:ext uri="{FF2B5EF4-FFF2-40B4-BE49-F238E27FC236}">
                <a16:creationId xmlns:a16="http://schemas.microsoft.com/office/drawing/2014/main" id="{6BF3BA10-47B1-4969-B96F-87B1027098C8}"/>
              </a:ext>
            </a:extLst>
          </p:cNvPr>
          <p:cNvCxnSpPr>
            <a:cxnSpLocks/>
          </p:cNvCxnSpPr>
          <p:nvPr userDrawn="1"/>
        </p:nvCxnSpPr>
        <p:spPr>
          <a:xfrm>
            <a:off x="524169" y="4316908"/>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8" name="Text Placeholder 44">
            <a:extLst>
              <a:ext uri="{FF2B5EF4-FFF2-40B4-BE49-F238E27FC236}">
                <a16:creationId xmlns:a16="http://schemas.microsoft.com/office/drawing/2014/main" id="{D7B7DB8B-C82E-4178-8324-14FC4A93477C}"/>
              </a:ext>
            </a:extLst>
          </p:cNvPr>
          <p:cNvSpPr>
            <a:spLocks noGrp="1"/>
          </p:cNvSpPr>
          <p:nvPr>
            <p:ph type="body" sz="quarter" idx="24" hasCustomPrompt="1"/>
          </p:nvPr>
        </p:nvSpPr>
        <p:spPr>
          <a:xfrm>
            <a:off x="3292435" y="2479744"/>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19" name="Straight Connector 18">
            <a:extLst>
              <a:ext uri="{FF2B5EF4-FFF2-40B4-BE49-F238E27FC236}">
                <a16:creationId xmlns:a16="http://schemas.microsoft.com/office/drawing/2014/main" id="{06736CF0-69FB-4247-B914-759815F5259C}"/>
              </a:ext>
            </a:extLst>
          </p:cNvPr>
          <p:cNvCxnSpPr>
            <a:cxnSpLocks/>
          </p:cNvCxnSpPr>
          <p:nvPr userDrawn="1"/>
        </p:nvCxnSpPr>
        <p:spPr>
          <a:xfrm>
            <a:off x="3292435" y="3320732"/>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0" name="Text Placeholder 44">
            <a:extLst>
              <a:ext uri="{FF2B5EF4-FFF2-40B4-BE49-F238E27FC236}">
                <a16:creationId xmlns:a16="http://schemas.microsoft.com/office/drawing/2014/main" id="{2A325D9F-E6E8-45CB-9B41-80D63F093773}"/>
              </a:ext>
            </a:extLst>
          </p:cNvPr>
          <p:cNvSpPr>
            <a:spLocks noGrp="1"/>
          </p:cNvSpPr>
          <p:nvPr>
            <p:ph type="body" sz="quarter" idx="25" hasCustomPrompt="1"/>
          </p:nvPr>
        </p:nvSpPr>
        <p:spPr>
          <a:xfrm>
            <a:off x="3292435" y="347592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21" name="Text Placeholder 44">
            <a:extLst>
              <a:ext uri="{FF2B5EF4-FFF2-40B4-BE49-F238E27FC236}">
                <a16:creationId xmlns:a16="http://schemas.microsoft.com/office/drawing/2014/main" id="{C5D7C67A-90B7-4A0C-9063-1E26922DD5E1}"/>
              </a:ext>
            </a:extLst>
          </p:cNvPr>
          <p:cNvSpPr>
            <a:spLocks noGrp="1"/>
          </p:cNvSpPr>
          <p:nvPr>
            <p:ph type="body" sz="quarter" idx="26" hasCustomPrompt="1"/>
          </p:nvPr>
        </p:nvSpPr>
        <p:spPr>
          <a:xfrm>
            <a:off x="3292435" y="4472096"/>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22" name="Straight Connector 21">
            <a:extLst>
              <a:ext uri="{FF2B5EF4-FFF2-40B4-BE49-F238E27FC236}">
                <a16:creationId xmlns:a16="http://schemas.microsoft.com/office/drawing/2014/main" id="{C665B870-C553-466A-BE79-79FFC1E08144}"/>
              </a:ext>
            </a:extLst>
          </p:cNvPr>
          <p:cNvCxnSpPr>
            <a:cxnSpLocks/>
          </p:cNvCxnSpPr>
          <p:nvPr userDrawn="1"/>
        </p:nvCxnSpPr>
        <p:spPr>
          <a:xfrm>
            <a:off x="3292435" y="5313084"/>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3" name="Text Placeholder 44">
            <a:extLst>
              <a:ext uri="{FF2B5EF4-FFF2-40B4-BE49-F238E27FC236}">
                <a16:creationId xmlns:a16="http://schemas.microsoft.com/office/drawing/2014/main" id="{8DDF3C1F-1A2C-484E-8B87-8038F38F7D5B}"/>
              </a:ext>
            </a:extLst>
          </p:cNvPr>
          <p:cNvSpPr>
            <a:spLocks noGrp="1"/>
          </p:cNvSpPr>
          <p:nvPr>
            <p:ph type="body" sz="quarter" idx="27" hasCustomPrompt="1"/>
          </p:nvPr>
        </p:nvSpPr>
        <p:spPr>
          <a:xfrm>
            <a:off x="3292435" y="5468272"/>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cxnSp>
        <p:nvCxnSpPr>
          <p:cNvPr id="24" name="Straight Connector 23">
            <a:extLst>
              <a:ext uri="{FF2B5EF4-FFF2-40B4-BE49-F238E27FC236}">
                <a16:creationId xmlns:a16="http://schemas.microsoft.com/office/drawing/2014/main" id="{DFD84EFE-AA88-4305-96BB-4D17EE152782}"/>
              </a:ext>
            </a:extLst>
          </p:cNvPr>
          <p:cNvCxnSpPr>
            <a:cxnSpLocks/>
          </p:cNvCxnSpPr>
          <p:nvPr userDrawn="1"/>
        </p:nvCxnSpPr>
        <p:spPr>
          <a:xfrm>
            <a:off x="3292435" y="4316908"/>
            <a:ext cx="2623673"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53DD1C3-1ADE-45A2-BCFC-E0163DBBEB7E}"/>
              </a:ext>
            </a:extLst>
          </p:cNvPr>
          <p:cNvSpPr>
            <a:spLocks noGrp="1"/>
          </p:cNvSpPr>
          <p:nvPr>
            <p:ph type="title"/>
          </p:nvPr>
        </p:nvSpPr>
        <p:spPr>
          <a:xfrm>
            <a:off x="524170" y="371913"/>
            <a:ext cx="5285138" cy="416757"/>
          </a:xfrm>
        </p:spPr>
        <p:txBody>
          <a:bodyPr/>
          <a:lstStyle/>
          <a:p>
            <a:r>
              <a:rPr lang="en-GB"/>
              <a:t>Click to edit Master title style</a:t>
            </a:r>
            <a:endParaRPr lang="en-US" dirty="0"/>
          </a:p>
        </p:txBody>
      </p:sp>
    </p:spTree>
    <p:extLst>
      <p:ext uri="{BB962C8B-B14F-4D97-AF65-F5344CB8AC3E}">
        <p14:creationId xmlns:p14="http://schemas.microsoft.com/office/powerpoint/2010/main" val="1290006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Quote 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0EE98EF-A666-A294-56B2-12092FE86E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C46BE491-0BDB-4FFC-B88E-FA5CCF23867B}"/>
              </a:ext>
            </a:extLst>
          </p:cNvPr>
          <p:cNvSpPr>
            <a:spLocks noGrp="1"/>
          </p:cNvSpPr>
          <p:nvPr>
            <p:ph type="title"/>
          </p:nvPr>
        </p:nvSpPr>
        <p:spPr>
          <a:xfrm>
            <a:off x="831850" y="2199992"/>
            <a:ext cx="8149188" cy="2362483"/>
          </a:xfrm>
        </p:spPr>
        <p:txBody>
          <a:bodyPr anchor="t"/>
          <a:lstStyle>
            <a:lvl1pPr>
              <a:defRPr sz="4000" cap="none" baseline="0">
                <a:solidFill>
                  <a:srgbClr val="F2F2F2"/>
                </a:solidFill>
                <a:latin typeface="+mn-lt"/>
              </a:defRPr>
            </a:lvl1p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96D7A9-F67D-4203-916A-9CAC738E3508}"/>
              </a:ext>
            </a:extLst>
          </p:cNvPr>
          <p:cNvSpPr>
            <a:spLocks noGrp="1"/>
          </p:cNvSpPr>
          <p:nvPr>
            <p:ph type="body" idx="1"/>
          </p:nvPr>
        </p:nvSpPr>
        <p:spPr>
          <a:xfrm>
            <a:off x="831850" y="4897283"/>
            <a:ext cx="3070194" cy="299408"/>
          </a:xfrm>
        </p:spPr>
        <p:txBody>
          <a:bodyPr/>
          <a:lstStyle>
            <a:lvl1pPr marL="0" indent="0">
              <a:buNone/>
              <a:defRPr sz="1400">
                <a:solidFill>
                  <a:srgbClr val="F2F2F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A533B611-50F6-41E2-B169-205712FFA846}"/>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6" name="Slide Number Placeholder 5">
            <a:extLst>
              <a:ext uri="{FF2B5EF4-FFF2-40B4-BE49-F238E27FC236}">
                <a16:creationId xmlns:a16="http://schemas.microsoft.com/office/drawing/2014/main" id="{8A422A4A-6E82-4B0D-B84C-E185E83A654D}"/>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Tree>
    <p:extLst>
      <p:ext uri="{BB962C8B-B14F-4D97-AF65-F5344CB8AC3E}">
        <p14:creationId xmlns:p14="http://schemas.microsoft.com/office/powerpoint/2010/main" val="21217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2_Quote whit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AC5AD7-7714-53B2-435E-6199B967F24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C46BE491-0BDB-4FFC-B88E-FA5CCF23867B}"/>
              </a:ext>
            </a:extLst>
          </p:cNvPr>
          <p:cNvSpPr>
            <a:spLocks noGrp="1"/>
          </p:cNvSpPr>
          <p:nvPr>
            <p:ph type="title"/>
          </p:nvPr>
        </p:nvSpPr>
        <p:spPr>
          <a:xfrm>
            <a:off x="831850" y="2199992"/>
            <a:ext cx="8149188" cy="2362483"/>
          </a:xfrm>
        </p:spPr>
        <p:txBody>
          <a:bodyPr anchor="t"/>
          <a:lstStyle>
            <a:lvl1pPr>
              <a:defRPr sz="4000" cap="none" baseline="0">
                <a:solidFill>
                  <a:srgbClr val="F2F2F2"/>
                </a:solidFill>
                <a:latin typeface="+mn-lt"/>
              </a:defRPr>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7396D7A9-F67D-4203-916A-9CAC738E3508}"/>
              </a:ext>
            </a:extLst>
          </p:cNvPr>
          <p:cNvSpPr>
            <a:spLocks noGrp="1"/>
          </p:cNvSpPr>
          <p:nvPr>
            <p:ph type="body" idx="1"/>
          </p:nvPr>
        </p:nvSpPr>
        <p:spPr>
          <a:xfrm>
            <a:off x="831850" y="4897283"/>
            <a:ext cx="3070194" cy="299408"/>
          </a:xfrm>
        </p:spPr>
        <p:txBody>
          <a:bodyPr/>
          <a:lstStyle>
            <a:lvl1pPr marL="0" indent="0">
              <a:buNone/>
              <a:defRPr sz="1400">
                <a:solidFill>
                  <a:srgbClr val="F2F2F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A533B611-50F6-41E2-B169-205712FFA846}"/>
              </a:ext>
            </a:extLst>
          </p:cNvPr>
          <p:cNvSpPr>
            <a:spLocks noGrp="1"/>
          </p:cNvSpPr>
          <p:nvPr>
            <p:ph type="ftr" sz="quarter" idx="11"/>
          </p:nvPr>
        </p:nvSpPr>
        <p:spPr/>
        <p:txBody>
          <a:bodyPr/>
          <a:lstStyle>
            <a:lvl1pPr>
              <a:defRPr>
                <a:solidFill>
                  <a:srgbClr val="F2F2F2"/>
                </a:solidFill>
              </a:defRPr>
            </a:lvl1pPr>
          </a:lstStyle>
          <a:p>
            <a:r>
              <a:rPr lang="en-US"/>
              <a:t>Private &amp; Confidential</a:t>
            </a:r>
          </a:p>
        </p:txBody>
      </p:sp>
      <p:sp>
        <p:nvSpPr>
          <p:cNvPr id="6" name="Slide Number Placeholder 5">
            <a:extLst>
              <a:ext uri="{FF2B5EF4-FFF2-40B4-BE49-F238E27FC236}">
                <a16:creationId xmlns:a16="http://schemas.microsoft.com/office/drawing/2014/main" id="{8A422A4A-6E82-4B0D-B84C-E185E83A654D}"/>
              </a:ext>
            </a:extLst>
          </p:cNvPr>
          <p:cNvSpPr>
            <a:spLocks noGrp="1"/>
          </p:cNvSpPr>
          <p:nvPr>
            <p:ph type="sldNum" sz="quarter" idx="12"/>
          </p:nvPr>
        </p:nvSpPr>
        <p:spPr/>
        <p:txBody>
          <a:bodyPr/>
          <a:lstStyle>
            <a:lvl1pPr>
              <a:defRPr>
                <a:solidFill>
                  <a:srgbClr val="F2F2F2"/>
                </a:solidFill>
              </a:defRPr>
            </a:lvl1pPr>
          </a:lstStyle>
          <a:p>
            <a:fld id="{31939A77-4DCF-4228-8B74-013876D0374B}" type="slidenum">
              <a:rPr lang="en-US" smtClean="0"/>
              <a:pPr/>
              <a:t>‹#›</a:t>
            </a:fld>
            <a:endParaRPr lang="en-US"/>
          </a:p>
        </p:txBody>
      </p:sp>
    </p:spTree>
    <p:extLst>
      <p:ext uri="{BB962C8B-B14F-4D97-AF65-F5344CB8AC3E}">
        <p14:creationId xmlns:p14="http://schemas.microsoft.com/office/powerpoint/2010/main" val="2018911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1_Quot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BE491-0BDB-4FFC-B88E-FA5CCF23867B}"/>
              </a:ext>
            </a:extLst>
          </p:cNvPr>
          <p:cNvSpPr>
            <a:spLocks noGrp="1"/>
          </p:cNvSpPr>
          <p:nvPr>
            <p:ph type="title"/>
          </p:nvPr>
        </p:nvSpPr>
        <p:spPr>
          <a:xfrm>
            <a:off x="831850" y="2199992"/>
            <a:ext cx="8149188" cy="2362483"/>
          </a:xfrm>
        </p:spPr>
        <p:txBody>
          <a:bodyPr anchor="t"/>
          <a:lstStyle>
            <a:lvl1pPr>
              <a:defRPr sz="4000" cap="none" baseline="0">
                <a:latin typeface="+mn-lt"/>
              </a:defRPr>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7396D7A9-F67D-4203-916A-9CAC738E3508}"/>
              </a:ext>
            </a:extLst>
          </p:cNvPr>
          <p:cNvSpPr>
            <a:spLocks noGrp="1"/>
          </p:cNvSpPr>
          <p:nvPr>
            <p:ph type="body" idx="1"/>
          </p:nvPr>
        </p:nvSpPr>
        <p:spPr>
          <a:xfrm>
            <a:off x="831850" y="4897283"/>
            <a:ext cx="3070194" cy="299408"/>
          </a:xfrm>
        </p:spPr>
        <p:txBody>
          <a:bodyPr/>
          <a:lstStyle>
            <a:lvl1pPr marL="0" inden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A533B611-50F6-41E2-B169-205712FFA846}"/>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6" name="Slide Number Placeholder 5">
            <a:extLst>
              <a:ext uri="{FF2B5EF4-FFF2-40B4-BE49-F238E27FC236}">
                <a16:creationId xmlns:a16="http://schemas.microsoft.com/office/drawing/2014/main" id="{8A422A4A-6E82-4B0D-B84C-E185E83A654D}"/>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Tree>
    <p:extLst>
      <p:ext uri="{BB962C8B-B14F-4D97-AF65-F5344CB8AC3E}">
        <p14:creationId xmlns:p14="http://schemas.microsoft.com/office/powerpoint/2010/main" val="409803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dark">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751D62-5BF6-4C8C-9A4C-0C5CB2B5AFC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5" name="Footer Placeholder 4">
            <a:extLst>
              <a:ext uri="{FF2B5EF4-FFF2-40B4-BE49-F238E27FC236}">
                <a16:creationId xmlns:a16="http://schemas.microsoft.com/office/drawing/2014/main" id="{A533B611-50F6-41E2-B169-205712FFA846}"/>
              </a:ext>
            </a:extLst>
          </p:cNvPr>
          <p:cNvSpPr>
            <a:spLocks noGrp="1"/>
          </p:cNvSpPr>
          <p:nvPr>
            <p:ph type="ftr" sz="quarter" idx="11"/>
          </p:nvPr>
        </p:nvSpPr>
        <p:spPr/>
        <p:txBody>
          <a:bodyPr/>
          <a:lstStyle>
            <a:lvl1pPr>
              <a:defRPr>
                <a:solidFill>
                  <a:schemeClr val="bg1"/>
                </a:solidFill>
              </a:defRPr>
            </a:lvl1pPr>
          </a:lstStyle>
          <a:p>
            <a:r>
              <a:rPr lang="en-US"/>
              <a:t>Private &amp; Confidential</a:t>
            </a:r>
          </a:p>
        </p:txBody>
      </p:sp>
      <p:sp>
        <p:nvSpPr>
          <p:cNvPr id="6" name="Slide Number Placeholder 5">
            <a:extLst>
              <a:ext uri="{FF2B5EF4-FFF2-40B4-BE49-F238E27FC236}">
                <a16:creationId xmlns:a16="http://schemas.microsoft.com/office/drawing/2014/main" id="{8A422A4A-6E82-4B0D-B84C-E185E83A654D}"/>
              </a:ext>
            </a:extLst>
          </p:cNvPr>
          <p:cNvSpPr>
            <a:spLocks noGrp="1"/>
          </p:cNvSpPr>
          <p:nvPr>
            <p:ph type="sldNum" sz="quarter" idx="12"/>
          </p:nvPr>
        </p:nvSpPr>
        <p:spPr/>
        <p:txBody>
          <a:bodyPr/>
          <a:lstStyle>
            <a:lvl1pPr>
              <a:defRPr>
                <a:solidFill>
                  <a:schemeClr val="bg1"/>
                </a:solidFill>
              </a:defRPr>
            </a:lvl1pPr>
          </a:lstStyle>
          <a:p>
            <a:fld id="{31939A77-4DCF-4228-8B74-013876D0374B}" type="slidenum">
              <a:rPr lang="en-US" smtClean="0"/>
              <a:pPr/>
              <a:t>‹#›</a:t>
            </a:fld>
            <a:endParaRPr lang="en-US"/>
          </a:p>
        </p:txBody>
      </p:sp>
      <p:sp>
        <p:nvSpPr>
          <p:cNvPr id="4" name="Title 1">
            <a:extLst>
              <a:ext uri="{FF2B5EF4-FFF2-40B4-BE49-F238E27FC236}">
                <a16:creationId xmlns:a16="http://schemas.microsoft.com/office/drawing/2014/main" id="{F9199C41-00B0-BE41-A2A0-EEB285C5139F}"/>
              </a:ext>
            </a:extLst>
          </p:cNvPr>
          <p:cNvSpPr>
            <a:spLocks noGrp="1"/>
          </p:cNvSpPr>
          <p:nvPr>
            <p:ph type="ctrTitle"/>
          </p:nvPr>
        </p:nvSpPr>
        <p:spPr>
          <a:xfrm>
            <a:off x="566566" y="2387599"/>
            <a:ext cx="9716685" cy="1969029"/>
          </a:xfrm>
        </p:spPr>
        <p:txBody>
          <a:bodyPr anchor="b"/>
          <a:lstStyle>
            <a:lvl1pPr algn="l">
              <a:defRPr lang="en-US" sz="6000" kern="1200" dirty="0">
                <a:solidFill>
                  <a:srgbClr val="F2F2F2"/>
                </a:solidFill>
                <a:latin typeface="+mj-lt"/>
                <a:ea typeface="+mn-ea"/>
                <a:cs typeface="+mn-cs"/>
              </a:defRPr>
            </a:lvl1pPr>
          </a:lstStyle>
          <a:p>
            <a:r>
              <a:rPr lang="en-GB" dirty="0"/>
              <a:t>Click to edit Master title style</a:t>
            </a:r>
            <a:endParaRPr lang="en-US" dirty="0"/>
          </a:p>
        </p:txBody>
      </p:sp>
      <p:sp>
        <p:nvSpPr>
          <p:cNvPr id="8" name="Subtitle 2">
            <a:extLst>
              <a:ext uri="{FF2B5EF4-FFF2-40B4-BE49-F238E27FC236}">
                <a16:creationId xmlns:a16="http://schemas.microsoft.com/office/drawing/2014/main" id="{52C3B205-EFF2-3C85-B293-2210D5A13826}"/>
              </a:ext>
            </a:extLst>
          </p:cNvPr>
          <p:cNvSpPr>
            <a:spLocks noGrp="1"/>
          </p:cNvSpPr>
          <p:nvPr>
            <p:ph type="subTitle" idx="1"/>
          </p:nvPr>
        </p:nvSpPr>
        <p:spPr>
          <a:xfrm>
            <a:off x="566567" y="4618038"/>
            <a:ext cx="9716685" cy="732895"/>
          </a:xfrm>
        </p:spPr>
        <p:txBody>
          <a:bodyPr/>
          <a:lstStyle>
            <a:lvl1pPr marL="0" indent="0" algn="l">
              <a:buNone/>
              <a:defRPr sz="1800" spc="0">
                <a:solidFill>
                  <a:srgbClr val="F2F2F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Tree>
    <p:extLst>
      <p:ext uri="{BB962C8B-B14F-4D97-AF65-F5344CB8AC3E}">
        <p14:creationId xmlns:p14="http://schemas.microsoft.com/office/powerpoint/2010/main" val="369377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blank" preserve="1">
  <p:cSld name="Blank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FE9839-1EAD-4818-AA50-A4376571AE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Tree>
    <p:extLst>
      <p:ext uri="{BB962C8B-B14F-4D97-AF65-F5344CB8AC3E}">
        <p14:creationId xmlns:p14="http://schemas.microsoft.com/office/powerpoint/2010/main" val="2093362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Thank you slid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1F4B3E-403F-46A2-8492-7656A804516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18" name="Graphic 17">
            <a:extLst>
              <a:ext uri="{FF2B5EF4-FFF2-40B4-BE49-F238E27FC236}">
                <a16:creationId xmlns:a16="http://schemas.microsoft.com/office/drawing/2014/main" id="{09DE5B78-E587-40CC-8138-5878565D9EF4}"/>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2835"/>
          <a:stretch/>
        </p:blipFill>
        <p:spPr>
          <a:xfrm>
            <a:off x="0" y="0"/>
            <a:ext cx="12191997" cy="6886921"/>
          </a:xfrm>
          <a:prstGeom prst="rect">
            <a:avLst/>
          </a:prstGeom>
        </p:spPr>
      </p:pic>
      <p:pic>
        <p:nvPicPr>
          <p:cNvPr id="20" name="Picture 19">
            <a:extLst>
              <a:ext uri="{FF2B5EF4-FFF2-40B4-BE49-F238E27FC236}">
                <a16:creationId xmlns:a16="http://schemas.microsoft.com/office/drawing/2014/main" id="{B3953850-676C-4455-ABB3-D796C0DBEE9E}"/>
              </a:ext>
            </a:extLst>
          </p:cNvPr>
          <p:cNvPicPr>
            <a:picLocks noChangeAspect="1"/>
          </p:cNvPicPr>
          <p:nvPr userDrawn="1"/>
        </p:nvPicPr>
        <p:blipFill rotWithShape="1">
          <a:blip r:embed="rId2" cstate="screen">
            <a:alphaModFix amt="79000"/>
            <a:extLst>
              <a:ext uri="{28A0092B-C50C-407E-A947-70E740481C1C}">
                <a14:useLocalDpi xmlns:a14="http://schemas.microsoft.com/office/drawing/2010/main"/>
              </a:ext>
            </a:extLst>
          </a:blip>
          <a:srcRect/>
          <a:stretch/>
        </p:blipFill>
        <p:spPr>
          <a:xfrm>
            <a:off x="0" y="0"/>
            <a:ext cx="12191997" cy="6886921"/>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19" name="Picture 18" descr="Logo, company name&#10;&#10;Description automatically generated">
            <a:extLst>
              <a:ext uri="{FF2B5EF4-FFF2-40B4-BE49-F238E27FC236}">
                <a16:creationId xmlns:a16="http://schemas.microsoft.com/office/drawing/2014/main" id="{92D4BC4A-9202-4B7A-8E77-505F5B24BCE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254462" y="609600"/>
            <a:ext cx="1868010" cy="1154594"/>
          </a:xfrm>
          <a:prstGeom prst="rect">
            <a:avLst/>
          </a:prstGeom>
        </p:spPr>
      </p:pic>
      <p:sp>
        <p:nvSpPr>
          <p:cNvPr id="9" name="Title 1">
            <a:extLst>
              <a:ext uri="{FF2B5EF4-FFF2-40B4-BE49-F238E27FC236}">
                <a16:creationId xmlns:a16="http://schemas.microsoft.com/office/drawing/2014/main" id="{69DBBB7C-DB93-4EDA-A34F-D3DA6768EBBE}"/>
              </a:ext>
            </a:extLst>
          </p:cNvPr>
          <p:cNvSpPr txBox="1">
            <a:spLocks/>
          </p:cNvSpPr>
          <p:nvPr userDrawn="1"/>
        </p:nvSpPr>
        <p:spPr>
          <a:xfrm>
            <a:off x="1524000" y="2387599"/>
            <a:ext cx="9144000" cy="1969029"/>
          </a:xfrm>
          <a:prstGeom prst="rect">
            <a:avLst/>
          </a:prstGeom>
        </p:spPr>
        <p:txBody>
          <a:bodyPr vert="horz" lIns="0" tIns="0" rIns="0" bIns="0" rtlCol="0" anchor="b">
            <a:noAutofit/>
          </a:bodyPr>
          <a:lstStyle>
            <a:lvl1pPr algn="ctr" defTabSz="914400" rtl="0" eaLnBrk="1" latinLnBrk="0" hangingPunct="1">
              <a:lnSpc>
                <a:spcPct val="80000"/>
              </a:lnSpc>
              <a:spcBef>
                <a:spcPct val="0"/>
              </a:spcBef>
              <a:buNone/>
              <a:defRPr lang="en-US" sz="8000" kern="1200" cap="all" baseline="0" dirty="0">
                <a:solidFill>
                  <a:schemeClr val="bg1"/>
                </a:solidFill>
                <a:latin typeface="+mj-lt"/>
                <a:ea typeface="+mn-ea"/>
                <a:cs typeface="+mn-cs"/>
              </a:defRPr>
            </a:lvl1pPr>
          </a:lstStyle>
          <a:p>
            <a:r>
              <a:rPr lang="en-US" dirty="0"/>
              <a:t>THANK YOU</a:t>
            </a:r>
          </a:p>
        </p:txBody>
      </p:sp>
    </p:spTree>
    <p:extLst>
      <p:ext uri="{BB962C8B-B14F-4D97-AF65-F5344CB8AC3E}">
        <p14:creationId xmlns:p14="http://schemas.microsoft.com/office/powerpoint/2010/main" val="3121131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1_Content and Illustration">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a:xfrm>
            <a:off x="3921190" y="6566624"/>
            <a:ext cx="7819730" cy="131991"/>
          </a:xfrm>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a:xfrm>
            <a:off x="524170" y="371913"/>
            <a:ext cx="5571830" cy="809615"/>
          </a:xfrm>
        </p:spPr>
        <p:txBody>
          <a:bodyPr/>
          <a:lstStyle/>
          <a:p>
            <a:r>
              <a:rPr lang="en-GB"/>
              <a:t>Click to edit Master title style</a:t>
            </a:r>
            <a:endParaRPr lang="en-US" dirty="0"/>
          </a:p>
        </p:txBody>
      </p:sp>
      <p:sp>
        <p:nvSpPr>
          <p:cNvPr id="11" name="Text Placeholder 9">
            <a:extLst>
              <a:ext uri="{FF2B5EF4-FFF2-40B4-BE49-F238E27FC236}">
                <a16:creationId xmlns:a16="http://schemas.microsoft.com/office/drawing/2014/main" id="{B3FFBDF1-AE55-4669-95CF-E7E1C2FAB0DC}"/>
              </a:ext>
            </a:extLst>
          </p:cNvPr>
          <p:cNvSpPr>
            <a:spLocks noGrp="1"/>
          </p:cNvSpPr>
          <p:nvPr>
            <p:ph type="body" sz="quarter" idx="13" hasCustomPrompt="1"/>
          </p:nvPr>
        </p:nvSpPr>
        <p:spPr>
          <a:xfrm>
            <a:off x="524170" y="1299039"/>
            <a:ext cx="5571830"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12" name="Content Placeholder 2">
            <a:extLst>
              <a:ext uri="{FF2B5EF4-FFF2-40B4-BE49-F238E27FC236}">
                <a16:creationId xmlns:a16="http://schemas.microsoft.com/office/drawing/2014/main" id="{9B735228-273C-4D2A-A2DE-C97F006F3963}"/>
              </a:ext>
            </a:extLst>
          </p:cNvPr>
          <p:cNvSpPr>
            <a:spLocks noGrp="1"/>
          </p:cNvSpPr>
          <p:nvPr>
            <p:ph idx="1"/>
          </p:nvPr>
        </p:nvSpPr>
        <p:spPr>
          <a:xfrm>
            <a:off x="524170" y="1910992"/>
            <a:ext cx="5571830" cy="43755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6" name="Picture 15">
            <a:extLst>
              <a:ext uri="{FF2B5EF4-FFF2-40B4-BE49-F238E27FC236}">
                <a16:creationId xmlns:a16="http://schemas.microsoft.com/office/drawing/2014/main" id="{B0C3227A-A5AA-4AC7-9E79-AEE1330805A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18100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2_Content and Illustration">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8DB91E4A-90B2-634E-D08F-F3C71EBB877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0" y="0"/>
            <a:ext cx="12192000" cy="6858000"/>
          </a:xfrm>
          <a:prstGeom prst="rect">
            <a:avLst/>
          </a:prstGeom>
        </p:spPr>
      </p:pic>
      <p:sp>
        <p:nvSpPr>
          <p:cNvPr id="9" name="Text Placeholder 9">
            <a:extLst>
              <a:ext uri="{FF2B5EF4-FFF2-40B4-BE49-F238E27FC236}">
                <a16:creationId xmlns:a16="http://schemas.microsoft.com/office/drawing/2014/main" id="{38999E9C-A215-0BF1-AD2D-C293B1FF9A9C}"/>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chemeClr val="bg1"/>
                </a:solidFill>
                <a:latin typeface="+mn-lt"/>
                <a:ea typeface="+mn-ea"/>
                <a:cs typeface="+mn-cs"/>
              </a:defRPr>
            </a:lvl1pPr>
          </a:lstStyle>
          <a:p>
            <a:pPr lvl="0"/>
            <a:r>
              <a:rPr lang="en-US" dirty="0"/>
              <a:t>Subtitle goes here</a:t>
            </a:r>
          </a:p>
        </p:txBody>
      </p:sp>
      <p:sp>
        <p:nvSpPr>
          <p:cNvPr id="10" name="Footer Placeholder 3">
            <a:extLst>
              <a:ext uri="{FF2B5EF4-FFF2-40B4-BE49-F238E27FC236}">
                <a16:creationId xmlns:a16="http://schemas.microsoft.com/office/drawing/2014/main" id="{AB878B2C-1D15-0CF9-DAC0-B8ABACC860CF}"/>
              </a:ext>
            </a:extLst>
          </p:cNvPr>
          <p:cNvSpPr>
            <a:spLocks noGrp="1"/>
          </p:cNvSpPr>
          <p:nvPr>
            <p:ph type="ftr" sz="quarter" idx="11"/>
          </p:nvPr>
        </p:nvSpPr>
        <p:spPr>
          <a:xfrm>
            <a:off x="3921190" y="6566624"/>
            <a:ext cx="7819730" cy="131991"/>
          </a:xfrm>
        </p:spPr>
        <p:txBody>
          <a:bodyPr/>
          <a:lstStyle>
            <a:lvl1pPr>
              <a:defRPr>
                <a:solidFill>
                  <a:schemeClr val="bg1"/>
                </a:solidFill>
              </a:defRPr>
            </a:lvl1pPr>
          </a:lstStyle>
          <a:p>
            <a:r>
              <a:rPr lang="en-US"/>
              <a:t>Private &amp; Confidential</a:t>
            </a:r>
          </a:p>
        </p:txBody>
      </p:sp>
      <p:sp>
        <p:nvSpPr>
          <p:cNvPr id="14" name="Slide Number Placeholder 4">
            <a:extLst>
              <a:ext uri="{FF2B5EF4-FFF2-40B4-BE49-F238E27FC236}">
                <a16:creationId xmlns:a16="http://schemas.microsoft.com/office/drawing/2014/main" id="{44FB54A8-51DD-DA4F-A01C-5D55DDD389B6}"/>
              </a:ext>
            </a:extLst>
          </p:cNvPr>
          <p:cNvSpPr>
            <a:spLocks noGrp="1"/>
          </p:cNvSpPr>
          <p:nvPr>
            <p:ph type="sldNum" sz="quarter" idx="12"/>
          </p:nvPr>
        </p:nvSpPr>
        <p:spPr>
          <a:xfrm>
            <a:off x="11801918" y="6566624"/>
            <a:ext cx="157671" cy="131991"/>
          </a:xfrm>
        </p:spPr>
        <p:txBody>
          <a:bodyPr/>
          <a:lstStyle>
            <a:lvl1pPr>
              <a:defRPr>
                <a:solidFill>
                  <a:schemeClr val="bg1"/>
                </a:solidFill>
              </a:defRPr>
            </a:lvl1pPr>
          </a:lstStyle>
          <a:p>
            <a:fld id="{31939A77-4DCF-4228-8B74-013876D0374B}" type="slidenum">
              <a:rPr lang="en-US" smtClean="0"/>
              <a:pPr/>
              <a:t>‹#›</a:t>
            </a:fld>
            <a:endParaRPr lang="en-US"/>
          </a:p>
        </p:txBody>
      </p:sp>
      <p:sp>
        <p:nvSpPr>
          <p:cNvPr id="15" name="Title 7">
            <a:extLst>
              <a:ext uri="{FF2B5EF4-FFF2-40B4-BE49-F238E27FC236}">
                <a16:creationId xmlns:a16="http://schemas.microsoft.com/office/drawing/2014/main" id="{2B55FF2F-1867-C7A3-BA17-7A9EE3C03259}"/>
              </a:ext>
            </a:extLst>
          </p:cNvPr>
          <p:cNvSpPr>
            <a:spLocks noGrp="1"/>
          </p:cNvSpPr>
          <p:nvPr>
            <p:ph type="title"/>
          </p:nvPr>
        </p:nvSpPr>
        <p:spPr>
          <a:xfrm>
            <a:off x="524170" y="371913"/>
            <a:ext cx="11216750" cy="416757"/>
          </a:xfrm>
        </p:spPr>
        <p:txBody>
          <a:bodyPr/>
          <a:lstStyle>
            <a:lvl1pPr>
              <a:defRPr>
                <a:solidFill>
                  <a:srgbClr val="E7E7E8"/>
                </a:solidFill>
              </a:defRPr>
            </a:lvl1pPr>
          </a:lstStyle>
          <a:p>
            <a:r>
              <a:rPr lang="en-US"/>
              <a:t>Click to edit Master title style</a:t>
            </a:r>
            <a:endParaRPr lang="en-GB"/>
          </a:p>
        </p:txBody>
      </p:sp>
    </p:spTree>
    <p:extLst>
      <p:ext uri="{BB962C8B-B14F-4D97-AF65-F5344CB8AC3E}">
        <p14:creationId xmlns:p14="http://schemas.microsoft.com/office/powerpoint/2010/main" val="11557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3_Layout with center elements white">
    <p:spTree>
      <p:nvGrpSpPr>
        <p:cNvPr id="1" name=""/>
        <p:cNvGrpSpPr/>
        <p:nvPr/>
      </p:nvGrpSpPr>
      <p:grpSpPr>
        <a:xfrm>
          <a:off x="0" y="0"/>
          <a:ext cx="0" cy="0"/>
          <a:chOff x="0" y="0"/>
          <a:chExt cx="0" cy="0"/>
        </a:xfrm>
      </p:grpSpPr>
      <p:sp>
        <p:nvSpPr>
          <p:cNvPr id="23" name="Title 41">
            <a:extLst>
              <a:ext uri="{FF2B5EF4-FFF2-40B4-BE49-F238E27FC236}">
                <a16:creationId xmlns:a16="http://schemas.microsoft.com/office/drawing/2014/main" id="{DD2DA1B6-2C7A-644F-9CD0-7CA84D6A67AE}"/>
              </a:ext>
            </a:extLst>
          </p:cNvPr>
          <p:cNvSpPr>
            <a:spLocks noGrp="1"/>
          </p:cNvSpPr>
          <p:nvPr>
            <p:ph type="title"/>
          </p:nvPr>
        </p:nvSpPr>
        <p:spPr>
          <a:xfrm rot="16200000">
            <a:off x="-2499208" y="3353652"/>
            <a:ext cx="5902263" cy="416757"/>
          </a:xfrm>
        </p:spPr>
        <p:txBody>
          <a:bodyPr/>
          <a:lstStyle>
            <a:lvl1pPr algn="l">
              <a:defRPr>
                <a:solidFill>
                  <a:schemeClr val="tx2"/>
                </a:solidFill>
              </a:defRPr>
            </a:lvl1pPr>
          </a:lstStyle>
          <a:p>
            <a:r>
              <a:rPr lang="en-GB" dirty="0"/>
              <a:t>Click to edit Master title style</a:t>
            </a:r>
            <a:endParaRPr lang="en-US" dirty="0"/>
          </a:p>
        </p:txBody>
      </p:sp>
      <p:sp>
        <p:nvSpPr>
          <p:cNvPr id="3" name="Picture Placeholder 2">
            <a:extLst>
              <a:ext uri="{FF2B5EF4-FFF2-40B4-BE49-F238E27FC236}">
                <a16:creationId xmlns:a16="http://schemas.microsoft.com/office/drawing/2014/main" id="{81425E63-4491-6C49-8591-137B6D91080C}"/>
              </a:ext>
            </a:extLst>
          </p:cNvPr>
          <p:cNvSpPr>
            <a:spLocks noGrp="1"/>
          </p:cNvSpPr>
          <p:nvPr>
            <p:ph type="pic" sz="quarter" idx="10"/>
          </p:nvPr>
        </p:nvSpPr>
        <p:spPr>
          <a:xfrm>
            <a:off x="5945463" y="0"/>
            <a:ext cx="6271937" cy="1476085"/>
          </a:xfrm>
        </p:spPr>
        <p:txBody>
          <a:bodyPr/>
          <a:lstStyle/>
          <a:p>
            <a:endParaRPr lang="en-GB"/>
          </a:p>
        </p:txBody>
      </p:sp>
      <p:sp>
        <p:nvSpPr>
          <p:cNvPr id="26" name="Picture Placeholder 2">
            <a:extLst>
              <a:ext uri="{FF2B5EF4-FFF2-40B4-BE49-F238E27FC236}">
                <a16:creationId xmlns:a16="http://schemas.microsoft.com/office/drawing/2014/main" id="{9E58CBCE-1AC6-324D-BB35-DDE974775844}"/>
              </a:ext>
            </a:extLst>
          </p:cNvPr>
          <p:cNvSpPr>
            <a:spLocks noGrp="1"/>
          </p:cNvSpPr>
          <p:nvPr>
            <p:ph type="pic" sz="quarter" idx="11"/>
          </p:nvPr>
        </p:nvSpPr>
        <p:spPr>
          <a:xfrm>
            <a:off x="5945464" y="1433417"/>
            <a:ext cx="6271936" cy="1408609"/>
          </a:xfrm>
        </p:spPr>
        <p:txBody>
          <a:bodyPr/>
          <a:lstStyle/>
          <a:p>
            <a:endParaRPr lang="en-GB"/>
          </a:p>
        </p:txBody>
      </p:sp>
      <p:sp>
        <p:nvSpPr>
          <p:cNvPr id="28" name="Picture Placeholder 2">
            <a:extLst>
              <a:ext uri="{FF2B5EF4-FFF2-40B4-BE49-F238E27FC236}">
                <a16:creationId xmlns:a16="http://schemas.microsoft.com/office/drawing/2014/main" id="{690902AA-7534-1849-AA96-D120402A26CF}"/>
              </a:ext>
            </a:extLst>
          </p:cNvPr>
          <p:cNvSpPr>
            <a:spLocks noGrp="1"/>
          </p:cNvSpPr>
          <p:nvPr>
            <p:ph type="pic" sz="quarter" idx="12"/>
          </p:nvPr>
        </p:nvSpPr>
        <p:spPr>
          <a:xfrm>
            <a:off x="5945464" y="2809768"/>
            <a:ext cx="6271936" cy="1423235"/>
          </a:xfrm>
        </p:spPr>
        <p:txBody>
          <a:bodyPr/>
          <a:lstStyle/>
          <a:p>
            <a:endParaRPr lang="en-GB"/>
          </a:p>
        </p:txBody>
      </p:sp>
      <p:sp>
        <p:nvSpPr>
          <p:cNvPr id="29" name="Picture Placeholder 2">
            <a:extLst>
              <a:ext uri="{FF2B5EF4-FFF2-40B4-BE49-F238E27FC236}">
                <a16:creationId xmlns:a16="http://schemas.microsoft.com/office/drawing/2014/main" id="{6420465B-1055-0241-9836-5CBAB014E806}"/>
              </a:ext>
            </a:extLst>
          </p:cNvPr>
          <p:cNvSpPr>
            <a:spLocks noGrp="1"/>
          </p:cNvSpPr>
          <p:nvPr>
            <p:ph type="pic" sz="quarter" idx="13"/>
          </p:nvPr>
        </p:nvSpPr>
        <p:spPr>
          <a:xfrm>
            <a:off x="5945464" y="4179078"/>
            <a:ext cx="6271936" cy="1408609"/>
          </a:xfrm>
        </p:spPr>
        <p:txBody>
          <a:bodyPr/>
          <a:lstStyle/>
          <a:p>
            <a:endParaRPr lang="en-GB"/>
          </a:p>
        </p:txBody>
      </p:sp>
      <p:sp>
        <p:nvSpPr>
          <p:cNvPr id="31" name="Picture Placeholder 2">
            <a:extLst>
              <a:ext uri="{FF2B5EF4-FFF2-40B4-BE49-F238E27FC236}">
                <a16:creationId xmlns:a16="http://schemas.microsoft.com/office/drawing/2014/main" id="{09ACB404-42ED-EA4C-9F20-A5803C5BE11B}"/>
              </a:ext>
            </a:extLst>
          </p:cNvPr>
          <p:cNvSpPr>
            <a:spLocks noGrp="1"/>
          </p:cNvSpPr>
          <p:nvPr>
            <p:ph type="pic" sz="quarter" idx="14"/>
          </p:nvPr>
        </p:nvSpPr>
        <p:spPr>
          <a:xfrm>
            <a:off x="5945462" y="5549618"/>
            <a:ext cx="6271936" cy="1345429"/>
          </a:xfrm>
        </p:spPr>
        <p:txBody>
          <a:bodyPr/>
          <a:lstStyle/>
          <a:p>
            <a:endParaRPr lang="en-GB"/>
          </a:p>
        </p:txBody>
      </p:sp>
      <p:sp>
        <p:nvSpPr>
          <p:cNvPr id="4" name="Rectangle 3">
            <a:extLst>
              <a:ext uri="{FF2B5EF4-FFF2-40B4-BE49-F238E27FC236}">
                <a16:creationId xmlns:a16="http://schemas.microsoft.com/office/drawing/2014/main" id="{F6C5FB06-6151-384F-9BED-42CB5BBB139D}"/>
              </a:ext>
            </a:extLst>
          </p:cNvPr>
          <p:cNvSpPr/>
          <p:nvPr userDrawn="1"/>
        </p:nvSpPr>
        <p:spPr>
          <a:xfrm>
            <a:off x="1276707" y="0"/>
            <a:ext cx="4668755" cy="143271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02C0F825-181E-6E41-B1BA-4067D0C6FF59}"/>
              </a:ext>
            </a:extLst>
          </p:cNvPr>
          <p:cNvSpPr/>
          <p:nvPr userDrawn="1"/>
        </p:nvSpPr>
        <p:spPr>
          <a:xfrm>
            <a:off x="1276708" y="1433418"/>
            <a:ext cx="4668755" cy="1373445"/>
          </a:xfrm>
          <a:prstGeom prst="rect">
            <a:avLst/>
          </a:prstGeom>
          <a:solidFill>
            <a:srgbClr val="1E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C10594B2-65A3-7D4F-9E34-3E0042EC30F7}"/>
              </a:ext>
            </a:extLst>
          </p:cNvPr>
          <p:cNvSpPr/>
          <p:nvPr userDrawn="1"/>
        </p:nvSpPr>
        <p:spPr>
          <a:xfrm>
            <a:off x="1276709" y="2805529"/>
            <a:ext cx="4668755" cy="137344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0C1D8548-44D3-4447-880D-397D29D024CA}"/>
              </a:ext>
            </a:extLst>
          </p:cNvPr>
          <p:cNvSpPr/>
          <p:nvPr userDrawn="1"/>
        </p:nvSpPr>
        <p:spPr>
          <a:xfrm>
            <a:off x="1276709" y="4179078"/>
            <a:ext cx="4668755" cy="1373445"/>
          </a:xfrm>
          <a:prstGeom prst="rect">
            <a:avLst/>
          </a:prstGeom>
          <a:solidFill>
            <a:srgbClr val="1E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1FD3D232-7F5B-964C-AF37-D4A78E576B7D}"/>
              </a:ext>
            </a:extLst>
          </p:cNvPr>
          <p:cNvSpPr/>
          <p:nvPr userDrawn="1"/>
        </p:nvSpPr>
        <p:spPr>
          <a:xfrm>
            <a:off x="1276709" y="5549617"/>
            <a:ext cx="4668755" cy="134423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Text Placeholder 44">
            <a:extLst>
              <a:ext uri="{FF2B5EF4-FFF2-40B4-BE49-F238E27FC236}">
                <a16:creationId xmlns:a16="http://schemas.microsoft.com/office/drawing/2014/main" id="{2FBD2904-C193-8D44-9D16-9FDDC44425A6}"/>
              </a:ext>
            </a:extLst>
          </p:cNvPr>
          <p:cNvSpPr>
            <a:spLocks noGrp="1"/>
          </p:cNvSpPr>
          <p:nvPr>
            <p:ph type="body" sz="quarter" idx="18" hasCustomPrompt="1"/>
          </p:nvPr>
        </p:nvSpPr>
        <p:spPr>
          <a:xfrm>
            <a:off x="1626204" y="353898"/>
            <a:ext cx="2453937"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59" name="Text Placeholder 44">
            <a:extLst>
              <a:ext uri="{FF2B5EF4-FFF2-40B4-BE49-F238E27FC236}">
                <a16:creationId xmlns:a16="http://schemas.microsoft.com/office/drawing/2014/main" id="{B01F574B-2594-404C-9AB5-42C44B8BA241}"/>
              </a:ext>
            </a:extLst>
          </p:cNvPr>
          <p:cNvSpPr>
            <a:spLocks noGrp="1"/>
          </p:cNvSpPr>
          <p:nvPr>
            <p:ph type="body" sz="quarter" idx="23" hasCustomPrompt="1"/>
          </p:nvPr>
        </p:nvSpPr>
        <p:spPr>
          <a:xfrm>
            <a:off x="1626204" y="819724"/>
            <a:ext cx="2453937"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
        <p:nvSpPr>
          <p:cNvPr id="61" name="Text Placeholder 44">
            <a:extLst>
              <a:ext uri="{FF2B5EF4-FFF2-40B4-BE49-F238E27FC236}">
                <a16:creationId xmlns:a16="http://schemas.microsoft.com/office/drawing/2014/main" id="{18BBED6E-5174-814F-B52E-7C23D8FB8C56}"/>
              </a:ext>
            </a:extLst>
          </p:cNvPr>
          <p:cNvSpPr>
            <a:spLocks noGrp="1"/>
          </p:cNvSpPr>
          <p:nvPr>
            <p:ph type="body" sz="quarter" idx="24" hasCustomPrompt="1"/>
          </p:nvPr>
        </p:nvSpPr>
        <p:spPr>
          <a:xfrm>
            <a:off x="1626204" y="3071218"/>
            <a:ext cx="2453937"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62" name="Text Placeholder 44">
            <a:extLst>
              <a:ext uri="{FF2B5EF4-FFF2-40B4-BE49-F238E27FC236}">
                <a16:creationId xmlns:a16="http://schemas.microsoft.com/office/drawing/2014/main" id="{DE1612D9-83C9-074D-AE0A-03377A64B961}"/>
              </a:ext>
            </a:extLst>
          </p:cNvPr>
          <p:cNvSpPr>
            <a:spLocks noGrp="1"/>
          </p:cNvSpPr>
          <p:nvPr>
            <p:ph type="body" sz="quarter" idx="25" hasCustomPrompt="1"/>
          </p:nvPr>
        </p:nvSpPr>
        <p:spPr>
          <a:xfrm>
            <a:off x="1626204" y="3537044"/>
            <a:ext cx="2453937"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
        <p:nvSpPr>
          <p:cNvPr id="63" name="Text Placeholder 44">
            <a:extLst>
              <a:ext uri="{FF2B5EF4-FFF2-40B4-BE49-F238E27FC236}">
                <a16:creationId xmlns:a16="http://schemas.microsoft.com/office/drawing/2014/main" id="{A044F0F7-578C-B147-9B51-7F5B0171AB78}"/>
              </a:ext>
            </a:extLst>
          </p:cNvPr>
          <p:cNvSpPr>
            <a:spLocks noGrp="1"/>
          </p:cNvSpPr>
          <p:nvPr>
            <p:ph type="body" sz="quarter" idx="26" hasCustomPrompt="1"/>
          </p:nvPr>
        </p:nvSpPr>
        <p:spPr>
          <a:xfrm>
            <a:off x="1626204" y="5797166"/>
            <a:ext cx="2453937"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64" name="Text Placeholder 44">
            <a:extLst>
              <a:ext uri="{FF2B5EF4-FFF2-40B4-BE49-F238E27FC236}">
                <a16:creationId xmlns:a16="http://schemas.microsoft.com/office/drawing/2014/main" id="{F9A157B9-A512-5848-AE9F-4306189B867E}"/>
              </a:ext>
            </a:extLst>
          </p:cNvPr>
          <p:cNvSpPr>
            <a:spLocks noGrp="1"/>
          </p:cNvSpPr>
          <p:nvPr>
            <p:ph type="body" sz="quarter" idx="27" hasCustomPrompt="1"/>
          </p:nvPr>
        </p:nvSpPr>
        <p:spPr>
          <a:xfrm>
            <a:off x="1626204" y="6262992"/>
            <a:ext cx="2453937"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
        <p:nvSpPr>
          <p:cNvPr id="65" name="Text Placeholder 44">
            <a:extLst>
              <a:ext uri="{FF2B5EF4-FFF2-40B4-BE49-F238E27FC236}">
                <a16:creationId xmlns:a16="http://schemas.microsoft.com/office/drawing/2014/main" id="{1F130BFE-2FA6-684C-BCC8-38938C8AE21D}"/>
              </a:ext>
            </a:extLst>
          </p:cNvPr>
          <p:cNvSpPr>
            <a:spLocks noGrp="1"/>
          </p:cNvSpPr>
          <p:nvPr>
            <p:ph type="body" sz="quarter" idx="28" hasCustomPrompt="1"/>
          </p:nvPr>
        </p:nvSpPr>
        <p:spPr>
          <a:xfrm>
            <a:off x="1626204" y="1716871"/>
            <a:ext cx="2453937"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66" name="Text Placeholder 44">
            <a:extLst>
              <a:ext uri="{FF2B5EF4-FFF2-40B4-BE49-F238E27FC236}">
                <a16:creationId xmlns:a16="http://schemas.microsoft.com/office/drawing/2014/main" id="{CAE704E3-7A71-5B46-96B8-955297D30376}"/>
              </a:ext>
            </a:extLst>
          </p:cNvPr>
          <p:cNvSpPr>
            <a:spLocks noGrp="1"/>
          </p:cNvSpPr>
          <p:nvPr>
            <p:ph type="body" sz="quarter" idx="29" hasCustomPrompt="1"/>
          </p:nvPr>
        </p:nvSpPr>
        <p:spPr>
          <a:xfrm>
            <a:off x="1626204" y="2182697"/>
            <a:ext cx="2453937"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
        <p:nvSpPr>
          <p:cNvPr id="67" name="Text Placeholder 44">
            <a:extLst>
              <a:ext uri="{FF2B5EF4-FFF2-40B4-BE49-F238E27FC236}">
                <a16:creationId xmlns:a16="http://schemas.microsoft.com/office/drawing/2014/main" id="{9105D61A-4A28-EF41-A6FC-372ED45C3F37}"/>
              </a:ext>
            </a:extLst>
          </p:cNvPr>
          <p:cNvSpPr>
            <a:spLocks noGrp="1"/>
          </p:cNvSpPr>
          <p:nvPr>
            <p:ph type="body" sz="quarter" idx="30" hasCustomPrompt="1"/>
          </p:nvPr>
        </p:nvSpPr>
        <p:spPr>
          <a:xfrm>
            <a:off x="1626204" y="4399687"/>
            <a:ext cx="2453937"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68" name="Text Placeholder 44">
            <a:extLst>
              <a:ext uri="{FF2B5EF4-FFF2-40B4-BE49-F238E27FC236}">
                <a16:creationId xmlns:a16="http://schemas.microsoft.com/office/drawing/2014/main" id="{9EAB7651-FD02-A842-BEB1-D57D485F522E}"/>
              </a:ext>
            </a:extLst>
          </p:cNvPr>
          <p:cNvSpPr>
            <a:spLocks noGrp="1"/>
          </p:cNvSpPr>
          <p:nvPr>
            <p:ph type="body" sz="quarter" idx="31" hasCustomPrompt="1"/>
          </p:nvPr>
        </p:nvSpPr>
        <p:spPr>
          <a:xfrm>
            <a:off x="1626204" y="4865513"/>
            <a:ext cx="2453937"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Tree>
    <p:extLst>
      <p:ext uri="{BB962C8B-B14F-4D97-AF65-F5344CB8AC3E}">
        <p14:creationId xmlns:p14="http://schemas.microsoft.com/office/powerpoint/2010/main" val="259262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4_Layout with center elements whit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C5FB06-6151-384F-9BED-42CB5BBB139D}"/>
              </a:ext>
            </a:extLst>
          </p:cNvPr>
          <p:cNvSpPr/>
          <p:nvPr userDrawn="1"/>
        </p:nvSpPr>
        <p:spPr>
          <a:xfrm>
            <a:off x="0" y="1308985"/>
            <a:ext cx="2483067" cy="17879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F8B17C9B-4CA0-5544-9EA3-F03B1F7901F3}"/>
              </a:ext>
            </a:extLst>
          </p:cNvPr>
          <p:cNvSpPr/>
          <p:nvPr userDrawn="1"/>
        </p:nvSpPr>
        <p:spPr>
          <a:xfrm>
            <a:off x="2481006" y="1308985"/>
            <a:ext cx="2373467" cy="1787928"/>
          </a:xfrm>
          <a:prstGeom prst="rect">
            <a:avLst/>
          </a:prstGeom>
          <a:solidFill>
            <a:srgbClr val="1E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Rectangle 73">
            <a:extLst>
              <a:ext uri="{FF2B5EF4-FFF2-40B4-BE49-F238E27FC236}">
                <a16:creationId xmlns:a16="http://schemas.microsoft.com/office/drawing/2014/main" id="{CAA2D9A3-AA01-214E-A541-83D2CF744185}"/>
              </a:ext>
            </a:extLst>
          </p:cNvPr>
          <p:cNvSpPr/>
          <p:nvPr userDrawn="1"/>
        </p:nvSpPr>
        <p:spPr>
          <a:xfrm>
            <a:off x="4855497" y="1308985"/>
            <a:ext cx="2483067" cy="17879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Rectangle 74">
            <a:extLst>
              <a:ext uri="{FF2B5EF4-FFF2-40B4-BE49-F238E27FC236}">
                <a16:creationId xmlns:a16="http://schemas.microsoft.com/office/drawing/2014/main" id="{483B0D15-168D-C94D-9B94-983C15EB51C3}"/>
              </a:ext>
            </a:extLst>
          </p:cNvPr>
          <p:cNvSpPr/>
          <p:nvPr userDrawn="1"/>
        </p:nvSpPr>
        <p:spPr>
          <a:xfrm>
            <a:off x="7336502" y="1308985"/>
            <a:ext cx="2373467" cy="1787928"/>
          </a:xfrm>
          <a:prstGeom prst="rect">
            <a:avLst/>
          </a:prstGeom>
          <a:solidFill>
            <a:srgbClr val="1E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Rectangle 75">
            <a:extLst>
              <a:ext uri="{FF2B5EF4-FFF2-40B4-BE49-F238E27FC236}">
                <a16:creationId xmlns:a16="http://schemas.microsoft.com/office/drawing/2014/main" id="{B3FD8AA8-138B-B74D-B419-9AEF07F3D50F}"/>
              </a:ext>
            </a:extLst>
          </p:cNvPr>
          <p:cNvSpPr/>
          <p:nvPr userDrawn="1"/>
        </p:nvSpPr>
        <p:spPr>
          <a:xfrm>
            <a:off x="9708933" y="1308985"/>
            <a:ext cx="2483067" cy="17879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itle 41">
            <a:extLst>
              <a:ext uri="{FF2B5EF4-FFF2-40B4-BE49-F238E27FC236}">
                <a16:creationId xmlns:a16="http://schemas.microsoft.com/office/drawing/2014/main" id="{DD2DA1B6-2C7A-644F-9CD0-7CA84D6A67AE}"/>
              </a:ext>
            </a:extLst>
          </p:cNvPr>
          <p:cNvSpPr>
            <a:spLocks noGrp="1"/>
          </p:cNvSpPr>
          <p:nvPr userDrawn="1">
            <p:ph type="title"/>
          </p:nvPr>
        </p:nvSpPr>
        <p:spPr>
          <a:xfrm>
            <a:off x="344275" y="327185"/>
            <a:ext cx="10951254" cy="416757"/>
          </a:xfrm>
        </p:spPr>
        <p:txBody>
          <a:bodyPr/>
          <a:lstStyle>
            <a:lvl1pPr algn="l">
              <a:defRPr sz="4000">
                <a:solidFill>
                  <a:schemeClr val="tx2"/>
                </a:solidFill>
              </a:defRPr>
            </a:lvl1pPr>
          </a:lstStyle>
          <a:p>
            <a:r>
              <a:rPr lang="en-GB" dirty="0"/>
              <a:t>Click to edit Master title style</a:t>
            </a:r>
            <a:endParaRPr lang="en-US" dirty="0"/>
          </a:p>
        </p:txBody>
      </p:sp>
      <p:sp>
        <p:nvSpPr>
          <p:cNvPr id="63" name="Text Placeholder 44">
            <a:extLst>
              <a:ext uri="{FF2B5EF4-FFF2-40B4-BE49-F238E27FC236}">
                <a16:creationId xmlns:a16="http://schemas.microsoft.com/office/drawing/2014/main" id="{A044F0F7-578C-B147-9B51-7F5B0171AB78}"/>
              </a:ext>
            </a:extLst>
          </p:cNvPr>
          <p:cNvSpPr>
            <a:spLocks noGrp="1"/>
          </p:cNvSpPr>
          <p:nvPr userDrawn="1">
            <p:ph type="body" sz="quarter" idx="26" hasCustomPrompt="1"/>
          </p:nvPr>
        </p:nvSpPr>
        <p:spPr>
          <a:xfrm>
            <a:off x="315984" y="1737123"/>
            <a:ext cx="1676072"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64" name="Text Placeholder 44">
            <a:extLst>
              <a:ext uri="{FF2B5EF4-FFF2-40B4-BE49-F238E27FC236}">
                <a16:creationId xmlns:a16="http://schemas.microsoft.com/office/drawing/2014/main" id="{F9A157B9-A512-5848-AE9F-4306189B867E}"/>
              </a:ext>
            </a:extLst>
          </p:cNvPr>
          <p:cNvSpPr>
            <a:spLocks noGrp="1"/>
          </p:cNvSpPr>
          <p:nvPr userDrawn="1">
            <p:ph type="body" sz="quarter" idx="27" hasCustomPrompt="1"/>
          </p:nvPr>
        </p:nvSpPr>
        <p:spPr>
          <a:xfrm>
            <a:off x="315984" y="2202949"/>
            <a:ext cx="1676072"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
        <p:nvSpPr>
          <p:cNvPr id="39" name="Text Placeholder 44">
            <a:extLst>
              <a:ext uri="{FF2B5EF4-FFF2-40B4-BE49-F238E27FC236}">
                <a16:creationId xmlns:a16="http://schemas.microsoft.com/office/drawing/2014/main" id="{44CA94F6-6A74-9F40-B32A-86CD9A70062C}"/>
              </a:ext>
            </a:extLst>
          </p:cNvPr>
          <p:cNvSpPr>
            <a:spLocks noGrp="1"/>
          </p:cNvSpPr>
          <p:nvPr userDrawn="1">
            <p:ph type="body" sz="quarter" idx="36" hasCustomPrompt="1"/>
          </p:nvPr>
        </p:nvSpPr>
        <p:spPr>
          <a:xfrm>
            <a:off x="2674843" y="1737123"/>
            <a:ext cx="1676072"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40" name="Text Placeholder 44">
            <a:extLst>
              <a:ext uri="{FF2B5EF4-FFF2-40B4-BE49-F238E27FC236}">
                <a16:creationId xmlns:a16="http://schemas.microsoft.com/office/drawing/2014/main" id="{09EE6025-C318-D740-AD71-FAAC27B53450}"/>
              </a:ext>
            </a:extLst>
          </p:cNvPr>
          <p:cNvSpPr>
            <a:spLocks noGrp="1"/>
          </p:cNvSpPr>
          <p:nvPr userDrawn="1">
            <p:ph type="body" sz="quarter" idx="37" hasCustomPrompt="1"/>
          </p:nvPr>
        </p:nvSpPr>
        <p:spPr>
          <a:xfrm>
            <a:off x="2674843" y="2202949"/>
            <a:ext cx="1676072"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
        <p:nvSpPr>
          <p:cNvPr id="41" name="Text Placeholder 44">
            <a:extLst>
              <a:ext uri="{FF2B5EF4-FFF2-40B4-BE49-F238E27FC236}">
                <a16:creationId xmlns:a16="http://schemas.microsoft.com/office/drawing/2014/main" id="{434C792C-D084-8B4A-9ED4-112DB0456C71}"/>
              </a:ext>
            </a:extLst>
          </p:cNvPr>
          <p:cNvSpPr>
            <a:spLocks noGrp="1"/>
          </p:cNvSpPr>
          <p:nvPr userDrawn="1">
            <p:ph type="body" sz="quarter" idx="38" hasCustomPrompt="1"/>
          </p:nvPr>
        </p:nvSpPr>
        <p:spPr>
          <a:xfrm>
            <a:off x="5076748" y="1737123"/>
            <a:ext cx="1676072"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42" name="Text Placeholder 44">
            <a:extLst>
              <a:ext uri="{FF2B5EF4-FFF2-40B4-BE49-F238E27FC236}">
                <a16:creationId xmlns:a16="http://schemas.microsoft.com/office/drawing/2014/main" id="{B7EAF0E2-B6D5-5F45-8730-75E7DBFCB7C4}"/>
              </a:ext>
            </a:extLst>
          </p:cNvPr>
          <p:cNvSpPr>
            <a:spLocks noGrp="1"/>
          </p:cNvSpPr>
          <p:nvPr userDrawn="1">
            <p:ph type="body" sz="quarter" idx="39" hasCustomPrompt="1"/>
          </p:nvPr>
        </p:nvSpPr>
        <p:spPr>
          <a:xfrm>
            <a:off x="5076748" y="2202949"/>
            <a:ext cx="1676072"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
        <p:nvSpPr>
          <p:cNvPr id="43" name="Text Placeholder 44">
            <a:extLst>
              <a:ext uri="{FF2B5EF4-FFF2-40B4-BE49-F238E27FC236}">
                <a16:creationId xmlns:a16="http://schemas.microsoft.com/office/drawing/2014/main" id="{6EE3FE0C-9809-5645-8350-E5A1AA1B7E93}"/>
              </a:ext>
            </a:extLst>
          </p:cNvPr>
          <p:cNvSpPr>
            <a:spLocks noGrp="1"/>
          </p:cNvSpPr>
          <p:nvPr userDrawn="1">
            <p:ph type="body" sz="quarter" idx="40" hasCustomPrompt="1"/>
          </p:nvPr>
        </p:nvSpPr>
        <p:spPr>
          <a:xfrm>
            <a:off x="7528278" y="1737123"/>
            <a:ext cx="1676072"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45" name="Text Placeholder 44">
            <a:extLst>
              <a:ext uri="{FF2B5EF4-FFF2-40B4-BE49-F238E27FC236}">
                <a16:creationId xmlns:a16="http://schemas.microsoft.com/office/drawing/2014/main" id="{F4C1D62F-0335-6D48-8D89-DAAB489EBCB1}"/>
              </a:ext>
            </a:extLst>
          </p:cNvPr>
          <p:cNvSpPr>
            <a:spLocks noGrp="1"/>
          </p:cNvSpPr>
          <p:nvPr userDrawn="1">
            <p:ph type="body" sz="quarter" idx="41" hasCustomPrompt="1"/>
          </p:nvPr>
        </p:nvSpPr>
        <p:spPr>
          <a:xfrm>
            <a:off x="7528278" y="2202949"/>
            <a:ext cx="1676072"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
        <p:nvSpPr>
          <p:cNvPr id="46" name="Text Placeholder 44">
            <a:extLst>
              <a:ext uri="{FF2B5EF4-FFF2-40B4-BE49-F238E27FC236}">
                <a16:creationId xmlns:a16="http://schemas.microsoft.com/office/drawing/2014/main" id="{05CE5487-894E-0843-9454-0B7C01FD0396}"/>
              </a:ext>
            </a:extLst>
          </p:cNvPr>
          <p:cNvSpPr>
            <a:spLocks noGrp="1"/>
          </p:cNvSpPr>
          <p:nvPr userDrawn="1">
            <p:ph type="body" sz="quarter" idx="42" hasCustomPrompt="1"/>
          </p:nvPr>
        </p:nvSpPr>
        <p:spPr>
          <a:xfrm>
            <a:off x="9929671" y="1737123"/>
            <a:ext cx="1676072" cy="379348"/>
          </a:xfrm>
        </p:spPr>
        <p:txBody>
          <a:bodyPr anchor="ctr"/>
          <a:lstStyle>
            <a:lvl1pPr algn="l">
              <a:lnSpc>
                <a:spcPct val="80000"/>
              </a:lnSpc>
              <a:spcBef>
                <a:spcPts val="600"/>
              </a:spcBef>
              <a:defRPr lang="en-US" sz="2800" b="1" kern="1200" spc="0" dirty="0" smtClean="0">
                <a:solidFill>
                  <a:srgbClr val="F2F2F2"/>
                </a:solidFill>
                <a:latin typeface="+mj-lt"/>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p:txBody>
      </p:sp>
      <p:sp>
        <p:nvSpPr>
          <p:cNvPr id="47" name="Text Placeholder 44">
            <a:extLst>
              <a:ext uri="{FF2B5EF4-FFF2-40B4-BE49-F238E27FC236}">
                <a16:creationId xmlns:a16="http://schemas.microsoft.com/office/drawing/2014/main" id="{606398A4-0054-A74A-AD23-F7B4014DA845}"/>
              </a:ext>
            </a:extLst>
          </p:cNvPr>
          <p:cNvSpPr>
            <a:spLocks noGrp="1"/>
          </p:cNvSpPr>
          <p:nvPr userDrawn="1">
            <p:ph type="body" sz="quarter" idx="43" hasCustomPrompt="1"/>
          </p:nvPr>
        </p:nvSpPr>
        <p:spPr>
          <a:xfrm>
            <a:off x="9929671" y="2202949"/>
            <a:ext cx="1676072" cy="379348"/>
          </a:xfrm>
        </p:spPr>
        <p:txBody>
          <a:bodyPr anchor="ctr"/>
          <a:lstStyle>
            <a:lvl1pPr algn="l">
              <a:lnSpc>
                <a:spcPct val="80000"/>
              </a:lnSpc>
              <a:spcBef>
                <a:spcPts val="600"/>
              </a:spcBef>
              <a:defRPr lang="en-US" sz="1400" b="0" i="0" kern="1200" spc="0" dirty="0" smtClean="0">
                <a:solidFill>
                  <a:srgbClr val="F2F2F2"/>
                </a:solidFill>
                <a:latin typeface="Pilat Light" panose="020B0403030000000004" pitchFamily="34" charset="0"/>
                <a:ea typeface="+mn-ea"/>
                <a:cs typeface="+mn-cs"/>
              </a:defRPr>
            </a:lvl1pPr>
            <a:lvl2pPr algn="l">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Text comes here</a:t>
            </a:r>
          </a:p>
        </p:txBody>
      </p:sp>
      <p:sp>
        <p:nvSpPr>
          <p:cNvPr id="16" name="Picture Placeholder 15">
            <a:extLst>
              <a:ext uri="{FF2B5EF4-FFF2-40B4-BE49-F238E27FC236}">
                <a16:creationId xmlns:a16="http://schemas.microsoft.com/office/drawing/2014/main" id="{265775D4-0342-6A4C-A412-9FB55208E0B5}"/>
              </a:ext>
            </a:extLst>
          </p:cNvPr>
          <p:cNvSpPr>
            <a:spLocks noGrp="1"/>
          </p:cNvSpPr>
          <p:nvPr userDrawn="1">
            <p:ph type="pic" sz="quarter" idx="44"/>
          </p:nvPr>
        </p:nvSpPr>
        <p:spPr>
          <a:xfrm>
            <a:off x="0" y="3097213"/>
            <a:ext cx="2481263" cy="3840162"/>
          </a:xfrm>
        </p:spPr>
        <p:txBody>
          <a:bodyPr/>
          <a:lstStyle/>
          <a:p>
            <a:endParaRPr lang="en-GB"/>
          </a:p>
        </p:txBody>
      </p:sp>
      <p:sp>
        <p:nvSpPr>
          <p:cNvPr id="77" name="Picture Placeholder 15">
            <a:extLst>
              <a:ext uri="{FF2B5EF4-FFF2-40B4-BE49-F238E27FC236}">
                <a16:creationId xmlns:a16="http://schemas.microsoft.com/office/drawing/2014/main" id="{7BFF62D8-92A8-C149-A1F8-CEB9BE2739AE}"/>
              </a:ext>
            </a:extLst>
          </p:cNvPr>
          <p:cNvSpPr>
            <a:spLocks noGrp="1"/>
          </p:cNvSpPr>
          <p:nvPr userDrawn="1">
            <p:ph type="pic" sz="quarter" idx="45"/>
          </p:nvPr>
        </p:nvSpPr>
        <p:spPr>
          <a:xfrm>
            <a:off x="2427684" y="3097213"/>
            <a:ext cx="2481263" cy="3840162"/>
          </a:xfrm>
        </p:spPr>
        <p:txBody>
          <a:bodyPr/>
          <a:lstStyle/>
          <a:p>
            <a:endParaRPr lang="en-GB"/>
          </a:p>
        </p:txBody>
      </p:sp>
      <p:sp>
        <p:nvSpPr>
          <p:cNvPr id="78" name="Picture Placeholder 15">
            <a:extLst>
              <a:ext uri="{FF2B5EF4-FFF2-40B4-BE49-F238E27FC236}">
                <a16:creationId xmlns:a16="http://schemas.microsoft.com/office/drawing/2014/main" id="{DFB0DACA-B29E-1942-BD4D-60FCFDB99BF7}"/>
              </a:ext>
            </a:extLst>
          </p:cNvPr>
          <p:cNvSpPr>
            <a:spLocks noGrp="1"/>
          </p:cNvSpPr>
          <p:nvPr userDrawn="1">
            <p:ph type="pic" sz="quarter" idx="46"/>
          </p:nvPr>
        </p:nvSpPr>
        <p:spPr>
          <a:xfrm>
            <a:off x="4855368" y="3097213"/>
            <a:ext cx="2481263" cy="3840162"/>
          </a:xfrm>
        </p:spPr>
        <p:txBody>
          <a:bodyPr/>
          <a:lstStyle/>
          <a:p>
            <a:endParaRPr lang="en-GB"/>
          </a:p>
        </p:txBody>
      </p:sp>
      <p:sp>
        <p:nvSpPr>
          <p:cNvPr id="79" name="Picture Placeholder 15">
            <a:extLst>
              <a:ext uri="{FF2B5EF4-FFF2-40B4-BE49-F238E27FC236}">
                <a16:creationId xmlns:a16="http://schemas.microsoft.com/office/drawing/2014/main" id="{BC70CC48-CD21-6A41-A5FB-6F3A1255F5AD}"/>
              </a:ext>
            </a:extLst>
          </p:cNvPr>
          <p:cNvSpPr>
            <a:spLocks noGrp="1"/>
          </p:cNvSpPr>
          <p:nvPr userDrawn="1">
            <p:ph type="pic" sz="quarter" idx="47"/>
          </p:nvPr>
        </p:nvSpPr>
        <p:spPr>
          <a:xfrm>
            <a:off x="7283052" y="3097213"/>
            <a:ext cx="2481263" cy="3840162"/>
          </a:xfrm>
        </p:spPr>
        <p:txBody>
          <a:bodyPr/>
          <a:lstStyle/>
          <a:p>
            <a:endParaRPr lang="en-GB"/>
          </a:p>
        </p:txBody>
      </p:sp>
      <p:sp>
        <p:nvSpPr>
          <p:cNvPr id="80" name="Picture Placeholder 15">
            <a:extLst>
              <a:ext uri="{FF2B5EF4-FFF2-40B4-BE49-F238E27FC236}">
                <a16:creationId xmlns:a16="http://schemas.microsoft.com/office/drawing/2014/main" id="{C6453C74-6F2D-DA4D-A733-0BDDD6CF036C}"/>
              </a:ext>
            </a:extLst>
          </p:cNvPr>
          <p:cNvSpPr>
            <a:spLocks noGrp="1"/>
          </p:cNvSpPr>
          <p:nvPr userDrawn="1">
            <p:ph type="pic" sz="quarter" idx="48"/>
          </p:nvPr>
        </p:nvSpPr>
        <p:spPr>
          <a:xfrm>
            <a:off x="9710737" y="3097213"/>
            <a:ext cx="2481263" cy="3840162"/>
          </a:xfrm>
        </p:spPr>
        <p:txBody>
          <a:bodyPr/>
          <a:lstStyle/>
          <a:p>
            <a:endParaRPr lang="en-GB"/>
          </a:p>
        </p:txBody>
      </p:sp>
    </p:spTree>
    <p:extLst>
      <p:ext uri="{BB962C8B-B14F-4D97-AF65-F5344CB8AC3E}">
        <p14:creationId xmlns:p14="http://schemas.microsoft.com/office/powerpoint/2010/main" val="395264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1_Layout with center elements white">
    <p:spTree>
      <p:nvGrpSpPr>
        <p:cNvPr id="1" name=""/>
        <p:cNvGrpSpPr/>
        <p:nvPr/>
      </p:nvGrpSpPr>
      <p:grpSpPr>
        <a:xfrm>
          <a:off x="0" y="0"/>
          <a:ext cx="0" cy="0"/>
          <a:chOff x="0" y="0"/>
          <a:chExt cx="0" cy="0"/>
        </a:xfrm>
      </p:grpSpPr>
      <p:sp>
        <p:nvSpPr>
          <p:cNvPr id="45" name="Text Placeholder 44">
            <a:extLst>
              <a:ext uri="{FF2B5EF4-FFF2-40B4-BE49-F238E27FC236}">
                <a16:creationId xmlns:a16="http://schemas.microsoft.com/office/drawing/2014/main" id="{06E1D47E-9A27-4264-B26F-66A340B74505}"/>
              </a:ext>
            </a:extLst>
          </p:cNvPr>
          <p:cNvSpPr>
            <a:spLocks noGrp="1"/>
          </p:cNvSpPr>
          <p:nvPr>
            <p:ph type="body" sz="quarter" idx="14" hasCustomPrompt="1"/>
          </p:nvPr>
        </p:nvSpPr>
        <p:spPr>
          <a:xfrm>
            <a:off x="522287" y="222121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smtClean="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sp>
        <p:nvSpPr>
          <p:cNvPr id="46" name="Text Placeholder 44">
            <a:extLst>
              <a:ext uri="{FF2B5EF4-FFF2-40B4-BE49-F238E27FC236}">
                <a16:creationId xmlns:a16="http://schemas.microsoft.com/office/drawing/2014/main" id="{9C267A94-4C67-4813-8C70-39BBDA5058AE}"/>
              </a:ext>
            </a:extLst>
          </p:cNvPr>
          <p:cNvSpPr>
            <a:spLocks noGrp="1"/>
          </p:cNvSpPr>
          <p:nvPr>
            <p:ph type="body" sz="quarter" idx="15" hasCustomPrompt="1"/>
          </p:nvPr>
        </p:nvSpPr>
        <p:spPr>
          <a:xfrm>
            <a:off x="522287" y="331849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47" name="Text Placeholder 44">
            <a:extLst>
              <a:ext uri="{FF2B5EF4-FFF2-40B4-BE49-F238E27FC236}">
                <a16:creationId xmlns:a16="http://schemas.microsoft.com/office/drawing/2014/main" id="{7363928D-979E-4AA7-9D7F-E412C1C834F4}"/>
              </a:ext>
            </a:extLst>
          </p:cNvPr>
          <p:cNvSpPr>
            <a:spLocks noGrp="1"/>
          </p:cNvSpPr>
          <p:nvPr>
            <p:ph type="body" sz="quarter" idx="16" hasCustomPrompt="1"/>
          </p:nvPr>
        </p:nvSpPr>
        <p:spPr>
          <a:xfrm>
            <a:off x="522287" y="441577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sp>
        <p:nvSpPr>
          <p:cNvPr id="48" name="Text Placeholder 44">
            <a:extLst>
              <a:ext uri="{FF2B5EF4-FFF2-40B4-BE49-F238E27FC236}">
                <a16:creationId xmlns:a16="http://schemas.microsoft.com/office/drawing/2014/main" id="{32B3CC2E-C206-474C-8D72-26A1C27C5004}"/>
              </a:ext>
            </a:extLst>
          </p:cNvPr>
          <p:cNvSpPr>
            <a:spLocks noGrp="1"/>
          </p:cNvSpPr>
          <p:nvPr>
            <p:ph type="body" sz="quarter" idx="17" hasCustomPrompt="1"/>
          </p:nvPr>
        </p:nvSpPr>
        <p:spPr>
          <a:xfrm>
            <a:off x="522287" y="551305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cxnSp>
        <p:nvCxnSpPr>
          <p:cNvPr id="50" name="Straight Connector 49">
            <a:extLst>
              <a:ext uri="{FF2B5EF4-FFF2-40B4-BE49-F238E27FC236}">
                <a16:creationId xmlns:a16="http://schemas.microsoft.com/office/drawing/2014/main" id="{C1A36633-5043-4583-83FB-2CB1F82A210B}"/>
              </a:ext>
            </a:extLst>
          </p:cNvPr>
          <p:cNvCxnSpPr>
            <a:cxnSpLocks/>
          </p:cNvCxnSpPr>
          <p:nvPr userDrawn="1"/>
        </p:nvCxnSpPr>
        <p:spPr>
          <a:xfrm>
            <a:off x="522287" y="4210030"/>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10EA3F8-C798-4516-90ED-F4756599B8FD}"/>
              </a:ext>
            </a:extLst>
          </p:cNvPr>
          <p:cNvCxnSpPr>
            <a:cxnSpLocks/>
          </p:cNvCxnSpPr>
          <p:nvPr userDrawn="1"/>
        </p:nvCxnSpPr>
        <p:spPr>
          <a:xfrm>
            <a:off x="522287" y="3112750"/>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8CFFF0B-0976-4AE3-A5AC-A91A436687A9}"/>
              </a:ext>
            </a:extLst>
          </p:cNvPr>
          <p:cNvCxnSpPr>
            <a:cxnSpLocks/>
          </p:cNvCxnSpPr>
          <p:nvPr userDrawn="1"/>
        </p:nvCxnSpPr>
        <p:spPr>
          <a:xfrm>
            <a:off x="522287" y="5307310"/>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1" name="Text Placeholder 9">
            <a:extLst>
              <a:ext uri="{FF2B5EF4-FFF2-40B4-BE49-F238E27FC236}">
                <a16:creationId xmlns:a16="http://schemas.microsoft.com/office/drawing/2014/main" id="{744845B9-9A0A-4DC8-A9E6-DDADB3340A58}"/>
              </a:ext>
            </a:extLst>
          </p:cNvPr>
          <p:cNvSpPr>
            <a:spLocks noGrp="1"/>
          </p:cNvSpPr>
          <p:nvPr>
            <p:ph type="body" sz="quarter" idx="13" hasCustomPrompt="1"/>
          </p:nvPr>
        </p:nvSpPr>
        <p:spPr>
          <a:xfrm>
            <a:off x="522288" y="1225383"/>
            <a:ext cx="5902263" cy="308610"/>
          </a:xfrm>
        </p:spPr>
        <p:txBody>
          <a:bodyPr/>
          <a:lstStyle>
            <a:lvl1pPr algn="l">
              <a:defRPr lang="en-US" sz="1800" kern="1200" spc="0" dirty="0" smtClean="0">
                <a:solidFill>
                  <a:schemeClr val="tx2"/>
                </a:solidFill>
                <a:latin typeface="+mn-lt"/>
                <a:ea typeface="+mn-ea"/>
                <a:cs typeface="+mn-cs"/>
              </a:defRPr>
            </a:lvl1pPr>
          </a:lstStyle>
          <a:p>
            <a:pPr lvl="0"/>
            <a:r>
              <a:rPr lang="en-US" dirty="0"/>
              <a:t>Subtitle goes here</a:t>
            </a:r>
          </a:p>
        </p:txBody>
      </p:sp>
      <p:sp>
        <p:nvSpPr>
          <p:cNvPr id="42" name="Title 41">
            <a:extLst>
              <a:ext uri="{FF2B5EF4-FFF2-40B4-BE49-F238E27FC236}">
                <a16:creationId xmlns:a16="http://schemas.microsoft.com/office/drawing/2014/main" id="{5A0624BF-E177-4548-8888-AE96BFDD5256}"/>
              </a:ext>
            </a:extLst>
          </p:cNvPr>
          <p:cNvSpPr>
            <a:spLocks noGrp="1"/>
          </p:cNvSpPr>
          <p:nvPr>
            <p:ph type="title"/>
          </p:nvPr>
        </p:nvSpPr>
        <p:spPr>
          <a:xfrm>
            <a:off x="522288" y="371913"/>
            <a:ext cx="5902263" cy="416757"/>
          </a:xfrm>
        </p:spPr>
        <p:txBody>
          <a:bodyPr/>
          <a:lstStyle>
            <a:lvl1pPr algn="l">
              <a:defRPr>
                <a:solidFill>
                  <a:schemeClr val="tx2"/>
                </a:solidFill>
              </a:defRPr>
            </a:lvl1pPr>
          </a:lstStyle>
          <a:p>
            <a:r>
              <a:rPr lang="en-GB" dirty="0"/>
              <a:t>Click to edit Master title style</a:t>
            </a:r>
            <a:endParaRPr lang="en-US" dirty="0"/>
          </a:p>
        </p:txBody>
      </p:sp>
      <p:pic>
        <p:nvPicPr>
          <p:cNvPr id="30" name="Picture 29">
            <a:extLst>
              <a:ext uri="{FF2B5EF4-FFF2-40B4-BE49-F238E27FC236}">
                <a16:creationId xmlns:a16="http://schemas.microsoft.com/office/drawing/2014/main" id="{86BC739C-6EA0-46F3-BB4B-EA38236A114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
        <p:nvSpPr>
          <p:cNvPr id="33" name="Text Placeholder 44">
            <a:extLst>
              <a:ext uri="{FF2B5EF4-FFF2-40B4-BE49-F238E27FC236}">
                <a16:creationId xmlns:a16="http://schemas.microsoft.com/office/drawing/2014/main" id="{C1EBAFCE-D57C-D646-93C6-7B6FF0F81FD0}"/>
              </a:ext>
            </a:extLst>
          </p:cNvPr>
          <p:cNvSpPr>
            <a:spLocks noGrp="1"/>
          </p:cNvSpPr>
          <p:nvPr>
            <p:ph type="body" sz="quarter" idx="19" hasCustomPrompt="1"/>
          </p:nvPr>
        </p:nvSpPr>
        <p:spPr>
          <a:xfrm>
            <a:off x="4571772" y="222121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smtClean="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sp>
        <p:nvSpPr>
          <p:cNvPr id="34" name="Text Placeholder 44">
            <a:extLst>
              <a:ext uri="{FF2B5EF4-FFF2-40B4-BE49-F238E27FC236}">
                <a16:creationId xmlns:a16="http://schemas.microsoft.com/office/drawing/2014/main" id="{F9D6EFEB-859E-4B4B-B7E6-857D2D992CA0}"/>
              </a:ext>
            </a:extLst>
          </p:cNvPr>
          <p:cNvSpPr>
            <a:spLocks noGrp="1"/>
          </p:cNvSpPr>
          <p:nvPr>
            <p:ph type="body" sz="quarter" idx="20" hasCustomPrompt="1"/>
          </p:nvPr>
        </p:nvSpPr>
        <p:spPr>
          <a:xfrm>
            <a:off x="4571772" y="331849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36" name="Text Placeholder 44">
            <a:extLst>
              <a:ext uri="{FF2B5EF4-FFF2-40B4-BE49-F238E27FC236}">
                <a16:creationId xmlns:a16="http://schemas.microsoft.com/office/drawing/2014/main" id="{193E81F5-D020-4C40-BC3A-68CC6A503934}"/>
              </a:ext>
            </a:extLst>
          </p:cNvPr>
          <p:cNvSpPr>
            <a:spLocks noGrp="1"/>
          </p:cNvSpPr>
          <p:nvPr>
            <p:ph type="body" sz="quarter" idx="21" hasCustomPrompt="1"/>
          </p:nvPr>
        </p:nvSpPr>
        <p:spPr>
          <a:xfrm>
            <a:off x="4571772" y="441577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sp>
        <p:nvSpPr>
          <p:cNvPr id="37" name="Text Placeholder 44">
            <a:extLst>
              <a:ext uri="{FF2B5EF4-FFF2-40B4-BE49-F238E27FC236}">
                <a16:creationId xmlns:a16="http://schemas.microsoft.com/office/drawing/2014/main" id="{E08D148A-9ADE-A545-BDA8-2D220911C921}"/>
              </a:ext>
            </a:extLst>
          </p:cNvPr>
          <p:cNvSpPr>
            <a:spLocks noGrp="1"/>
          </p:cNvSpPr>
          <p:nvPr>
            <p:ph type="body" sz="quarter" idx="22" hasCustomPrompt="1"/>
          </p:nvPr>
        </p:nvSpPr>
        <p:spPr>
          <a:xfrm>
            <a:off x="4571772" y="5513050"/>
            <a:ext cx="2516873" cy="685800"/>
          </a:xfrm>
        </p:spPr>
        <p:txBody>
          <a:bodyPr anchor="ctr"/>
          <a:lstStyle>
            <a:lvl1pPr>
              <a:lnSpc>
                <a:spcPct val="80000"/>
              </a:lnSpc>
              <a:spcBef>
                <a:spcPts val="600"/>
              </a:spcBef>
              <a:defRPr lang="en-US" sz="2400" b="1" kern="1200" spc="0" dirty="0" smtClean="0">
                <a:solidFill>
                  <a:schemeClr val="tx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chemeClr val="tx2"/>
                </a:solidFill>
                <a:effectLst/>
                <a:uLnTx/>
                <a:uFillTx/>
                <a:latin typeface="+mn-lt"/>
                <a:ea typeface="+mn-ea"/>
                <a:cs typeface="+mn-cs"/>
              </a:defRPr>
            </a:lvl2pPr>
          </a:lstStyle>
          <a:p>
            <a:pPr lvl="0"/>
            <a:r>
              <a:rPr lang="en-US" dirty="0"/>
              <a:t>XX</a:t>
            </a:r>
          </a:p>
          <a:p>
            <a:pPr lvl="1"/>
            <a:r>
              <a:rPr lang="en-US" dirty="0"/>
              <a:t>Second level</a:t>
            </a:r>
          </a:p>
        </p:txBody>
      </p:sp>
      <p:cxnSp>
        <p:nvCxnSpPr>
          <p:cNvPr id="38" name="Straight Connector 37">
            <a:extLst>
              <a:ext uri="{FF2B5EF4-FFF2-40B4-BE49-F238E27FC236}">
                <a16:creationId xmlns:a16="http://schemas.microsoft.com/office/drawing/2014/main" id="{3DA04C64-5E19-A246-AA47-4EE0180247F6}"/>
              </a:ext>
            </a:extLst>
          </p:cNvPr>
          <p:cNvCxnSpPr>
            <a:cxnSpLocks/>
          </p:cNvCxnSpPr>
          <p:nvPr userDrawn="1"/>
        </p:nvCxnSpPr>
        <p:spPr>
          <a:xfrm>
            <a:off x="4571772" y="4210030"/>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BD3582A-E706-CB49-A6C8-98D5D859C347}"/>
              </a:ext>
            </a:extLst>
          </p:cNvPr>
          <p:cNvCxnSpPr>
            <a:cxnSpLocks/>
          </p:cNvCxnSpPr>
          <p:nvPr userDrawn="1"/>
        </p:nvCxnSpPr>
        <p:spPr>
          <a:xfrm>
            <a:off x="4571772" y="3112750"/>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D27A9D5-1087-9449-99C7-D69141C73B7A}"/>
              </a:ext>
            </a:extLst>
          </p:cNvPr>
          <p:cNvCxnSpPr>
            <a:cxnSpLocks/>
          </p:cNvCxnSpPr>
          <p:nvPr userDrawn="1"/>
        </p:nvCxnSpPr>
        <p:spPr>
          <a:xfrm>
            <a:off x="4571772" y="5307310"/>
            <a:ext cx="2612548" cy="0"/>
          </a:xfrm>
          <a:prstGeom prst="line">
            <a:avLst/>
          </a:prstGeom>
          <a:ln>
            <a:gradFill>
              <a:gsLst>
                <a:gs pos="27000">
                  <a:schemeClr val="tx1"/>
                </a:gs>
                <a:gs pos="0">
                  <a:schemeClr val="tx1">
                    <a:alpha val="0"/>
                  </a:schemeClr>
                </a:gs>
                <a:gs pos="71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0E5B1D2-FF50-E94E-A17E-819E29B908E8}"/>
              </a:ext>
            </a:extLst>
          </p:cNvPr>
          <p:cNvCxnSpPr>
            <a:cxnSpLocks/>
          </p:cNvCxnSpPr>
          <p:nvPr userDrawn="1"/>
        </p:nvCxnSpPr>
        <p:spPr>
          <a:xfrm>
            <a:off x="3704875" y="1890115"/>
            <a:ext cx="0" cy="4653189"/>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pic>
        <p:nvPicPr>
          <p:cNvPr id="2" name="Picture 1" descr="Shape&#10;&#10;Description automatically generated with medium confidence">
            <a:extLst>
              <a:ext uri="{FF2B5EF4-FFF2-40B4-BE49-F238E27FC236}">
                <a16:creationId xmlns:a16="http://schemas.microsoft.com/office/drawing/2014/main" id="{A18E2092-F636-4819-323C-E7B2D4ED82DA}"/>
              </a:ext>
            </a:extLst>
          </p:cNvPr>
          <p:cNvPicPr>
            <a:picLocks noChangeAspect="1"/>
          </p:cNvPicPr>
          <p:nvPr userDrawn="1"/>
        </p:nvPicPr>
        <p:blipFill rotWithShape="1">
          <a:blip r:embed="rId3" cstate="screen">
            <a:alphaModFix amt="30000"/>
            <a:extLst>
              <a:ext uri="{28A0092B-C50C-407E-A947-70E740481C1C}">
                <a14:useLocalDpi xmlns:a14="http://schemas.microsoft.com/office/drawing/2010/main"/>
              </a:ext>
            </a:extLst>
          </a:blip>
          <a:srcRect t="1901"/>
          <a:stretch/>
        </p:blipFill>
        <p:spPr>
          <a:xfrm rot="16200000">
            <a:off x="6807419" y="1473413"/>
            <a:ext cx="6857995" cy="3911167"/>
          </a:xfrm>
          <a:prstGeom prst="rect">
            <a:avLst/>
          </a:prstGeom>
        </p:spPr>
      </p:pic>
    </p:spTree>
    <p:extLst>
      <p:ext uri="{BB962C8B-B14F-4D97-AF65-F5344CB8AC3E}">
        <p14:creationId xmlns:p14="http://schemas.microsoft.com/office/powerpoint/2010/main" val="3883961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2_Layout with center elements whi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5C01AD-0EDE-E96E-0245-C27DB84A577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4" name="Text Placeholder 44">
            <a:extLst>
              <a:ext uri="{FF2B5EF4-FFF2-40B4-BE49-F238E27FC236}">
                <a16:creationId xmlns:a16="http://schemas.microsoft.com/office/drawing/2014/main" id="{EAB722D6-7020-E181-6167-80C49D563158}"/>
              </a:ext>
            </a:extLst>
          </p:cNvPr>
          <p:cNvSpPr>
            <a:spLocks noGrp="1"/>
          </p:cNvSpPr>
          <p:nvPr>
            <p:ph type="body" sz="quarter" idx="14" hasCustomPrompt="1"/>
          </p:nvPr>
        </p:nvSpPr>
        <p:spPr>
          <a:xfrm>
            <a:off x="522287" y="2221210"/>
            <a:ext cx="2516873" cy="685800"/>
          </a:xfrm>
        </p:spPr>
        <p:txBody>
          <a:bodyPr anchor="ctr"/>
          <a:lstStyle>
            <a:lvl1pPr>
              <a:lnSpc>
                <a:spcPct val="80000"/>
              </a:lnSpc>
              <a:spcBef>
                <a:spcPts val="600"/>
              </a:spcBef>
              <a:defRPr lang="en-US" sz="2400" b="1" kern="1200" spc="0" dirty="0" smtClean="0">
                <a:solidFill>
                  <a:srgbClr val="F2F2F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a:p>
            <a:pPr lvl="1"/>
            <a:r>
              <a:rPr lang="en-US" dirty="0"/>
              <a:t>Second level</a:t>
            </a:r>
          </a:p>
        </p:txBody>
      </p:sp>
      <p:sp>
        <p:nvSpPr>
          <p:cNvPr id="5" name="Text Placeholder 44">
            <a:extLst>
              <a:ext uri="{FF2B5EF4-FFF2-40B4-BE49-F238E27FC236}">
                <a16:creationId xmlns:a16="http://schemas.microsoft.com/office/drawing/2014/main" id="{4B397AC2-014B-54FF-BCF3-B83EB838C7A3}"/>
              </a:ext>
            </a:extLst>
          </p:cNvPr>
          <p:cNvSpPr>
            <a:spLocks noGrp="1"/>
          </p:cNvSpPr>
          <p:nvPr>
            <p:ph type="body" sz="quarter" idx="15" hasCustomPrompt="1"/>
          </p:nvPr>
        </p:nvSpPr>
        <p:spPr>
          <a:xfrm>
            <a:off x="522287" y="3318490"/>
            <a:ext cx="2516873" cy="685800"/>
          </a:xfrm>
        </p:spPr>
        <p:txBody>
          <a:bodyPr anchor="ctr"/>
          <a:lstStyle>
            <a:lvl1pPr>
              <a:lnSpc>
                <a:spcPct val="80000"/>
              </a:lnSpc>
              <a:spcBef>
                <a:spcPts val="600"/>
              </a:spcBef>
              <a:defRPr lang="en-US" sz="2400" b="1" kern="1200" spc="0" dirty="0" smtClean="0">
                <a:solidFill>
                  <a:srgbClr val="F2F2F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rgbClr val="F2F2F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7" name="Text Placeholder 44">
            <a:extLst>
              <a:ext uri="{FF2B5EF4-FFF2-40B4-BE49-F238E27FC236}">
                <a16:creationId xmlns:a16="http://schemas.microsoft.com/office/drawing/2014/main" id="{4F0A98E3-B5E6-0AB1-6AD8-278EFDA717BF}"/>
              </a:ext>
            </a:extLst>
          </p:cNvPr>
          <p:cNvSpPr>
            <a:spLocks noGrp="1"/>
          </p:cNvSpPr>
          <p:nvPr>
            <p:ph type="body" sz="quarter" idx="16" hasCustomPrompt="1"/>
          </p:nvPr>
        </p:nvSpPr>
        <p:spPr>
          <a:xfrm>
            <a:off x="522287" y="4415770"/>
            <a:ext cx="2516873" cy="685800"/>
          </a:xfrm>
        </p:spPr>
        <p:txBody>
          <a:bodyPr anchor="ctr"/>
          <a:lstStyle>
            <a:lvl1pPr>
              <a:lnSpc>
                <a:spcPct val="80000"/>
              </a:lnSpc>
              <a:spcBef>
                <a:spcPts val="600"/>
              </a:spcBef>
              <a:defRPr lang="en-US" sz="2400" b="1" kern="1200" spc="0" dirty="0" smtClean="0">
                <a:solidFill>
                  <a:srgbClr val="F2F2F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rgbClr val="F2F2F2"/>
                </a:solidFill>
                <a:effectLst/>
                <a:uLnTx/>
                <a:uFillTx/>
                <a:latin typeface="+mn-lt"/>
                <a:ea typeface="+mn-ea"/>
                <a:cs typeface="+mn-cs"/>
              </a:defRPr>
            </a:lvl2pPr>
          </a:lstStyle>
          <a:p>
            <a:pPr lvl="0"/>
            <a:r>
              <a:rPr lang="en-US" dirty="0"/>
              <a:t>XX</a:t>
            </a:r>
          </a:p>
          <a:p>
            <a:pPr lvl="1"/>
            <a:r>
              <a:rPr lang="en-US" dirty="0"/>
              <a:t>Second level</a:t>
            </a:r>
          </a:p>
        </p:txBody>
      </p:sp>
      <p:sp>
        <p:nvSpPr>
          <p:cNvPr id="8" name="Text Placeholder 44">
            <a:extLst>
              <a:ext uri="{FF2B5EF4-FFF2-40B4-BE49-F238E27FC236}">
                <a16:creationId xmlns:a16="http://schemas.microsoft.com/office/drawing/2014/main" id="{D9A1DE0B-81C3-39EA-AA6B-87AF03BA5864}"/>
              </a:ext>
            </a:extLst>
          </p:cNvPr>
          <p:cNvSpPr>
            <a:spLocks noGrp="1"/>
          </p:cNvSpPr>
          <p:nvPr>
            <p:ph type="body" sz="quarter" idx="17" hasCustomPrompt="1"/>
          </p:nvPr>
        </p:nvSpPr>
        <p:spPr>
          <a:xfrm>
            <a:off x="522287" y="5513050"/>
            <a:ext cx="2516873" cy="685800"/>
          </a:xfrm>
        </p:spPr>
        <p:txBody>
          <a:bodyPr anchor="ctr"/>
          <a:lstStyle>
            <a:lvl1pPr>
              <a:lnSpc>
                <a:spcPct val="80000"/>
              </a:lnSpc>
              <a:spcBef>
                <a:spcPts val="600"/>
              </a:spcBef>
              <a:defRPr lang="en-US" sz="2400" b="1" kern="1200" spc="0" dirty="0" smtClean="0">
                <a:solidFill>
                  <a:srgbClr val="F2F2F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rgbClr val="F2F2F2"/>
                </a:solidFill>
                <a:effectLst/>
                <a:uLnTx/>
                <a:uFillTx/>
                <a:latin typeface="+mn-lt"/>
                <a:ea typeface="+mn-ea"/>
                <a:cs typeface="+mn-cs"/>
              </a:defRPr>
            </a:lvl2pPr>
          </a:lstStyle>
          <a:p>
            <a:pPr lvl="0"/>
            <a:r>
              <a:rPr lang="en-US" dirty="0"/>
              <a:t>XX</a:t>
            </a:r>
          </a:p>
          <a:p>
            <a:pPr lvl="1"/>
            <a:r>
              <a:rPr lang="en-US" dirty="0"/>
              <a:t>Second level</a:t>
            </a:r>
          </a:p>
        </p:txBody>
      </p:sp>
      <p:cxnSp>
        <p:nvCxnSpPr>
          <p:cNvPr id="9" name="Straight Connector 8">
            <a:extLst>
              <a:ext uri="{FF2B5EF4-FFF2-40B4-BE49-F238E27FC236}">
                <a16:creationId xmlns:a16="http://schemas.microsoft.com/office/drawing/2014/main" id="{197AA994-370E-FC8D-CD80-97BBB0D5F8EA}"/>
              </a:ext>
            </a:extLst>
          </p:cNvPr>
          <p:cNvCxnSpPr>
            <a:cxnSpLocks/>
          </p:cNvCxnSpPr>
          <p:nvPr userDrawn="1"/>
        </p:nvCxnSpPr>
        <p:spPr>
          <a:xfrm>
            <a:off x="522287" y="4210030"/>
            <a:ext cx="2612548" cy="0"/>
          </a:xfrm>
          <a:prstGeom prst="line">
            <a:avLst/>
          </a:prstGeom>
          <a:ln>
            <a:gradFill>
              <a:gsLst>
                <a:gs pos="27000">
                  <a:srgbClr val="F2F2F2"/>
                </a:gs>
                <a:gs pos="0">
                  <a:srgbClr val="F2F2F2">
                    <a:alpha val="0"/>
                  </a:srgbClr>
                </a:gs>
                <a:gs pos="71000">
                  <a:srgbClr val="F2F2F2"/>
                </a:gs>
                <a:gs pos="100000">
                  <a:srgbClr val="F2F2F2">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E245F37-BD82-40E6-2144-98DC66428B9D}"/>
              </a:ext>
            </a:extLst>
          </p:cNvPr>
          <p:cNvCxnSpPr>
            <a:cxnSpLocks/>
          </p:cNvCxnSpPr>
          <p:nvPr userDrawn="1"/>
        </p:nvCxnSpPr>
        <p:spPr>
          <a:xfrm>
            <a:off x="522287" y="3112750"/>
            <a:ext cx="2612548" cy="0"/>
          </a:xfrm>
          <a:prstGeom prst="line">
            <a:avLst/>
          </a:prstGeom>
          <a:ln>
            <a:gradFill>
              <a:gsLst>
                <a:gs pos="27000">
                  <a:srgbClr val="F2F2F2"/>
                </a:gs>
                <a:gs pos="0">
                  <a:srgbClr val="F2F2F2">
                    <a:alpha val="0"/>
                  </a:srgbClr>
                </a:gs>
                <a:gs pos="71000">
                  <a:srgbClr val="F2F2F2"/>
                </a:gs>
                <a:gs pos="100000">
                  <a:srgbClr val="F2F2F2">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97A5128-8339-EDE5-0A04-A411C31CF91D}"/>
              </a:ext>
            </a:extLst>
          </p:cNvPr>
          <p:cNvCxnSpPr>
            <a:cxnSpLocks/>
          </p:cNvCxnSpPr>
          <p:nvPr userDrawn="1"/>
        </p:nvCxnSpPr>
        <p:spPr>
          <a:xfrm>
            <a:off x="522287" y="5307310"/>
            <a:ext cx="2612548" cy="0"/>
          </a:xfrm>
          <a:prstGeom prst="line">
            <a:avLst/>
          </a:prstGeom>
          <a:ln>
            <a:gradFill>
              <a:gsLst>
                <a:gs pos="27000">
                  <a:srgbClr val="F2F2F2"/>
                </a:gs>
                <a:gs pos="0">
                  <a:srgbClr val="F2F2F2">
                    <a:alpha val="0"/>
                  </a:srgbClr>
                </a:gs>
                <a:gs pos="71000">
                  <a:srgbClr val="F2F2F2"/>
                </a:gs>
                <a:gs pos="100000">
                  <a:srgbClr val="F2F2F2">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12" name="Text Placeholder 9">
            <a:extLst>
              <a:ext uri="{FF2B5EF4-FFF2-40B4-BE49-F238E27FC236}">
                <a16:creationId xmlns:a16="http://schemas.microsoft.com/office/drawing/2014/main" id="{AADF397A-CD07-464C-AB87-BE8950E824C4}"/>
              </a:ext>
            </a:extLst>
          </p:cNvPr>
          <p:cNvSpPr>
            <a:spLocks noGrp="1"/>
          </p:cNvSpPr>
          <p:nvPr>
            <p:ph type="body" sz="quarter" idx="13" hasCustomPrompt="1"/>
          </p:nvPr>
        </p:nvSpPr>
        <p:spPr>
          <a:xfrm>
            <a:off x="522288" y="1225383"/>
            <a:ext cx="5902263" cy="308610"/>
          </a:xfrm>
        </p:spPr>
        <p:txBody>
          <a:bodyPr/>
          <a:lstStyle>
            <a:lvl1pPr algn="l">
              <a:defRPr lang="en-US" sz="1800" kern="1200" spc="0" dirty="0" smtClean="0">
                <a:solidFill>
                  <a:srgbClr val="F2F2F2"/>
                </a:solidFill>
                <a:latin typeface="+mn-lt"/>
                <a:ea typeface="+mn-ea"/>
                <a:cs typeface="+mn-cs"/>
              </a:defRPr>
            </a:lvl1pPr>
          </a:lstStyle>
          <a:p>
            <a:pPr lvl="0"/>
            <a:r>
              <a:rPr lang="en-US" dirty="0"/>
              <a:t>Subtitle goes here</a:t>
            </a:r>
          </a:p>
        </p:txBody>
      </p:sp>
      <p:sp>
        <p:nvSpPr>
          <p:cNvPr id="13" name="Title 41">
            <a:extLst>
              <a:ext uri="{FF2B5EF4-FFF2-40B4-BE49-F238E27FC236}">
                <a16:creationId xmlns:a16="http://schemas.microsoft.com/office/drawing/2014/main" id="{0974C1F2-3EFD-91BD-E6BC-B5CC6693C21D}"/>
              </a:ext>
            </a:extLst>
          </p:cNvPr>
          <p:cNvSpPr>
            <a:spLocks noGrp="1"/>
          </p:cNvSpPr>
          <p:nvPr>
            <p:ph type="title"/>
          </p:nvPr>
        </p:nvSpPr>
        <p:spPr>
          <a:xfrm>
            <a:off x="522288" y="371913"/>
            <a:ext cx="5902263" cy="416757"/>
          </a:xfrm>
        </p:spPr>
        <p:txBody>
          <a:bodyPr/>
          <a:lstStyle>
            <a:lvl1pPr algn="l">
              <a:defRPr>
                <a:solidFill>
                  <a:srgbClr val="F2F2F2"/>
                </a:solidFill>
              </a:defRPr>
            </a:lvl1pPr>
          </a:lstStyle>
          <a:p>
            <a:r>
              <a:rPr lang="en-GB" dirty="0"/>
              <a:t>Click to edit Master title style</a:t>
            </a:r>
            <a:endParaRPr lang="en-US" dirty="0"/>
          </a:p>
        </p:txBody>
      </p:sp>
      <p:pic>
        <p:nvPicPr>
          <p:cNvPr id="14" name="Picture 13">
            <a:extLst>
              <a:ext uri="{FF2B5EF4-FFF2-40B4-BE49-F238E27FC236}">
                <a16:creationId xmlns:a16="http://schemas.microsoft.com/office/drawing/2014/main" id="{CAFA528A-80A2-D3BE-8801-3B7AD0569AC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
        <p:nvSpPr>
          <p:cNvPr id="15" name="Text Placeholder 44">
            <a:extLst>
              <a:ext uri="{FF2B5EF4-FFF2-40B4-BE49-F238E27FC236}">
                <a16:creationId xmlns:a16="http://schemas.microsoft.com/office/drawing/2014/main" id="{6C1ECE6F-5632-50EB-092C-97288A31E993}"/>
              </a:ext>
            </a:extLst>
          </p:cNvPr>
          <p:cNvSpPr>
            <a:spLocks noGrp="1"/>
          </p:cNvSpPr>
          <p:nvPr>
            <p:ph type="body" sz="quarter" idx="19" hasCustomPrompt="1"/>
          </p:nvPr>
        </p:nvSpPr>
        <p:spPr>
          <a:xfrm>
            <a:off x="4571772" y="2221210"/>
            <a:ext cx="2516873" cy="685800"/>
          </a:xfrm>
        </p:spPr>
        <p:txBody>
          <a:bodyPr anchor="ctr"/>
          <a:lstStyle>
            <a:lvl1pPr>
              <a:lnSpc>
                <a:spcPct val="80000"/>
              </a:lnSpc>
              <a:spcBef>
                <a:spcPts val="600"/>
              </a:spcBef>
              <a:defRPr lang="en-US" sz="2400" b="1" kern="1200" spc="0" dirty="0" smtClean="0">
                <a:solidFill>
                  <a:srgbClr val="F2F2F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smtClean="0">
                <a:ln>
                  <a:noFill/>
                </a:ln>
                <a:solidFill>
                  <a:srgbClr val="F2F2F2"/>
                </a:solidFill>
                <a:effectLst/>
                <a:uLnTx/>
                <a:uFillTx/>
                <a:latin typeface="+mn-lt"/>
                <a:ea typeface="+mn-ea"/>
                <a:cs typeface="+mn-cs"/>
              </a:defRPr>
            </a:lvl2pPr>
          </a:lstStyle>
          <a:p>
            <a:pPr lvl="0"/>
            <a:r>
              <a:rPr lang="en-US" dirty="0"/>
              <a:t>XX</a:t>
            </a:r>
          </a:p>
          <a:p>
            <a:pPr lvl="1"/>
            <a:r>
              <a:rPr lang="en-US" dirty="0"/>
              <a:t>Second level</a:t>
            </a:r>
          </a:p>
        </p:txBody>
      </p:sp>
      <p:sp>
        <p:nvSpPr>
          <p:cNvPr id="16" name="Text Placeholder 44">
            <a:extLst>
              <a:ext uri="{FF2B5EF4-FFF2-40B4-BE49-F238E27FC236}">
                <a16:creationId xmlns:a16="http://schemas.microsoft.com/office/drawing/2014/main" id="{72F1131E-E733-1512-144F-550DE0E36163}"/>
              </a:ext>
            </a:extLst>
          </p:cNvPr>
          <p:cNvSpPr>
            <a:spLocks noGrp="1"/>
          </p:cNvSpPr>
          <p:nvPr>
            <p:ph type="body" sz="quarter" idx="20" hasCustomPrompt="1"/>
          </p:nvPr>
        </p:nvSpPr>
        <p:spPr>
          <a:xfrm>
            <a:off x="4571772" y="3318490"/>
            <a:ext cx="2516873" cy="685800"/>
          </a:xfrm>
        </p:spPr>
        <p:txBody>
          <a:bodyPr anchor="ctr"/>
          <a:lstStyle>
            <a:lvl1pPr>
              <a:lnSpc>
                <a:spcPct val="80000"/>
              </a:lnSpc>
              <a:spcBef>
                <a:spcPts val="600"/>
              </a:spcBef>
              <a:defRPr lang="en-US" sz="2400" b="1" kern="1200" spc="0" dirty="0" smtClean="0">
                <a:solidFill>
                  <a:srgbClr val="F2F2F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rgbClr val="F2F2F2"/>
                </a:solidFill>
                <a:effectLst/>
                <a:uLnTx/>
                <a:uFillTx/>
                <a:latin typeface="+mn-lt"/>
                <a:ea typeface="+mn-ea"/>
                <a:cs typeface="+mn-cs"/>
              </a:defRPr>
            </a:lvl2pPr>
          </a:lstStyle>
          <a:p>
            <a:pPr lvl="0"/>
            <a:r>
              <a:rPr lang="en-US" dirty="0"/>
              <a:t>XX</a:t>
            </a:r>
          </a:p>
          <a:p>
            <a:pPr marL="0" lvl="1" indent="0" algn="l" defTabSz="914400" rtl="0" eaLnBrk="1" latinLnBrk="0" hangingPunct="1">
              <a:lnSpc>
                <a:spcPct val="80000"/>
              </a:lnSpc>
              <a:spcBef>
                <a:spcPts val="600"/>
              </a:spcBef>
              <a:buFont typeface="Arial" panose="020B0604020202020204" pitchFamily="34" charset="0"/>
              <a:buNone/>
            </a:pPr>
            <a:r>
              <a:rPr lang="en-US" dirty="0"/>
              <a:t>Second level</a:t>
            </a:r>
          </a:p>
        </p:txBody>
      </p:sp>
      <p:sp>
        <p:nvSpPr>
          <p:cNvPr id="17" name="Text Placeholder 44">
            <a:extLst>
              <a:ext uri="{FF2B5EF4-FFF2-40B4-BE49-F238E27FC236}">
                <a16:creationId xmlns:a16="http://schemas.microsoft.com/office/drawing/2014/main" id="{EC2C6770-CA0A-9676-2B42-9D51A02FB8E8}"/>
              </a:ext>
            </a:extLst>
          </p:cNvPr>
          <p:cNvSpPr>
            <a:spLocks noGrp="1"/>
          </p:cNvSpPr>
          <p:nvPr>
            <p:ph type="body" sz="quarter" idx="21" hasCustomPrompt="1"/>
          </p:nvPr>
        </p:nvSpPr>
        <p:spPr>
          <a:xfrm>
            <a:off x="4571772" y="4415770"/>
            <a:ext cx="2516873" cy="685800"/>
          </a:xfrm>
        </p:spPr>
        <p:txBody>
          <a:bodyPr anchor="ctr"/>
          <a:lstStyle>
            <a:lvl1pPr>
              <a:lnSpc>
                <a:spcPct val="80000"/>
              </a:lnSpc>
              <a:spcBef>
                <a:spcPts val="600"/>
              </a:spcBef>
              <a:defRPr lang="en-US" sz="2400" b="1" kern="1200" spc="0" dirty="0" smtClean="0">
                <a:solidFill>
                  <a:srgbClr val="F2F2F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rgbClr val="F2F2F2"/>
                </a:solidFill>
                <a:effectLst/>
                <a:uLnTx/>
                <a:uFillTx/>
                <a:latin typeface="+mn-lt"/>
                <a:ea typeface="+mn-ea"/>
                <a:cs typeface="+mn-cs"/>
              </a:defRPr>
            </a:lvl2pPr>
          </a:lstStyle>
          <a:p>
            <a:pPr lvl="0"/>
            <a:r>
              <a:rPr lang="en-US" dirty="0"/>
              <a:t>XX</a:t>
            </a:r>
          </a:p>
          <a:p>
            <a:pPr lvl="1"/>
            <a:r>
              <a:rPr lang="en-US" dirty="0"/>
              <a:t>Second level</a:t>
            </a:r>
          </a:p>
        </p:txBody>
      </p:sp>
      <p:sp>
        <p:nvSpPr>
          <p:cNvPr id="18" name="Text Placeholder 44">
            <a:extLst>
              <a:ext uri="{FF2B5EF4-FFF2-40B4-BE49-F238E27FC236}">
                <a16:creationId xmlns:a16="http://schemas.microsoft.com/office/drawing/2014/main" id="{948E62E8-2978-287E-9D69-8F3AEBF5AA6E}"/>
              </a:ext>
            </a:extLst>
          </p:cNvPr>
          <p:cNvSpPr>
            <a:spLocks noGrp="1"/>
          </p:cNvSpPr>
          <p:nvPr>
            <p:ph type="body" sz="quarter" idx="22" hasCustomPrompt="1"/>
          </p:nvPr>
        </p:nvSpPr>
        <p:spPr>
          <a:xfrm>
            <a:off x="4571772" y="5513050"/>
            <a:ext cx="2516873" cy="685800"/>
          </a:xfrm>
        </p:spPr>
        <p:txBody>
          <a:bodyPr anchor="ctr"/>
          <a:lstStyle>
            <a:lvl1pPr>
              <a:lnSpc>
                <a:spcPct val="80000"/>
              </a:lnSpc>
              <a:spcBef>
                <a:spcPts val="600"/>
              </a:spcBef>
              <a:defRPr lang="en-US" sz="2400" b="1" kern="1200" spc="0" dirty="0" smtClean="0">
                <a:solidFill>
                  <a:srgbClr val="F2F2F2"/>
                </a:solidFill>
                <a:latin typeface="Pilat Light" panose="020B0403030000000004" pitchFamily="34" charset="0"/>
                <a:ea typeface="+mn-ea"/>
                <a:cs typeface="+mn-cs"/>
              </a:defRPr>
            </a:lvl1pPr>
            <a:lvl2pPr>
              <a:lnSpc>
                <a:spcPct val="80000"/>
              </a:lnSpc>
              <a:spcBef>
                <a:spcPts val="600"/>
              </a:spcBef>
              <a:defRPr kumimoji="0" lang="en-US" sz="1050" b="0" i="0" u="none" strike="noStrike" kern="1200" cap="none" spc="0" normalizeH="0" baseline="0" dirty="0">
                <a:ln>
                  <a:noFill/>
                </a:ln>
                <a:solidFill>
                  <a:srgbClr val="F2F2F2"/>
                </a:solidFill>
                <a:effectLst/>
                <a:uLnTx/>
                <a:uFillTx/>
                <a:latin typeface="+mn-lt"/>
                <a:ea typeface="+mn-ea"/>
                <a:cs typeface="+mn-cs"/>
              </a:defRPr>
            </a:lvl2pPr>
          </a:lstStyle>
          <a:p>
            <a:pPr lvl="0"/>
            <a:r>
              <a:rPr lang="en-US" dirty="0"/>
              <a:t>XX</a:t>
            </a:r>
          </a:p>
          <a:p>
            <a:pPr lvl="1"/>
            <a:r>
              <a:rPr lang="en-US" dirty="0"/>
              <a:t>Second level</a:t>
            </a:r>
          </a:p>
        </p:txBody>
      </p:sp>
      <p:cxnSp>
        <p:nvCxnSpPr>
          <p:cNvPr id="19" name="Straight Connector 18">
            <a:extLst>
              <a:ext uri="{FF2B5EF4-FFF2-40B4-BE49-F238E27FC236}">
                <a16:creationId xmlns:a16="http://schemas.microsoft.com/office/drawing/2014/main" id="{AEA51F8A-C807-3048-3D38-377FE60E6B8A}"/>
              </a:ext>
            </a:extLst>
          </p:cNvPr>
          <p:cNvCxnSpPr>
            <a:cxnSpLocks/>
          </p:cNvCxnSpPr>
          <p:nvPr userDrawn="1"/>
        </p:nvCxnSpPr>
        <p:spPr>
          <a:xfrm>
            <a:off x="4571772" y="4210030"/>
            <a:ext cx="2612548" cy="0"/>
          </a:xfrm>
          <a:prstGeom prst="line">
            <a:avLst/>
          </a:prstGeom>
          <a:ln>
            <a:gradFill>
              <a:gsLst>
                <a:gs pos="27000">
                  <a:srgbClr val="F2F2F2"/>
                </a:gs>
                <a:gs pos="0">
                  <a:srgbClr val="F2F2F2">
                    <a:alpha val="0"/>
                  </a:srgbClr>
                </a:gs>
                <a:gs pos="71000">
                  <a:srgbClr val="F2F2F2"/>
                </a:gs>
                <a:gs pos="100000">
                  <a:srgbClr val="F2F2F2">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C1F0A28-78C8-79B7-AA9C-4C1A4B840223}"/>
              </a:ext>
            </a:extLst>
          </p:cNvPr>
          <p:cNvCxnSpPr>
            <a:cxnSpLocks/>
          </p:cNvCxnSpPr>
          <p:nvPr userDrawn="1"/>
        </p:nvCxnSpPr>
        <p:spPr>
          <a:xfrm>
            <a:off x="4571772" y="3112750"/>
            <a:ext cx="2612548" cy="0"/>
          </a:xfrm>
          <a:prstGeom prst="line">
            <a:avLst/>
          </a:prstGeom>
          <a:ln>
            <a:gradFill>
              <a:gsLst>
                <a:gs pos="27000">
                  <a:srgbClr val="F2F2F2"/>
                </a:gs>
                <a:gs pos="0">
                  <a:srgbClr val="F2F2F2">
                    <a:alpha val="0"/>
                  </a:srgbClr>
                </a:gs>
                <a:gs pos="71000">
                  <a:srgbClr val="F2F2F2"/>
                </a:gs>
                <a:gs pos="100000">
                  <a:srgbClr val="F2F2F2">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7B8524C-A05F-1433-9F42-6E164EF9C5D0}"/>
              </a:ext>
            </a:extLst>
          </p:cNvPr>
          <p:cNvCxnSpPr>
            <a:cxnSpLocks/>
          </p:cNvCxnSpPr>
          <p:nvPr userDrawn="1"/>
        </p:nvCxnSpPr>
        <p:spPr>
          <a:xfrm>
            <a:off x="4571772" y="5307310"/>
            <a:ext cx="2612548" cy="0"/>
          </a:xfrm>
          <a:prstGeom prst="line">
            <a:avLst/>
          </a:prstGeom>
          <a:ln>
            <a:gradFill>
              <a:gsLst>
                <a:gs pos="27000">
                  <a:srgbClr val="F2F2F2"/>
                </a:gs>
                <a:gs pos="0">
                  <a:srgbClr val="F2F2F2">
                    <a:alpha val="0"/>
                  </a:srgbClr>
                </a:gs>
                <a:gs pos="71000">
                  <a:srgbClr val="F2F2F2"/>
                </a:gs>
                <a:gs pos="100000">
                  <a:srgbClr val="F2F2F2">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D47ACF3-CF3C-BA95-83F1-AB56ABE9D0ED}"/>
              </a:ext>
            </a:extLst>
          </p:cNvPr>
          <p:cNvCxnSpPr>
            <a:cxnSpLocks/>
          </p:cNvCxnSpPr>
          <p:nvPr userDrawn="1"/>
        </p:nvCxnSpPr>
        <p:spPr>
          <a:xfrm>
            <a:off x="3704875" y="1890115"/>
            <a:ext cx="0" cy="4653189"/>
          </a:xfrm>
          <a:prstGeom prst="line">
            <a:avLst/>
          </a:prstGeom>
          <a:ln>
            <a:gradFill>
              <a:gsLst>
                <a:gs pos="27000">
                  <a:srgbClr val="F2F2F2"/>
                </a:gs>
                <a:gs pos="0">
                  <a:srgbClr val="F2F2F2">
                    <a:alpha val="0"/>
                  </a:srgbClr>
                </a:gs>
                <a:gs pos="71000">
                  <a:srgbClr val="F2F2F2"/>
                </a:gs>
                <a:gs pos="100000">
                  <a:srgbClr val="F2F2F2">
                    <a:alpha val="0"/>
                  </a:srgbClr>
                </a:gs>
              </a:gsLst>
              <a:lin ang="5400000" scaled="0"/>
            </a:gra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3FE5975C-C60C-5682-B506-FCA399B8FB42}"/>
              </a:ext>
            </a:extLst>
          </p:cNvPr>
          <p:cNvPicPr>
            <a:picLocks noChangeAspect="1"/>
          </p:cNvPicPr>
          <p:nvPr userDrawn="1"/>
        </p:nvPicPr>
        <p:blipFill rotWithShape="1">
          <a:blip r:embed="rId4" cstate="screen">
            <a:alphaModFix amt="40000"/>
            <a:extLst>
              <a:ext uri="{28A0092B-C50C-407E-A947-70E740481C1C}">
                <a14:useLocalDpi xmlns:a14="http://schemas.microsoft.com/office/drawing/2010/main"/>
              </a:ext>
            </a:extLst>
          </a:blip>
          <a:srcRect t="3196"/>
          <a:stretch/>
        </p:blipFill>
        <p:spPr>
          <a:xfrm rot="16200000">
            <a:off x="6833232" y="1483842"/>
            <a:ext cx="6858000" cy="3859529"/>
          </a:xfrm>
          <a:prstGeom prst="rect">
            <a:avLst/>
          </a:prstGeom>
        </p:spPr>
      </p:pic>
    </p:spTree>
    <p:extLst>
      <p:ext uri="{BB962C8B-B14F-4D97-AF65-F5344CB8AC3E}">
        <p14:creationId xmlns:p14="http://schemas.microsoft.com/office/powerpoint/2010/main" val="41013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4354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p:txBody>
          <a:bodyPr/>
          <a:lstStyle/>
          <a:p>
            <a:r>
              <a:rPr lang="en-GB"/>
              <a:t>Click to edit Master title style</a:t>
            </a:r>
            <a:endParaRPr lang="en-US"/>
          </a:p>
        </p:txBody>
      </p:sp>
      <p:sp>
        <p:nvSpPr>
          <p:cNvPr id="6" name="Picture Placeholder 3">
            <a:extLst>
              <a:ext uri="{FF2B5EF4-FFF2-40B4-BE49-F238E27FC236}">
                <a16:creationId xmlns:a16="http://schemas.microsoft.com/office/drawing/2014/main" id="{702DDE06-7318-1547-A313-A57C14809948}"/>
              </a:ext>
            </a:extLst>
          </p:cNvPr>
          <p:cNvSpPr>
            <a:spLocks noGrp="1"/>
          </p:cNvSpPr>
          <p:nvPr>
            <p:ph type="pic" sz="quarter" idx="15"/>
          </p:nvPr>
        </p:nvSpPr>
        <p:spPr>
          <a:xfrm>
            <a:off x="524170" y="1580802"/>
            <a:ext cx="2045023" cy="2516655"/>
          </a:xfrm>
        </p:spPr>
        <p:txBody>
          <a:bodyPr/>
          <a:lstStyle/>
          <a:p>
            <a:endParaRPr lang="en-AE"/>
          </a:p>
        </p:txBody>
      </p:sp>
      <p:sp>
        <p:nvSpPr>
          <p:cNvPr id="7" name="Picture Placeholder 3">
            <a:extLst>
              <a:ext uri="{FF2B5EF4-FFF2-40B4-BE49-F238E27FC236}">
                <a16:creationId xmlns:a16="http://schemas.microsoft.com/office/drawing/2014/main" id="{54B35A95-824F-D048-BEB1-FFBB4EF7A3F3}"/>
              </a:ext>
            </a:extLst>
          </p:cNvPr>
          <p:cNvSpPr>
            <a:spLocks noGrp="1"/>
          </p:cNvSpPr>
          <p:nvPr>
            <p:ph type="pic" sz="quarter" idx="16"/>
          </p:nvPr>
        </p:nvSpPr>
        <p:spPr>
          <a:xfrm>
            <a:off x="2798829" y="1580802"/>
            <a:ext cx="2045023" cy="2516655"/>
          </a:xfrm>
        </p:spPr>
        <p:txBody>
          <a:bodyPr/>
          <a:lstStyle/>
          <a:p>
            <a:endParaRPr lang="en-AE"/>
          </a:p>
        </p:txBody>
      </p:sp>
      <p:sp>
        <p:nvSpPr>
          <p:cNvPr id="8" name="Picture Placeholder 3">
            <a:extLst>
              <a:ext uri="{FF2B5EF4-FFF2-40B4-BE49-F238E27FC236}">
                <a16:creationId xmlns:a16="http://schemas.microsoft.com/office/drawing/2014/main" id="{CCC0692B-1B32-9C4C-BB33-618ADCC743D5}"/>
              </a:ext>
            </a:extLst>
          </p:cNvPr>
          <p:cNvSpPr>
            <a:spLocks noGrp="1"/>
          </p:cNvSpPr>
          <p:nvPr>
            <p:ph type="pic" sz="quarter" idx="17"/>
          </p:nvPr>
        </p:nvSpPr>
        <p:spPr>
          <a:xfrm>
            <a:off x="5073488" y="1580802"/>
            <a:ext cx="2045023" cy="2516655"/>
          </a:xfrm>
        </p:spPr>
        <p:txBody>
          <a:bodyPr/>
          <a:lstStyle/>
          <a:p>
            <a:endParaRPr lang="en-AE"/>
          </a:p>
        </p:txBody>
      </p:sp>
      <p:sp>
        <p:nvSpPr>
          <p:cNvPr id="9" name="Picture Placeholder 3">
            <a:extLst>
              <a:ext uri="{FF2B5EF4-FFF2-40B4-BE49-F238E27FC236}">
                <a16:creationId xmlns:a16="http://schemas.microsoft.com/office/drawing/2014/main" id="{087F2096-DECA-A948-B8F5-CE5AEFB317C2}"/>
              </a:ext>
            </a:extLst>
          </p:cNvPr>
          <p:cNvSpPr>
            <a:spLocks noGrp="1"/>
          </p:cNvSpPr>
          <p:nvPr>
            <p:ph type="pic" sz="quarter" idx="18"/>
          </p:nvPr>
        </p:nvSpPr>
        <p:spPr>
          <a:xfrm>
            <a:off x="7348147" y="1580802"/>
            <a:ext cx="2045023" cy="2516655"/>
          </a:xfrm>
        </p:spPr>
        <p:txBody>
          <a:bodyPr/>
          <a:lstStyle/>
          <a:p>
            <a:endParaRPr lang="en-AE"/>
          </a:p>
        </p:txBody>
      </p:sp>
      <p:sp>
        <p:nvSpPr>
          <p:cNvPr id="12" name="Picture Placeholder 3">
            <a:extLst>
              <a:ext uri="{FF2B5EF4-FFF2-40B4-BE49-F238E27FC236}">
                <a16:creationId xmlns:a16="http://schemas.microsoft.com/office/drawing/2014/main" id="{3A8219D2-F30E-804D-8BED-F594FEC2611A}"/>
              </a:ext>
            </a:extLst>
          </p:cNvPr>
          <p:cNvSpPr>
            <a:spLocks noGrp="1"/>
          </p:cNvSpPr>
          <p:nvPr>
            <p:ph type="pic" sz="quarter" idx="19"/>
          </p:nvPr>
        </p:nvSpPr>
        <p:spPr>
          <a:xfrm>
            <a:off x="9622807" y="1580802"/>
            <a:ext cx="2045023" cy="2516655"/>
          </a:xfrm>
        </p:spPr>
        <p:txBody>
          <a:bodyPr/>
          <a:lstStyle/>
          <a:p>
            <a:endParaRPr lang="en-AE"/>
          </a:p>
        </p:txBody>
      </p:sp>
      <p:pic>
        <p:nvPicPr>
          <p:cNvPr id="11" name="Picture 10">
            <a:extLst>
              <a:ext uri="{FF2B5EF4-FFF2-40B4-BE49-F238E27FC236}">
                <a16:creationId xmlns:a16="http://schemas.microsoft.com/office/drawing/2014/main" id="{399425CE-F3E7-FCD4-CB52-D33888E117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347185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1_Illustration">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AF1DF597-B06E-4312-BBF1-31202F6BECB9}"/>
              </a:ext>
            </a:extLst>
          </p:cNvPr>
          <p:cNvSpPr>
            <a:spLocks noGrp="1"/>
          </p:cNvSpPr>
          <p:nvPr>
            <p:ph type="body" sz="quarter" idx="13" hasCustomPrompt="1"/>
          </p:nvPr>
        </p:nvSpPr>
        <p:spPr>
          <a:xfrm>
            <a:off x="524170" y="857251"/>
            <a:ext cx="114354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p:txBody>
          <a:bodyPr/>
          <a:lstStyle/>
          <a:p>
            <a:r>
              <a:rPr lang="en-US"/>
              <a:t>Private &amp; Confidential</a:t>
            </a:r>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p>
            <a:fld id="{31939A77-4DCF-4228-8B74-013876D0374B}" type="slidenum">
              <a:rPr lang="en-US" smtClean="0"/>
              <a:t>‹#›</a:t>
            </a:fld>
            <a:endParaRPr lang="en-US"/>
          </a:p>
        </p:txBody>
      </p:sp>
      <p:sp>
        <p:nvSpPr>
          <p:cNvPr id="13" name="Title 12">
            <a:extLst>
              <a:ext uri="{FF2B5EF4-FFF2-40B4-BE49-F238E27FC236}">
                <a16:creationId xmlns:a16="http://schemas.microsoft.com/office/drawing/2014/main" id="{B053A783-6FB4-4655-9567-4C0A12370233}"/>
              </a:ext>
            </a:extLst>
          </p:cNvPr>
          <p:cNvSpPr>
            <a:spLocks noGrp="1"/>
          </p:cNvSpPr>
          <p:nvPr>
            <p:ph type="title"/>
          </p:nvPr>
        </p:nvSpPr>
        <p:spPr/>
        <p:txBody>
          <a:bodyPr/>
          <a:lstStyle/>
          <a:p>
            <a:r>
              <a:rPr lang="en-GB"/>
              <a:t>Click to edit Master title style</a:t>
            </a:r>
            <a:endParaRPr lang="en-US"/>
          </a:p>
        </p:txBody>
      </p:sp>
      <p:pic>
        <p:nvPicPr>
          <p:cNvPr id="8" name="Picture 7">
            <a:extLst>
              <a:ext uri="{FF2B5EF4-FFF2-40B4-BE49-F238E27FC236}">
                <a16:creationId xmlns:a16="http://schemas.microsoft.com/office/drawing/2014/main" id="{E8777316-F15E-4A68-94E8-A06E89AB3F6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3303615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Quote white with image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BE491-0BDB-4FFC-B88E-FA5CCF23867B}"/>
              </a:ext>
            </a:extLst>
          </p:cNvPr>
          <p:cNvSpPr>
            <a:spLocks noGrp="1"/>
          </p:cNvSpPr>
          <p:nvPr>
            <p:ph type="title"/>
          </p:nvPr>
        </p:nvSpPr>
        <p:spPr>
          <a:xfrm>
            <a:off x="1408848" y="2924653"/>
            <a:ext cx="9374304" cy="1770537"/>
          </a:xfrm>
        </p:spPr>
        <p:txBody>
          <a:bodyPr anchor="t"/>
          <a:lstStyle>
            <a:lvl1pPr algn="ctr">
              <a:defRPr sz="3200" cap="none" baseline="0">
                <a:latin typeface="+mn-lt"/>
              </a:defRPr>
            </a:lvl1p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96D7A9-F67D-4203-916A-9CAC738E3508}"/>
              </a:ext>
            </a:extLst>
          </p:cNvPr>
          <p:cNvSpPr>
            <a:spLocks noGrp="1"/>
          </p:cNvSpPr>
          <p:nvPr>
            <p:ph type="body" idx="1"/>
          </p:nvPr>
        </p:nvSpPr>
        <p:spPr>
          <a:xfrm>
            <a:off x="4560903" y="5002485"/>
            <a:ext cx="3070194" cy="299408"/>
          </a:xfrm>
        </p:spPr>
        <p:txBody>
          <a:bodyPr/>
          <a:lstStyle>
            <a:lvl1pPr marL="0" indent="0" algn="ctr">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a:p>
            <a:pPr lvl="0"/>
            <a:endParaRPr lang="en-GB" dirty="0"/>
          </a:p>
        </p:txBody>
      </p:sp>
      <p:sp>
        <p:nvSpPr>
          <p:cNvPr id="9" name="Picture Placeholder 8">
            <a:extLst>
              <a:ext uri="{FF2B5EF4-FFF2-40B4-BE49-F238E27FC236}">
                <a16:creationId xmlns:a16="http://schemas.microsoft.com/office/drawing/2014/main" id="{20154335-A60D-1042-B423-F0CB8B577473}"/>
              </a:ext>
            </a:extLst>
          </p:cNvPr>
          <p:cNvSpPr>
            <a:spLocks noGrp="1"/>
          </p:cNvSpPr>
          <p:nvPr>
            <p:ph type="pic" sz="quarter" idx="10"/>
          </p:nvPr>
        </p:nvSpPr>
        <p:spPr>
          <a:xfrm>
            <a:off x="5313243" y="675783"/>
            <a:ext cx="1565513" cy="1565513"/>
          </a:xfrm>
          <a:prstGeom prst="ellipse">
            <a:avLst/>
          </a:prstGeom>
        </p:spPr>
        <p:txBody>
          <a:bodyPr/>
          <a:lstStyle/>
          <a:p>
            <a:endParaRPr lang="en-GB"/>
          </a:p>
        </p:txBody>
      </p:sp>
      <p:cxnSp>
        <p:nvCxnSpPr>
          <p:cNvPr id="10" name="Straight Connector 9">
            <a:extLst>
              <a:ext uri="{FF2B5EF4-FFF2-40B4-BE49-F238E27FC236}">
                <a16:creationId xmlns:a16="http://schemas.microsoft.com/office/drawing/2014/main" id="{C768F83D-6EDD-1849-88C1-F1ADC1FDACD5}"/>
              </a:ext>
            </a:extLst>
          </p:cNvPr>
          <p:cNvCxnSpPr>
            <a:cxnSpLocks/>
          </p:cNvCxnSpPr>
          <p:nvPr userDrawn="1"/>
        </p:nvCxnSpPr>
        <p:spPr>
          <a:xfrm flipH="1">
            <a:off x="7310677" y="1440481"/>
            <a:ext cx="2766243" cy="0"/>
          </a:xfrm>
          <a:prstGeom prst="line">
            <a:avLst/>
          </a:prstGeom>
          <a:ln w="12700">
            <a:gradFill>
              <a:gsLst>
                <a:gs pos="0">
                  <a:srgbClr val="000000">
                    <a:alpha val="0"/>
                  </a:srgbClr>
                </a:gs>
                <a:gs pos="49000">
                  <a:srgbClr val="000000"/>
                </a:gs>
                <a:gs pos="99000">
                  <a:srgbClr val="000000">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C066E23-BC86-D349-82A0-3DB0649DB840}"/>
              </a:ext>
            </a:extLst>
          </p:cNvPr>
          <p:cNvCxnSpPr>
            <a:cxnSpLocks/>
          </p:cNvCxnSpPr>
          <p:nvPr userDrawn="1"/>
        </p:nvCxnSpPr>
        <p:spPr>
          <a:xfrm flipH="1">
            <a:off x="2021406" y="1440481"/>
            <a:ext cx="2766243" cy="0"/>
          </a:xfrm>
          <a:prstGeom prst="line">
            <a:avLst/>
          </a:prstGeom>
          <a:ln w="12700">
            <a:gradFill>
              <a:gsLst>
                <a:gs pos="0">
                  <a:srgbClr val="000000">
                    <a:alpha val="0"/>
                  </a:srgbClr>
                </a:gs>
                <a:gs pos="49000">
                  <a:srgbClr val="000000"/>
                </a:gs>
                <a:gs pos="99000">
                  <a:srgbClr val="000000">
                    <a:alpha val="0"/>
                  </a:srgbClr>
                </a:gs>
              </a:gsLst>
              <a:lin ang="0" scaled="0"/>
            </a:gra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0C6CD5A-13AD-C745-9434-007E956578A7}"/>
              </a:ext>
            </a:extLst>
          </p:cNvPr>
          <p:cNvPicPr>
            <a:picLocks noChangeAspect="1"/>
          </p:cNvPicPr>
          <p:nvPr userDrawn="1"/>
        </p:nvPicPr>
        <p:blipFill>
          <a:blip r:embed="rId2">
            <a:alphaModFix amt="8000"/>
          </a:blip>
          <a:stretch>
            <a:fillRect/>
          </a:stretch>
        </p:blipFill>
        <p:spPr>
          <a:xfrm>
            <a:off x="5113577" y="2600181"/>
            <a:ext cx="2197100" cy="2197100"/>
          </a:xfrm>
          <a:prstGeom prst="rect">
            <a:avLst/>
          </a:prstGeom>
        </p:spPr>
      </p:pic>
    </p:spTree>
    <p:extLst>
      <p:ext uri="{BB962C8B-B14F-4D97-AF65-F5344CB8AC3E}">
        <p14:creationId xmlns:p14="http://schemas.microsoft.com/office/powerpoint/2010/main" val="1418677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Quote white with image 02">
    <p:spTree>
      <p:nvGrpSpPr>
        <p:cNvPr id="1" name=""/>
        <p:cNvGrpSpPr/>
        <p:nvPr/>
      </p:nvGrpSpPr>
      <p:grpSpPr>
        <a:xfrm>
          <a:off x="0" y="0"/>
          <a:ext cx="0" cy="0"/>
          <a:chOff x="0" y="0"/>
          <a:chExt cx="0" cy="0"/>
        </a:xfrm>
      </p:grpSpPr>
      <p:pic>
        <p:nvPicPr>
          <p:cNvPr id="16" name="Picture 15" descr="Shape&#10;&#10;Description automatically generated with medium confidence">
            <a:extLst>
              <a:ext uri="{FF2B5EF4-FFF2-40B4-BE49-F238E27FC236}">
                <a16:creationId xmlns:a16="http://schemas.microsoft.com/office/drawing/2014/main" id="{C8FE2276-AC13-6043-A4E5-047F9C9CFF1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1" y="-1"/>
            <a:ext cx="4934464" cy="6860497"/>
          </a:xfrm>
          <a:prstGeom prst="rect">
            <a:avLst/>
          </a:prstGeom>
        </p:spPr>
      </p:pic>
      <p:sp>
        <p:nvSpPr>
          <p:cNvPr id="2" name="Title 1">
            <a:extLst>
              <a:ext uri="{FF2B5EF4-FFF2-40B4-BE49-F238E27FC236}">
                <a16:creationId xmlns:a16="http://schemas.microsoft.com/office/drawing/2014/main" id="{C46BE491-0BDB-4FFC-B88E-FA5CCF23867B}"/>
              </a:ext>
            </a:extLst>
          </p:cNvPr>
          <p:cNvSpPr>
            <a:spLocks noGrp="1"/>
          </p:cNvSpPr>
          <p:nvPr>
            <p:ph type="title"/>
          </p:nvPr>
        </p:nvSpPr>
        <p:spPr>
          <a:xfrm>
            <a:off x="5380264" y="2283531"/>
            <a:ext cx="5641521" cy="1770537"/>
          </a:xfrm>
        </p:spPr>
        <p:txBody>
          <a:bodyPr anchor="t"/>
          <a:lstStyle>
            <a:lvl1pPr algn="l">
              <a:defRPr sz="3200" cap="none" baseline="0">
                <a:latin typeface="+mn-lt"/>
              </a:defRPr>
            </a:lvl1p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96D7A9-F67D-4203-916A-9CAC738E3508}"/>
              </a:ext>
            </a:extLst>
          </p:cNvPr>
          <p:cNvSpPr>
            <a:spLocks noGrp="1"/>
          </p:cNvSpPr>
          <p:nvPr>
            <p:ph type="body" idx="1"/>
          </p:nvPr>
        </p:nvSpPr>
        <p:spPr>
          <a:xfrm>
            <a:off x="5380264" y="4480631"/>
            <a:ext cx="3070194" cy="299408"/>
          </a:xfrm>
        </p:spPr>
        <p:txBody>
          <a:bodyPr/>
          <a:lstStyle>
            <a:lvl1pPr marL="0" indent="0" algn="l">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pic>
        <p:nvPicPr>
          <p:cNvPr id="13" name="Picture 12">
            <a:extLst>
              <a:ext uri="{FF2B5EF4-FFF2-40B4-BE49-F238E27FC236}">
                <a16:creationId xmlns:a16="http://schemas.microsoft.com/office/drawing/2014/main" id="{2DB18077-06BB-ED4A-9BD7-7D98471238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3625" y="-8026"/>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pic>
        <p:nvPicPr>
          <p:cNvPr id="15" name="Picture 14">
            <a:extLst>
              <a:ext uri="{FF2B5EF4-FFF2-40B4-BE49-F238E27FC236}">
                <a16:creationId xmlns:a16="http://schemas.microsoft.com/office/drawing/2014/main" id="{B2718F2C-34C6-3544-8A97-8177DF37A540}"/>
              </a:ext>
            </a:extLst>
          </p:cNvPr>
          <p:cNvPicPr>
            <a:picLocks noChangeAspect="1"/>
          </p:cNvPicPr>
          <p:nvPr userDrawn="1"/>
        </p:nvPicPr>
        <p:blipFill>
          <a:blip r:embed="rId4">
            <a:alphaModFix amt="8000"/>
          </a:blip>
          <a:stretch>
            <a:fillRect/>
          </a:stretch>
        </p:blipFill>
        <p:spPr>
          <a:xfrm>
            <a:off x="5151633" y="2955518"/>
            <a:ext cx="2197100" cy="2197100"/>
          </a:xfrm>
          <a:prstGeom prst="rect">
            <a:avLst/>
          </a:prstGeom>
        </p:spPr>
      </p:pic>
      <p:sp>
        <p:nvSpPr>
          <p:cNvPr id="9" name="Picture Placeholder 8">
            <a:extLst>
              <a:ext uri="{FF2B5EF4-FFF2-40B4-BE49-F238E27FC236}">
                <a16:creationId xmlns:a16="http://schemas.microsoft.com/office/drawing/2014/main" id="{20154335-A60D-1042-B423-F0CB8B577473}"/>
              </a:ext>
            </a:extLst>
          </p:cNvPr>
          <p:cNvSpPr>
            <a:spLocks noGrp="1"/>
          </p:cNvSpPr>
          <p:nvPr>
            <p:ph type="pic" sz="quarter" idx="10"/>
          </p:nvPr>
        </p:nvSpPr>
        <p:spPr>
          <a:xfrm>
            <a:off x="1267313" y="1254691"/>
            <a:ext cx="3575956" cy="4348618"/>
          </a:xfrm>
          <a:prstGeom prst="round2DiagRect">
            <a:avLst/>
          </a:prstGeom>
        </p:spPr>
        <p:txBody>
          <a:bodyPr/>
          <a:lstStyle/>
          <a:p>
            <a:endParaRPr lang="en-GB"/>
          </a:p>
        </p:txBody>
      </p:sp>
    </p:spTree>
    <p:extLst>
      <p:ext uri="{BB962C8B-B14F-4D97-AF65-F5344CB8AC3E}">
        <p14:creationId xmlns:p14="http://schemas.microsoft.com/office/powerpoint/2010/main" val="813719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Quote dark with imag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F223B2B-46EC-034C-9005-B095D0314EE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C46BE491-0BDB-4FFC-B88E-FA5CCF23867B}"/>
              </a:ext>
            </a:extLst>
          </p:cNvPr>
          <p:cNvSpPr>
            <a:spLocks noGrp="1"/>
          </p:cNvSpPr>
          <p:nvPr>
            <p:ph type="title"/>
          </p:nvPr>
        </p:nvSpPr>
        <p:spPr>
          <a:xfrm>
            <a:off x="1408848" y="2924653"/>
            <a:ext cx="9374304" cy="1770537"/>
          </a:xfrm>
        </p:spPr>
        <p:txBody>
          <a:bodyPr anchor="t"/>
          <a:lstStyle>
            <a:lvl1pPr algn="ctr">
              <a:defRPr sz="3200" cap="none" baseline="0">
                <a:solidFill>
                  <a:srgbClr val="F2F2F2"/>
                </a:solidFill>
                <a:latin typeface="+mn-lt"/>
              </a:defRPr>
            </a:lvl1p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96D7A9-F67D-4203-916A-9CAC738E3508}"/>
              </a:ext>
            </a:extLst>
          </p:cNvPr>
          <p:cNvSpPr>
            <a:spLocks noGrp="1"/>
          </p:cNvSpPr>
          <p:nvPr>
            <p:ph type="body" idx="1"/>
          </p:nvPr>
        </p:nvSpPr>
        <p:spPr>
          <a:xfrm>
            <a:off x="4560903" y="5052180"/>
            <a:ext cx="3070194" cy="299408"/>
          </a:xfrm>
        </p:spPr>
        <p:txBody>
          <a:bodyPr/>
          <a:lstStyle>
            <a:lvl1pPr marL="0" indent="0" algn="ctr">
              <a:buNone/>
              <a:defRPr sz="1400">
                <a:solidFill>
                  <a:srgbClr val="F2F2F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9" name="Picture Placeholder 8">
            <a:extLst>
              <a:ext uri="{FF2B5EF4-FFF2-40B4-BE49-F238E27FC236}">
                <a16:creationId xmlns:a16="http://schemas.microsoft.com/office/drawing/2014/main" id="{20154335-A60D-1042-B423-F0CB8B577473}"/>
              </a:ext>
            </a:extLst>
          </p:cNvPr>
          <p:cNvSpPr>
            <a:spLocks noGrp="1"/>
          </p:cNvSpPr>
          <p:nvPr>
            <p:ph type="pic" sz="quarter" idx="10"/>
          </p:nvPr>
        </p:nvSpPr>
        <p:spPr>
          <a:xfrm>
            <a:off x="5313243" y="675783"/>
            <a:ext cx="1565513" cy="1565513"/>
          </a:xfrm>
          <a:prstGeom prst="ellipse">
            <a:avLst/>
          </a:prstGeom>
        </p:spPr>
        <p:txBody>
          <a:bodyPr/>
          <a:lstStyle/>
          <a:p>
            <a:endParaRPr lang="en-GB"/>
          </a:p>
        </p:txBody>
      </p:sp>
      <p:cxnSp>
        <p:nvCxnSpPr>
          <p:cNvPr id="10" name="Straight Connector 9">
            <a:extLst>
              <a:ext uri="{FF2B5EF4-FFF2-40B4-BE49-F238E27FC236}">
                <a16:creationId xmlns:a16="http://schemas.microsoft.com/office/drawing/2014/main" id="{C768F83D-6EDD-1849-88C1-F1ADC1FDACD5}"/>
              </a:ext>
            </a:extLst>
          </p:cNvPr>
          <p:cNvCxnSpPr>
            <a:cxnSpLocks/>
          </p:cNvCxnSpPr>
          <p:nvPr userDrawn="1"/>
        </p:nvCxnSpPr>
        <p:spPr>
          <a:xfrm flipH="1">
            <a:off x="7310677" y="1440481"/>
            <a:ext cx="2766243" cy="0"/>
          </a:xfrm>
          <a:prstGeom prst="line">
            <a:avLst/>
          </a:prstGeom>
          <a:ln w="12700">
            <a:gradFill>
              <a:gsLst>
                <a:gs pos="0">
                  <a:srgbClr val="000000">
                    <a:alpha val="0"/>
                  </a:srgbClr>
                </a:gs>
                <a:gs pos="48000">
                  <a:srgbClr val="F2F2F2"/>
                </a:gs>
                <a:gs pos="99000">
                  <a:srgbClr val="000000">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C066E23-BC86-D349-82A0-3DB0649DB840}"/>
              </a:ext>
            </a:extLst>
          </p:cNvPr>
          <p:cNvCxnSpPr>
            <a:cxnSpLocks/>
          </p:cNvCxnSpPr>
          <p:nvPr userDrawn="1"/>
        </p:nvCxnSpPr>
        <p:spPr>
          <a:xfrm flipH="1">
            <a:off x="2021406" y="1440481"/>
            <a:ext cx="2766243" cy="0"/>
          </a:xfrm>
          <a:prstGeom prst="line">
            <a:avLst/>
          </a:prstGeom>
          <a:ln w="12700">
            <a:gradFill>
              <a:gsLst>
                <a:gs pos="0">
                  <a:srgbClr val="000000">
                    <a:alpha val="0"/>
                  </a:srgbClr>
                </a:gs>
                <a:gs pos="48000">
                  <a:srgbClr val="F2F2F2"/>
                </a:gs>
                <a:gs pos="99000">
                  <a:srgbClr val="000000">
                    <a:alpha val="0"/>
                  </a:srgbClr>
                </a:gs>
              </a:gsLst>
              <a:lin ang="0" scaled="0"/>
            </a:gra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0C6CD5A-13AD-C745-9434-007E956578A7}"/>
              </a:ext>
            </a:extLst>
          </p:cNvPr>
          <p:cNvPicPr>
            <a:picLocks noChangeAspect="1"/>
          </p:cNvPicPr>
          <p:nvPr userDrawn="1"/>
        </p:nvPicPr>
        <p:blipFill>
          <a:blip r:embed="rId3">
            <a:alphaModFix amt="18000"/>
          </a:blip>
          <a:stretch>
            <a:fillRect/>
          </a:stretch>
        </p:blipFill>
        <p:spPr>
          <a:xfrm>
            <a:off x="5113577" y="2581754"/>
            <a:ext cx="2197100" cy="2197100"/>
          </a:xfrm>
          <a:prstGeom prst="rect">
            <a:avLst/>
          </a:prstGeom>
        </p:spPr>
      </p:pic>
    </p:spTree>
    <p:extLst>
      <p:ext uri="{BB962C8B-B14F-4D97-AF65-F5344CB8AC3E}">
        <p14:creationId xmlns:p14="http://schemas.microsoft.com/office/powerpoint/2010/main" val="731788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_Quote dark with image 0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2D57ABE-3831-DD49-89D1-B0EF3E62E8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pic>
        <p:nvPicPr>
          <p:cNvPr id="6" name="Picture 5">
            <a:extLst>
              <a:ext uri="{FF2B5EF4-FFF2-40B4-BE49-F238E27FC236}">
                <a16:creationId xmlns:a16="http://schemas.microsoft.com/office/drawing/2014/main" id="{B1CFDAEC-C2A5-484B-A789-0EB2E7DEF6C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a:off x="1" y="-1"/>
            <a:ext cx="4927106" cy="6850267"/>
          </a:xfrm>
          <a:prstGeom prst="rect">
            <a:avLst/>
          </a:prstGeom>
        </p:spPr>
      </p:pic>
      <p:sp>
        <p:nvSpPr>
          <p:cNvPr id="2" name="Title 1">
            <a:extLst>
              <a:ext uri="{FF2B5EF4-FFF2-40B4-BE49-F238E27FC236}">
                <a16:creationId xmlns:a16="http://schemas.microsoft.com/office/drawing/2014/main" id="{C46BE491-0BDB-4FFC-B88E-FA5CCF23867B}"/>
              </a:ext>
            </a:extLst>
          </p:cNvPr>
          <p:cNvSpPr>
            <a:spLocks noGrp="1"/>
          </p:cNvSpPr>
          <p:nvPr>
            <p:ph type="title"/>
          </p:nvPr>
        </p:nvSpPr>
        <p:spPr>
          <a:xfrm>
            <a:off x="5380264" y="2283531"/>
            <a:ext cx="5641521" cy="1770537"/>
          </a:xfrm>
        </p:spPr>
        <p:txBody>
          <a:bodyPr anchor="t"/>
          <a:lstStyle>
            <a:lvl1pPr algn="l">
              <a:defRPr sz="3200" cap="none" baseline="0">
                <a:solidFill>
                  <a:srgbClr val="F2F2F2"/>
                </a:solidFill>
                <a:latin typeface="+mn-lt"/>
              </a:defRPr>
            </a:lvl1p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96D7A9-F67D-4203-916A-9CAC738E3508}"/>
              </a:ext>
            </a:extLst>
          </p:cNvPr>
          <p:cNvSpPr>
            <a:spLocks noGrp="1"/>
          </p:cNvSpPr>
          <p:nvPr>
            <p:ph type="body" idx="1"/>
          </p:nvPr>
        </p:nvSpPr>
        <p:spPr>
          <a:xfrm>
            <a:off x="5380264" y="4480631"/>
            <a:ext cx="3070194" cy="299408"/>
          </a:xfrm>
        </p:spPr>
        <p:txBody>
          <a:bodyPr/>
          <a:lstStyle>
            <a:lvl1pPr marL="0" indent="0" algn="l">
              <a:buNone/>
              <a:defRPr sz="1400">
                <a:solidFill>
                  <a:srgbClr val="F2F2F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pic>
        <p:nvPicPr>
          <p:cNvPr id="15" name="Picture 14">
            <a:extLst>
              <a:ext uri="{FF2B5EF4-FFF2-40B4-BE49-F238E27FC236}">
                <a16:creationId xmlns:a16="http://schemas.microsoft.com/office/drawing/2014/main" id="{B2718F2C-34C6-3544-8A97-8177DF37A540}"/>
              </a:ext>
            </a:extLst>
          </p:cNvPr>
          <p:cNvPicPr>
            <a:picLocks noChangeAspect="1"/>
          </p:cNvPicPr>
          <p:nvPr userDrawn="1"/>
        </p:nvPicPr>
        <p:blipFill>
          <a:blip r:embed="rId4">
            <a:alphaModFix amt="19000"/>
          </a:blip>
          <a:stretch>
            <a:fillRect/>
          </a:stretch>
        </p:blipFill>
        <p:spPr>
          <a:xfrm>
            <a:off x="5151633" y="2955518"/>
            <a:ext cx="2197100" cy="2197100"/>
          </a:xfrm>
          <a:prstGeom prst="rect">
            <a:avLst/>
          </a:prstGeom>
        </p:spPr>
      </p:pic>
      <p:sp>
        <p:nvSpPr>
          <p:cNvPr id="9" name="Picture Placeholder 8">
            <a:extLst>
              <a:ext uri="{FF2B5EF4-FFF2-40B4-BE49-F238E27FC236}">
                <a16:creationId xmlns:a16="http://schemas.microsoft.com/office/drawing/2014/main" id="{20154335-A60D-1042-B423-F0CB8B577473}"/>
              </a:ext>
            </a:extLst>
          </p:cNvPr>
          <p:cNvSpPr>
            <a:spLocks noGrp="1"/>
          </p:cNvSpPr>
          <p:nvPr>
            <p:ph type="pic" sz="quarter" idx="10"/>
          </p:nvPr>
        </p:nvSpPr>
        <p:spPr>
          <a:xfrm>
            <a:off x="1267313" y="1254691"/>
            <a:ext cx="3575956" cy="4348618"/>
          </a:xfrm>
          <a:prstGeom prst="round2DiagRect">
            <a:avLst/>
          </a:prstGeom>
        </p:spPr>
        <p:txBody>
          <a:bodyPr/>
          <a:lstStyle/>
          <a:p>
            <a:endParaRPr lang="en-GB"/>
          </a:p>
        </p:txBody>
      </p:sp>
    </p:spTree>
    <p:extLst>
      <p:ext uri="{BB962C8B-B14F-4D97-AF65-F5344CB8AC3E}">
        <p14:creationId xmlns:p14="http://schemas.microsoft.com/office/powerpoint/2010/main" val="4084317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Team slide 4 peo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4EF05E9-5155-4C5A-BF14-C60F16491320}"/>
              </a:ext>
            </a:extLst>
          </p:cNvPr>
          <p:cNvSpPr>
            <a:spLocks noGrp="1"/>
          </p:cNvSpPr>
          <p:nvPr>
            <p:ph idx="1"/>
          </p:nvPr>
        </p:nvSpPr>
        <p:spPr>
          <a:xfrm>
            <a:off x="524170" y="3829722"/>
            <a:ext cx="2444941" cy="2456778"/>
          </a:xfrm>
        </p:spPr>
        <p:txBody>
          <a:bodyPr/>
          <a:lstStyle>
            <a:lvl1pPr>
              <a:defRPr sz="1200">
                <a:solidFill>
                  <a:schemeClr val="tx2"/>
                </a:solidFill>
                <a:latin typeface="+mj-lt"/>
              </a:defRPr>
            </a:lvl1pPr>
            <a:lvl2pPr>
              <a:spcBef>
                <a:spcPts val="600"/>
              </a:spcBef>
              <a:defRPr sz="1100">
                <a:solidFill>
                  <a:schemeClr val="tx2"/>
                </a:solidFill>
              </a:defRPr>
            </a:lvl2pPr>
            <a:lvl3pPr>
              <a:spcBef>
                <a:spcPts val="600"/>
              </a:spcBef>
              <a:buClr>
                <a:schemeClr val="tx1"/>
              </a:buClr>
              <a:defRPr sz="1050">
                <a:solidFill>
                  <a:schemeClr val="tx2"/>
                </a:solidFill>
              </a:defRPr>
            </a:lvl3pPr>
            <a:lvl4pPr>
              <a:defRPr sz="1000">
                <a:solidFill>
                  <a:schemeClr val="tx2"/>
                </a:solidFill>
              </a:defRPr>
            </a:lvl4pPr>
            <a:lvl5pP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11" name="Picture Placeholder 29">
            <a:extLst>
              <a:ext uri="{FF2B5EF4-FFF2-40B4-BE49-F238E27FC236}">
                <a16:creationId xmlns:a16="http://schemas.microsoft.com/office/drawing/2014/main" id="{34872E8B-6ED7-4497-9771-1CE3F950F60E}"/>
              </a:ext>
            </a:extLst>
          </p:cNvPr>
          <p:cNvSpPr>
            <a:spLocks noGrp="1"/>
          </p:cNvSpPr>
          <p:nvPr>
            <p:ph type="pic" sz="quarter" idx="17" hasCustomPrompt="1"/>
          </p:nvPr>
        </p:nvSpPr>
        <p:spPr>
          <a:xfrm>
            <a:off x="524170" y="1538344"/>
            <a:ext cx="2444941"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2" name="Picture Placeholder 29">
            <a:extLst>
              <a:ext uri="{FF2B5EF4-FFF2-40B4-BE49-F238E27FC236}">
                <a16:creationId xmlns:a16="http://schemas.microsoft.com/office/drawing/2014/main" id="{4F0BED94-DBFD-4A8F-A8BD-AE4EFDEAECEB}"/>
              </a:ext>
            </a:extLst>
          </p:cNvPr>
          <p:cNvSpPr>
            <a:spLocks noGrp="1"/>
          </p:cNvSpPr>
          <p:nvPr>
            <p:ph type="pic" sz="quarter" idx="18" hasCustomPrompt="1"/>
          </p:nvPr>
        </p:nvSpPr>
        <p:spPr>
          <a:xfrm>
            <a:off x="3448106" y="1538344"/>
            <a:ext cx="2444941"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3" name="Picture Placeholder 29">
            <a:extLst>
              <a:ext uri="{FF2B5EF4-FFF2-40B4-BE49-F238E27FC236}">
                <a16:creationId xmlns:a16="http://schemas.microsoft.com/office/drawing/2014/main" id="{22BE5381-4660-4296-952B-49298D913839}"/>
              </a:ext>
            </a:extLst>
          </p:cNvPr>
          <p:cNvSpPr>
            <a:spLocks noGrp="1"/>
          </p:cNvSpPr>
          <p:nvPr>
            <p:ph type="pic" sz="quarter" idx="19" hasCustomPrompt="1"/>
          </p:nvPr>
        </p:nvSpPr>
        <p:spPr>
          <a:xfrm>
            <a:off x="6372042" y="1538344"/>
            <a:ext cx="2444941"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4" name="Picture Placeholder 29">
            <a:extLst>
              <a:ext uri="{FF2B5EF4-FFF2-40B4-BE49-F238E27FC236}">
                <a16:creationId xmlns:a16="http://schemas.microsoft.com/office/drawing/2014/main" id="{AA69DB6A-138D-44E4-A16A-C84FD57DDCFD}"/>
              </a:ext>
            </a:extLst>
          </p:cNvPr>
          <p:cNvSpPr>
            <a:spLocks noGrp="1"/>
          </p:cNvSpPr>
          <p:nvPr>
            <p:ph type="pic" sz="quarter" idx="20" hasCustomPrompt="1"/>
          </p:nvPr>
        </p:nvSpPr>
        <p:spPr>
          <a:xfrm>
            <a:off x="9295979" y="1538344"/>
            <a:ext cx="2444941"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cxnSp>
        <p:nvCxnSpPr>
          <p:cNvPr id="15" name="Straight Connector 14">
            <a:extLst>
              <a:ext uri="{FF2B5EF4-FFF2-40B4-BE49-F238E27FC236}">
                <a16:creationId xmlns:a16="http://schemas.microsoft.com/office/drawing/2014/main" id="{184A7808-5A3E-43F1-9BFE-234CF79C77C2}"/>
              </a:ext>
            </a:extLst>
          </p:cNvPr>
          <p:cNvCxnSpPr>
            <a:cxnSpLocks/>
          </p:cNvCxnSpPr>
          <p:nvPr userDrawn="1"/>
        </p:nvCxnSpPr>
        <p:spPr>
          <a:xfrm>
            <a:off x="3208609"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D468B03-AC85-4854-9928-6EC548F43128}"/>
              </a:ext>
            </a:extLst>
          </p:cNvPr>
          <p:cNvCxnSpPr>
            <a:cxnSpLocks/>
          </p:cNvCxnSpPr>
          <p:nvPr userDrawn="1"/>
        </p:nvCxnSpPr>
        <p:spPr>
          <a:xfrm>
            <a:off x="6132545"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8477B5-2DA5-4916-9DC3-59DDF28021F3}"/>
              </a:ext>
            </a:extLst>
          </p:cNvPr>
          <p:cNvCxnSpPr>
            <a:cxnSpLocks/>
          </p:cNvCxnSpPr>
          <p:nvPr userDrawn="1"/>
        </p:nvCxnSpPr>
        <p:spPr>
          <a:xfrm>
            <a:off x="9056481"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5E9258E8-51C4-46DA-9289-0D05523CA9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
        <p:nvSpPr>
          <p:cNvPr id="20" name="Content Placeholder 2">
            <a:extLst>
              <a:ext uri="{FF2B5EF4-FFF2-40B4-BE49-F238E27FC236}">
                <a16:creationId xmlns:a16="http://schemas.microsoft.com/office/drawing/2014/main" id="{650A8436-3305-4556-B750-DBE4B06850C4}"/>
              </a:ext>
            </a:extLst>
          </p:cNvPr>
          <p:cNvSpPr>
            <a:spLocks noGrp="1"/>
          </p:cNvSpPr>
          <p:nvPr>
            <p:ph idx="21"/>
          </p:nvPr>
        </p:nvSpPr>
        <p:spPr>
          <a:xfrm>
            <a:off x="3448106" y="3829722"/>
            <a:ext cx="2444941" cy="2456778"/>
          </a:xfrm>
        </p:spPr>
        <p:txBody>
          <a:bodyPr/>
          <a:lstStyle>
            <a:lvl1pPr>
              <a:defRPr sz="1200">
                <a:solidFill>
                  <a:schemeClr val="tx2"/>
                </a:solidFill>
                <a:latin typeface="+mj-lt"/>
              </a:defRPr>
            </a:lvl1pPr>
            <a:lvl2pPr>
              <a:spcBef>
                <a:spcPts val="600"/>
              </a:spcBef>
              <a:defRPr sz="1100">
                <a:solidFill>
                  <a:schemeClr val="tx2"/>
                </a:solidFill>
              </a:defRPr>
            </a:lvl2pPr>
            <a:lvl3pPr>
              <a:spcBef>
                <a:spcPts val="600"/>
              </a:spcBef>
              <a:buClr>
                <a:schemeClr val="tx1"/>
              </a:buClr>
              <a:defRPr sz="1050">
                <a:solidFill>
                  <a:schemeClr val="tx2"/>
                </a:solidFill>
              </a:defRPr>
            </a:lvl3pPr>
            <a:lvl4pPr>
              <a:defRPr sz="1000">
                <a:solidFill>
                  <a:schemeClr val="tx2"/>
                </a:solidFill>
              </a:defRPr>
            </a:lvl4pPr>
            <a:lvl5pP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Content Placeholder 2">
            <a:extLst>
              <a:ext uri="{FF2B5EF4-FFF2-40B4-BE49-F238E27FC236}">
                <a16:creationId xmlns:a16="http://schemas.microsoft.com/office/drawing/2014/main" id="{9E8F46C5-153E-4478-9DDE-2D08F9834D5B}"/>
              </a:ext>
            </a:extLst>
          </p:cNvPr>
          <p:cNvSpPr>
            <a:spLocks noGrp="1"/>
          </p:cNvSpPr>
          <p:nvPr>
            <p:ph idx="22"/>
          </p:nvPr>
        </p:nvSpPr>
        <p:spPr>
          <a:xfrm>
            <a:off x="6372042" y="3829722"/>
            <a:ext cx="2444941" cy="2456778"/>
          </a:xfrm>
        </p:spPr>
        <p:txBody>
          <a:bodyPr/>
          <a:lstStyle>
            <a:lvl1pPr>
              <a:defRPr sz="1200">
                <a:solidFill>
                  <a:schemeClr val="tx2"/>
                </a:solidFill>
                <a:latin typeface="+mj-lt"/>
              </a:defRPr>
            </a:lvl1pPr>
            <a:lvl2pPr>
              <a:spcBef>
                <a:spcPts val="600"/>
              </a:spcBef>
              <a:defRPr sz="1100">
                <a:solidFill>
                  <a:schemeClr val="tx2"/>
                </a:solidFill>
              </a:defRPr>
            </a:lvl2pPr>
            <a:lvl3pPr>
              <a:spcBef>
                <a:spcPts val="600"/>
              </a:spcBef>
              <a:buClr>
                <a:schemeClr val="tx1"/>
              </a:buClr>
              <a:defRPr sz="1050">
                <a:solidFill>
                  <a:schemeClr val="tx2"/>
                </a:solidFill>
              </a:defRPr>
            </a:lvl3pPr>
            <a:lvl4pPr>
              <a:defRPr sz="1000">
                <a:solidFill>
                  <a:schemeClr val="tx2"/>
                </a:solidFill>
              </a:defRPr>
            </a:lvl4pPr>
            <a:lvl5pP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2" name="Content Placeholder 2">
            <a:extLst>
              <a:ext uri="{FF2B5EF4-FFF2-40B4-BE49-F238E27FC236}">
                <a16:creationId xmlns:a16="http://schemas.microsoft.com/office/drawing/2014/main" id="{4DF7BEF7-C073-4CB8-B500-141A3BD1BA61}"/>
              </a:ext>
            </a:extLst>
          </p:cNvPr>
          <p:cNvSpPr>
            <a:spLocks noGrp="1"/>
          </p:cNvSpPr>
          <p:nvPr>
            <p:ph idx="23"/>
          </p:nvPr>
        </p:nvSpPr>
        <p:spPr>
          <a:xfrm>
            <a:off x="9295979" y="3829722"/>
            <a:ext cx="2444941" cy="2456778"/>
          </a:xfrm>
        </p:spPr>
        <p:txBody>
          <a:bodyPr/>
          <a:lstStyle>
            <a:lvl1pPr>
              <a:defRPr sz="1200">
                <a:solidFill>
                  <a:schemeClr val="tx2"/>
                </a:solidFill>
                <a:latin typeface="+mj-lt"/>
              </a:defRPr>
            </a:lvl1pPr>
            <a:lvl2pPr>
              <a:spcBef>
                <a:spcPts val="600"/>
              </a:spcBef>
              <a:defRPr sz="1100">
                <a:solidFill>
                  <a:schemeClr val="tx2"/>
                </a:solidFill>
              </a:defRPr>
            </a:lvl2pPr>
            <a:lvl3pPr>
              <a:spcBef>
                <a:spcPts val="600"/>
              </a:spcBef>
              <a:buClr>
                <a:schemeClr val="tx1"/>
              </a:buClr>
              <a:defRPr sz="1050">
                <a:solidFill>
                  <a:schemeClr val="tx2"/>
                </a:solidFill>
              </a:defRPr>
            </a:lvl3pPr>
            <a:lvl4pPr>
              <a:defRPr sz="1000">
                <a:solidFill>
                  <a:schemeClr val="tx2"/>
                </a:solidFill>
              </a:defRPr>
            </a:lvl4pPr>
            <a:lvl5pP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949882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Team slide 4 peop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07FDB6-A0E1-6207-EAFC-81DA3F4BD84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lvl1pPr>
              <a:defRPr>
                <a:solidFill>
                  <a:srgbClr val="F2F2F2"/>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4EF05E9-5155-4C5A-BF14-C60F16491320}"/>
              </a:ext>
            </a:extLst>
          </p:cNvPr>
          <p:cNvSpPr>
            <a:spLocks noGrp="1"/>
          </p:cNvSpPr>
          <p:nvPr>
            <p:ph idx="1"/>
          </p:nvPr>
        </p:nvSpPr>
        <p:spPr>
          <a:xfrm>
            <a:off x="524170" y="3829722"/>
            <a:ext cx="2444941" cy="2456778"/>
          </a:xfrm>
        </p:spPr>
        <p:txBody>
          <a:bodyPr/>
          <a:lstStyle>
            <a:lvl1pPr>
              <a:defRPr sz="1200">
                <a:solidFill>
                  <a:srgbClr val="F2F2F2"/>
                </a:solidFill>
                <a:latin typeface="+mj-lt"/>
              </a:defRPr>
            </a:lvl1pPr>
            <a:lvl2pPr>
              <a:spcBef>
                <a:spcPts val="600"/>
              </a:spcBef>
              <a:defRPr sz="1100">
                <a:solidFill>
                  <a:srgbClr val="F2F2F2"/>
                </a:solidFill>
              </a:defRPr>
            </a:lvl2pPr>
            <a:lvl3pPr>
              <a:spcBef>
                <a:spcPts val="600"/>
              </a:spcBef>
              <a:buClr>
                <a:schemeClr val="tx1"/>
              </a:buClr>
              <a:defRPr sz="1050">
                <a:solidFill>
                  <a:srgbClr val="F2F2F2"/>
                </a:solidFill>
              </a:defRPr>
            </a:lvl3pPr>
            <a:lvl4pPr>
              <a:defRPr sz="1000">
                <a:solidFill>
                  <a:srgbClr val="F2F2F2"/>
                </a:solidFill>
              </a:defRPr>
            </a:lvl4pPr>
            <a:lvl5pPr>
              <a:defRPr sz="1000">
                <a:solidFill>
                  <a:srgbClr val="F2F2F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rgbClr val="F2F2F2"/>
                </a:solidFill>
                <a:latin typeface="+mn-lt"/>
                <a:ea typeface="+mn-ea"/>
                <a:cs typeface="+mn-cs"/>
              </a:defRPr>
            </a:lvl1pPr>
          </a:lstStyle>
          <a:p>
            <a:pPr lvl="0"/>
            <a:r>
              <a:rPr lang="en-US" dirty="0"/>
              <a:t>Subtitle goes here</a:t>
            </a:r>
          </a:p>
        </p:txBody>
      </p:sp>
      <p:sp>
        <p:nvSpPr>
          <p:cNvPr id="11" name="Picture Placeholder 29">
            <a:extLst>
              <a:ext uri="{FF2B5EF4-FFF2-40B4-BE49-F238E27FC236}">
                <a16:creationId xmlns:a16="http://schemas.microsoft.com/office/drawing/2014/main" id="{34872E8B-6ED7-4497-9771-1CE3F950F60E}"/>
              </a:ext>
            </a:extLst>
          </p:cNvPr>
          <p:cNvSpPr>
            <a:spLocks noGrp="1"/>
          </p:cNvSpPr>
          <p:nvPr>
            <p:ph type="pic" sz="quarter" idx="17" hasCustomPrompt="1"/>
          </p:nvPr>
        </p:nvSpPr>
        <p:spPr>
          <a:xfrm>
            <a:off x="524170" y="1538344"/>
            <a:ext cx="2444941"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2" name="Picture Placeholder 29">
            <a:extLst>
              <a:ext uri="{FF2B5EF4-FFF2-40B4-BE49-F238E27FC236}">
                <a16:creationId xmlns:a16="http://schemas.microsoft.com/office/drawing/2014/main" id="{4F0BED94-DBFD-4A8F-A8BD-AE4EFDEAECEB}"/>
              </a:ext>
            </a:extLst>
          </p:cNvPr>
          <p:cNvSpPr>
            <a:spLocks noGrp="1"/>
          </p:cNvSpPr>
          <p:nvPr>
            <p:ph type="pic" sz="quarter" idx="18" hasCustomPrompt="1"/>
          </p:nvPr>
        </p:nvSpPr>
        <p:spPr>
          <a:xfrm>
            <a:off x="3448106" y="1538344"/>
            <a:ext cx="2444941"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3" name="Picture Placeholder 29">
            <a:extLst>
              <a:ext uri="{FF2B5EF4-FFF2-40B4-BE49-F238E27FC236}">
                <a16:creationId xmlns:a16="http://schemas.microsoft.com/office/drawing/2014/main" id="{22BE5381-4660-4296-952B-49298D913839}"/>
              </a:ext>
            </a:extLst>
          </p:cNvPr>
          <p:cNvSpPr>
            <a:spLocks noGrp="1"/>
          </p:cNvSpPr>
          <p:nvPr>
            <p:ph type="pic" sz="quarter" idx="19" hasCustomPrompt="1"/>
          </p:nvPr>
        </p:nvSpPr>
        <p:spPr>
          <a:xfrm>
            <a:off x="6372042" y="1538344"/>
            <a:ext cx="2444941"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4" name="Picture Placeholder 29">
            <a:extLst>
              <a:ext uri="{FF2B5EF4-FFF2-40B4-BE49-F238E27FC236}">
                <a16:creationId xmlns:a16="http://schemas.microsoft.com/office/drawing/2014/main" id="{AA69DB6A-138D-44E4-A16A-C84FD57DDCFD}"/>
              </a:ext>
            </a:extLst>
          </p:cNvPr>
          <p:cNvSpPr>
            <a:spLocks noGrp="1"/>
          </p:cNvSpPr>
          <p:nvPr>
            <p:ph type="pic" sz="quarter" idx="20" hasCustomPrompt="1"/>
          </p:nvPr>
        </p:nvSpPr>
        <p:spPr>
          <a:xfrm>
            <a:off x="9295979" y="1538344"/>
            <a:ext cx="2444941"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pic>
        <p:nvPicPr>
          <p:cNvPr id="19" name="Picture 18">
            <a:extLst>
              <a:ext uri="{FF2B5EF4-FFF2-40B4-BE49-F238E27FC236}">
                <a16:creationId xmlns:a16="http://schemas.microsoft.com/office/drawing/2014/main" id="{5E9258E8-51C4-46DA-9289-0D05523CA9D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
        <p:nvSpPr>
          <p:cNvPr id="20" name="Content Placeholder 2">
            <a:extLst>
              <a:ext uri="{FF2B5EF4-FFF2-40B4-BE49-F238E27FC236}">
                <a16:creationId xmlns:a16="http://schemas.microsoft.com/office/drawing/2014/main" id="{650A8436-3305-4556-B750-DBE4B06850C4}"/>
              </a:ext>
            </a:extLst>
          </p:cNvPr>
          <p:cNvSpPr>
            <a:spLocks noGrp="1"/>
          </p:cNvSpPr>
          <p:nvPr>
            <p:ph idx="21"/>
          </p:nvPr>
        </p:nvSpPr>
        <p:spPr>
          <a:xfrm>
            <a:off x="3448106" y="3829722"/>
            <a:ext cx="2444941" cy="2456778"/>
          </a:xfrm>
        </p:spPr>
        <p:txBody>
          <a:bodyPr/>
          <a:lstStyle>
            <a:lvl1pPr>
              <a:defRPr sz="1200">
                <a:solidFill>
                  <a:srgbClr val="F2F2F2"/>
                </a:solidFill>
                <a:latin typeface="+mj-lt"/>
              </a:defRPr>
            </a:lvl1pPr>
            <a:lvl2pPr>
              <a:spcBef>
                <a:spcPts val="600"/>
              </a:spcBef>
              <a:defRPr sz="1100">
                <a:solidFill>
                  <a:srgbClr val="F2F2F2"/>
                </a:solidFill>
              </a:defRPr>
            </a:lvl2pPr>
            <a:lvl3pPr>
              <a:spcBef>
                <a:spcPts val="600"/>
              </a:spcBef>
              <a:buClr>
                <a:schemeClr val="tx1"/>
              </a:buClr>
              <a:defRPr sz="1050">
                <a:solidFill>
                  <a:srgbClr val="F2F2F2"/>
                </a:solidFill>
              </a:defRPr>
            </a:lvl3pPr>
            <a:lvl4pPr>
              <a:defRPr sz="1000">
                <a:solidFill>
                  <a:srgbClr val="F2F2F2"/>
                </a:solidFill>
              </a:defRPr>
            </a:lvl4pPr>
            <a:lvl5pPr>
              <a:defRPr sz="1000">
                <a:solidFill>
                  <a:srgbClr val="F2F2F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Content Placeholder 2">
            <a:extLst>
              <a:ext uri="{FF2B5EF4-FFF2-40B4-BE49-F238E27FC236}">
                <a16:creationId xmlns:a16="http://schemas.microsoft.com/office/drawing/2014/main" id="{9E8F46C5-153E-4478-9DDE-2D08F9834D5B}"/>
              </a:ext>
            </a:extLst>
          </p:cNvPr>
          <p:cNvSpPr>
            <a:spLocks noGrp="1"/>
          </p:cNvSpPr>
          <p:nvPr>
            <p:ph idx="22"/>
          </p:nvPr>
        </p:nvSpPr>
        <p:spPr>
          <a:xfrm>
            <a:off x="6372042" y="3829722"/>
            <a:ext cx="2444941" cy="2456778"/>
          </a:xfrm>
        </p:spPr>
        <p:txBody>
          <a:bodyPr/>
          <a:lstStyle>
            <a:lvl1pPr>
              <a:defRPr sz="1200">
                <a:solidFill>
                  <a:srgbClr val="F2F2F2"/>
                </a:solidFill>
                <a:latin typeface="+mj-lt"/>
              </a:defRPr>
            </a:lvl1pPr>
            <a:lvl2pPr>
              <a:spcBef>
                <a:spcPts val="600"/>
              </a:spcBef>
              <a:defRPr sz="1100">
                <a:solidFill>
                  <a:srgbClr val="F2F2F2"/>
                </a:solidFill>
              </a:defRPr>
            </a:lvl2pPr>
            <a:lvl3pPr>
              <a:spcBef>
                <a:spcPts val="600"/>
              </a:spcBef>
              <a:buClr>
                <a:schemeClr val="tx1"/>
              </a:buClr>
              <a:defRPr sz="1050">
                <a:solidFill>
                  <a:srgbClr val="F2F2F2"/>
                </a:solidFill>
              </a:defRPr>
            </a:lvl3pPr>
            <a:lvl4pPr>
              <a:defRPr sz="1000">
                <a:solidFill>
                  <a:srgbClr val="F2F2F2"/>
                </a:solidFill>
              </a:defRPr>
            </a:lvl4pPr>
            <a:lvl5pPr>
              <a:defRPr sz="1000">
                <a:solidFill>
                  <a:srgbClr val="F2F2F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2" name="Content Placeholder 2">
            <a:extLst>
              <a:ext uri="{FF2B5EF4-FFF2-40B4-BE49-F238E27FC236}">
                <a16:creationId xmlns:a16="http://schemas.microsoft.com/office/drawing/2014/main" id="{4DF7BEF7-C073-4CB8-B500-141A3BD1BA61}"/>
              </a:ext>
            </a:extLst>
          </p:cNvPr>
          <p:cNvSpPr>
            <a:spLocks noGrp="1"/>
          </p:cNvSpPr>
          <p:nvPr>
            <p:ph idx="23"/>
          </p:nvPr>
        </p:nvSpPr>
        <p:spPr>
          <a:xfrm>
            <a:off x="9295979" y="3829722"/>
            <a:ext cx="2444941" cy="2456778"/>
          </a:xfrm>
        </p:spPr>
        <p:txBody>
          <a:bodyPr/>
          <a:lstStyle>
            <a:lvl1pPr>
              <a:defRPr sz="1200">
                <a:solidFill>
                  <a:srgbClr val="F2F2F2"/>
                </a:solidFill>
                <a:latin typeface="+mj-lt"/>
              </a:defRPr>
            </a:lvl1pPr>
            <a:lvl2pPr>
              <a:spcBef>
                <a:spcPts val="600"/>
              </a:spcBef>
              <a:defRPr sz="1100">
                <a:solidFill>
                  <a:srgbClr val="F2F2F2"/>
                </a:solidFill>
              </a:defRPr>
            </a:lvl2pPr>
            <a:lvl3pPr>
              <a:spcBef>
                <a:spcPts val="600"/>
              </a:spcBef>
              <a:buClr>
                <a:schemeClr val="tx1"/>
              </a:buClr>
              <a:defRPr sz="1050">
                <a:solidFill>
                  <a:srgbClr val="F2F2F2"/>
                </a:solidFill>
              </a:defRPr>
            </a:lvl3pPr>
            <a:lvl4pPr>
              <a:defRPr sz="1000">
                <a:solidFill>
                  <a:srgbClr val="F2F2F2"/>
                </a:solidFill>
              </a:defRPr>
            </a:lvl4pPr>
            <a:lvl5pPr>
              <a:defRPr sz="1000">
                <a:solidFill>
                  <a:srgbClr val="F2F2F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5" name="Straight Connector 4">
            <a:extLst>
              <a:ext uri="{FF2B5EF4-FFF2-40B4-BE49-F238E27FC236}">
                <a16:creationId xmlns:a16="http://schemas.microsoft.com/office/drawing/2014/main" id="{FB063161-AF1C-2D1C-15F7-C8FE9C61D713}"/>
              </a:ext>
            </a:extLst>
          </p:cNvPr>
          <p:cNvCxnSpPr>
            <a:cxnSpLocks/>
          </p:cNvCxnSpPr>
          <p:nvPr userDrawn="1"/>
        </p:nvCxnSpPr>
        <p:spPr>
          <a:xfrm>
            <a:off x="3208609" y="1538344"/>
            <a:ext cx="0" cy="4748156"/>
          </a:xfrm>
          <a:prstGeom prst="line">
            <a:avLst/>
          </a:prstGeom>
          <a:ln>
            <a:gradFill>
              <a:gsLst>
                <a:gs pos="27000">
                  <a:srgbClr val="F2F2F2"/>
                </a:gs>
                <a:gs pos="0">
                  <a:srgbClr val="F2F2F2">
                    <a:alpha val="0"/>
                  </a:srgbClr>
                </a:gs>
                <a:gs pos="71000">
                  <a:srgbClr val="F2F2F2"/>
                </a:gs>
                <a:gs pos="100000">
                  <a:srgbClr val="F2F2F2">
                    <a:alpha val="0"/>
                  </a:srgb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8874571-AFA5-BE1E-7FB1-2CA4B208CFA1}"/>
              </a:ext>
            </a:extLst>
          </p:cNvPr>
          <p:cNvCxnSpPr>
            <a:cxnSpLocks/>
          </p:cNvCxnSpPr>
          <p:nvPr userDrawn="1"/>
        </p:nvCxnSpPr>
        <p:spPr>
          <a:xfrm>
            <a:off x="6132545" y="1538344"/>
            <a:ext cx="0" cy="4748156"/>
          </a:xfrm>
          <a:prstGeom prst="line">
            <a:avLst/>
          </a:prstGeom>
          <a:ln>
            <a:gradFill>
              <a:gsLst>
                <a:gs pos="27000">
                  <a:srgbClr val="F2F2F2"/>
                </a:gs>
                <a:gs pos="0">
                  <a:srgbClr val="F2F2F2">
                    <a:alpha val="0"/>
                  </a:srgbClr>
                </a:gs>
                <a:gs pos="71000">
                  <a:srgbClr val="F2F2F2"/>
                </a:gs>
                <a:gs pos="100000">
                  <a:srgbClr val="F2F2F2">
                    <a:alpha val="0"/>
                  </a:srgb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3CF72DE-88AB-518F-3835-0DBB8703D57B}"/>
              </a:ext>
            </a:extLst>
          </p:cNvPr>
          <p:cNvCxnSpPr>
            <a:cxnSpLocks/>
          </p:cNvCxnSpPr>
          <p:nvPr userDrawn="1"/>
        </p:nvCxnSpPr>
        <p:spPr>
          <a:xfrm>
            <a:off x="9056481" y="1538344"/>
            <a:ext cx="0" cy="4748156"/>
          </a:xfrm>
          <a:prstGeom prst="line">
            <a:avLst/>
          </a:prstGeom>
          <a:ln>
            <a:gradFill>
              <a:gsLst>
                <a:gs pos="27000">
                  <a:srgbClr val="F2F2F2"/>
                </a:gs>
                <a:gs pos="0">
                  <a:srgbClr val="F2F2F2">
                    <a:alpha val="0"/>
                  </a:srgbClr>
                </a:gs>
                <a:gs pos="71000">
                  <a:srgbClr val="F2F2F2"/>
                </a:gs>
                <a:gs pos="100000">
                  <a:srgbClr val="F2F2F2">
                    <a:alpha val="0"/>
                  </a:srgbClr>
                </a:gs>
              </a:gsLst>
              <a:lin ang="54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8489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Team slide 5 peo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4EF05E9-5155-4C5A-BF14-C60F16491320}"/>
              </a:ext>
            </a:extLst>
          </p:cNvPr>
          <p:cNvSpPr>
            <a:spLocks noGrp="1"/>
          </p:cNvSpPr>
          <p:nvPr>
            <p:ph idx="1"/>
          </p:nvPr>
        </p:nvSpPr>
        <p:spPr>
          <a:xfrm>
            <a:off x="524171" y="3829722"/>
            <a:ext cx="1848940" cy="2456778"/>
          </a:xfrm>
        </p:spPr>
        <p:txBody>
          <a:bodyPr/>
          <a:lstStyle>
            <a:lvl1pPr>
              <a:defRPr sz="1200">
                <a:solidFill>
                  <a:schemeClr val="tx2"/>
                </a:solidFill>
                <a:latin typeface="+mj-lt"/>
              </a:defRPr>
            </a:lvl1pPr>
            <a:lvl2pPr>
              <a:spcBef>
                <a:spcPts val="600"/>
              </a:spcBef>
              <a:defRPr sz="1100">
                <a:solidFill>
                  <a:schemeClr val="tx2"/>
                </a:solidFill>
              </a:defRPr>
            </a:lvl2pPr>
            <a:lvl3pPr>
              <a:spcBef>
                <a:spcPts val="600"/>
              </a:spcBef>
              <a:buClr>
                <a:schemeClr val="tx2"/>
              </a:buClr>
              <a:defRPr sz="1050">
                <a:solidFill>
                  <a:schemeClr val="tx2"/>
                </a:solidFill>
              </a:defRPr>
            </a:lvl3pPr>
            <a:lvl4pPr>
              <a:buClr>
                <a:schemeClr val="tx2"/>
              </a:buClr>
              <a:defRPr sz="1000">
                <a:solidFill>
                  <a:schemeClr val="tx2"/>
                </a:solidFill>
              </a:defRPr>
            </a:lvl4pPr>
            <a:lvl5pPr>
              <a:buClr>
                <a:schemeClr val="tx2"/>
              </a:buCl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sp>
        <p:nvSpPr>
          <p:cNvPr id="11" name="Picture Placeholder 29">
            <a:extLst>
              <a:ext uri="{FF2B5EF4-FFF2-40B4-BE49-F238E27FC236}">
                <a16:creationId xmlns:a16="http://schemas.microsoft.com/office/drawing/2014/main" id="{34872E8B-6ED7-4497-9771-1CE3F950F60E}"/>
              </a:ext>
            </a:extLst>
          </p:cNvPr>
          <p:cNvSpPr>
            <a:spLocks noGrp="1"/>
          </p:cNvSpPr>
          <p:nvPr>
            <p:ph type="pic" sz="quarter" idx="17" hasCustomPrompt="1"/>
          </p:nvPr>
        </p:nvSpPr>
        <p:spPr>
          <a:xfrm>
            <a:off x="524170"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2" name="Picture Placeholder 29">
            <a:extLst>
              <a:ext uri="{FF2B5EF4-FFF2-40B4-BE49-F238E27FC236}">
                <a16:creationId xmlns:a16="http://schemas.microsoft.com/office/drawing/2014/main" id="{4F0BED94-DBFD-4A8F-A8BD-AE4EFDEAECEB}"/>
              </a:ext>
            </a:extLst>
          </p:cNvPr>
          <p:cNvSpPr>
            <a:spLocks noGrp="1"/>
          </p:cNvSpPr>
          <p:nvPr>
            <p:ph type="pic" sz="quarter" idx="18" hasCustomPrompt="1"/>
          </p:nvPr>
        </p:nvSpPr>
        <p:spPr>
          <a:xfrm>
            <a:off x="2868163"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3" name="Picture Placeholder 29">
            <a:extLst>
              <a:ext uri="{FF2B5EF4-FFF2-40B4-BE49-F238E27FC236}">
                <a16:creationId xmlns:a16="http://schemas.microsoft.com/office/drawing/2014/main" id="{22BE5381-4660-4296-952B-49298D913839}"/>
              </a:ext>
            </a:extLst>
          </p:cNvPr>
          <p:cNvSpPr>
            <a:spLocks noGrp="1"/>
          </p:cNvSpPr>
          <p:nvPr>
            <p:ph type="pic" sz="quarter" idx="19" hasCustomPrompt="1"/>
          </p:nvPr>
        </p:nvSpPr>
        <p:spPr>
          <a:xfrm>
            <a:off x="5212156"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4" name="Picture Placeholder 29">
            <a:extLst>
              <a:ext uri="{FF2B5EF4-FFF2-40B4-BE49-F238E27FC236}">
                <a16:creationId xmlns:a16="http://schemas.microsoft.com/office/drawing/2014/main" id="{AA69DB6A-138D-44E4-A16A-C84FD57DDCFD}"/>
              </a:ext>
            </a:extLst>
          </p:cNvPr>
          <p:cNvSpPr>
            <a:spLocks noGrp="1"/>
          </p:cNvSpPr>
          <p:nvPr>
            <p:ph type="pic" sz="quarter" idx="20" hasCustomPrompt="1"/>
          </p:nvPr>
        </p:nvSpPr>
        <p:spPr>
          <a:xfrm>
            <a:off x="7556149"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cxnSp>
        <p:nvCxnSpPr>
          <p:cNvPr id="15" name="Straight Connector 14">
            <a:extLst>
              <a:ext uri="{FF2B5EF4-FFF2-40B4-BE49-F238E27FC236}">
                <a16:creationId xmlns:a16="http://schemas.microsoft.com/office/drawing/2014/main" id="{184A7808-5A3E-43F1-9BFE-234CF79C77C2}"/>
              </a:ext>
            </a:extLst>
          </p:cNvPr>
          <p:cNvCxnSpPr>
            <a:cxnSpLocks/>
          </p:cNvCxnSpPr>
          <p:nvPr userDrawn="1"/>
        </p:nvCxnSpPr>
        <p:spPr>
          <a:xfrm>
            <a:off x="2620638"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D468B03-AC85-4854-9928-6EC548F43128}"/>
              </a:ext>
            </a:extLst>
          </p:cNvPr>
          <p:cNvCxnSpPr>
            <a:cxnSpLocks/>
          </p:cNvCxnSpPr>
          <p:nvPr userDrawn="1"/>
        </p:nvCxnSpPr>
        <p:spPr>
          <a:xfrm>
            <a:off x="4964631"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8477B5-2DA5-4916-9DC3-59DDF28021F3}"/>
              </a:ext>
            </a:extLst>
          </p:cNvPr>
          <p:cNvCxnSpPr>
            <a:cxnSpLocks/>
          </p:cNvCxnSpPr>
          <p:nvPr userDrawn="1"/>
        </p:nvCxnSpPr>
        <p:spPr>
          <a:xfrm>
            <a:off x="7308624"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5E9258E8-51C4-46DA-9289-0D05523CA9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
        <p:nvSpPr>
          <p:cNvPr id="20" name="Picture Placeholder 29">
            <a:extLst>
              <a:ext uri="{FF2B5EF4-FFF2-40B4-BE49-F238E27FC236}">
                <a16:creationId xmlns:a16="http://schemas.microsoft.com/office/drawing/2014/main" id="{C826744E-BB24-43B2-B715-EEB2E340D845}"/>
              </a:ext>
            </a:extLst>
          </p:cNvPr>
          <p:cNvSpPr>
            <a:spLocks noGrp="1"/>
          </p:cNvSpPr>
          <p:nvPr>
            <p:ph type="pic" sz="quarter" idx="21" hasCustomPrompt="1"/>
          </p:nvPr>
        </p:nvSpPr>
        <p:spPr>
          <a:xfrm>
            <a:off x="9900145"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cxnSp>
        <p:nvCxnSpPr>
          <p:cNvPr id="21" name="Straight Connector 20">
            <a:extLst>
              <a:ext uri="{FF2B5EF4-FFF2-40B4-BE49-F238E27FC236}">
                <a16:creationId xmlns:a16="http://schemas.microsoft.com/office/drawing/2014/main" id="{C8211B72-3891-4744-837C-F6537A907E94}"/>
              </a:ext>
            </a:extLst>
          </p:cNvPr>
          <p:cNvCxnSpPr>
            <a:cxnSpLocks/>
          </p:cNvCxnSpPr>
          <p:nvPr userDrawn="1"/>
        </p:nvCxnSpPr>
        <p:spPr>
          <a:xfrm>
            <a:off x="9652617" y="1538344"/>
            <a:ext cx="0" cy="4748156"/>
          </a:xfrm>
          <a:prstGeom prst="line">
            <a:avLst/>
          </a:prstGeom>
          <a:ln>
            <a:gradFill>
              <a:gsLst>
                <a:gs pos="27000">
                  <a:schemeClr val="tx1"/>
                </a:gs>
                <a:gs pos="0">
                  <a:schemeClr val="tx1">
                    <a:alpha val="0"/>
                  </a:schemeClr>
                </a:gs>
                <a:gs pos="71000">
                  <a:schemeClr val="tx1"/>
                </a:gs>
                <a:gs pos="100000">
                  <a:schemeClr val="tx1">
                    <a:alpha val="0"/>
                  </a:scheme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919734B9-EB8D-4B05-B2B7-2C96EEB4B998}"/>
              </a:ext>
            </a:extLst>
          </p:cNvPr>
          <p:cNvSpPr>
            <a:spLocks noGrp="1"/>
          </p:cNvSpPr>
          <p:nvPr>
            <p:ph idx="22"/>
          </p:nvPr>
        </p:nvSpPr>
        <p:spPr>
          <a:xfrm>
            <a:off x="2868163" y="3829722"/>
            <a:ext cx="1848940" cy="2456778"/>
          </a:xfrm>
        </p:spPr>
        <p:txBody>
          <a:bodyPr/>
          <a:lstStyle>
            <a:lvl1pPr>
              <a:defRPr sz="1200">
                <a:solidFill>
                  <a:schemeClr val="tx2"/>
                </a:solidFill>
                <a:latin typeface="+mj-lt"/>
              </a:defRPr>
            </a:lvl1pPr>
            <a:lvl2pPr>
              <a:spcBef>
                <a:spcPts val="600"/>
              </a:spcBef>
              <a:defRPr sz="1100">
                <a:solidFill>
                  <a:schemeClr val="tx2"/>
                </a:solidFill>
              </a:defRPr>
            </a:lvl2pPr>
            <a:lvl3pPr>
              <a:spcBef>
                <a:spcPts val="600"/>
              </a:spcBef>
              <a:buClr>
                <a:schemeClr val="tx2"/>
              </a:buClr>
              <a:defRPr sz="1050">
                <a:solidFill>
                  <a:schemeClr val="tx2"/>
                </a:solidFill>
              </a:defRPr>
            </a:lvl3pPr>
            <a:lvl4pPr>
              <a:buClr>
                <a:schemeClr val="tx2"/>
              </a:buClr>
              <a:defRPr sz="1000">
                <a:solidFill>
                  <a:schemeClr val="tx2"/>
                </a:solidFill>
              </a:defRPr>
            </a:lvl4pPr>
            <a:lvl5pPr>
              <a:buClr>
                <a:schemeClr val="tx2"/>
              </a:buCl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4" name="Content Placeholder 2">
            <a:extLst>
              <a:ext uri="{FF2B5EF4-FFF2-40B4-BE49-F238E27FC236}">
                <a16:creationId xmlns:a16="http://schemas.microsoft.com/office/drawing/2014/main" id="{55AFAA0F-8AB8-4311-8708-E123C1442E1E}"/>
              </a:ext>
            </a:extLst>
          </p:cNvPr>
          <p:cNvSpPr>
            <a:spLocks noGrp="1"/>
          </p:cNvSpPr>
          <p:nvPr>
            <p:ph idx="23"/>
          </p:nvPr>
        </p:nvSpPr>
        <p:spPr>
          <a:xfrm>
            <a:off x="5212156" y="3829722"/>
            <a:ext cx="1848940" cy="2456778"/>
          </a:xfrm>
        </p:spPr>
        <p:txBody>
          <a:bodyPr/>
          <a:lstStyle>
            <a:lvl1pPr>
              <a:defRPr sz="1200">
                <a:solidFill>
                  <a:schemeClr val="tx2"/>
                </a:solidFill>
                <a:latin typeface="+mj-lt"/>
              </a:defRPr>
            </a:lvl1pPr>
            <a:lvl2pPr>
              <a:spcBef>
                <a:spcPts val="600"/>
              </a:spcBef>
              <a:defRPr sz="1100">
                <a:solidFill>
                  <a:schemeClr val="tx2"/>
                </a:solidFill>
              </a:defRPr>
            </a:lvl2pPr>
            <a:lvl3pPr>
              <a:spcBef>
                <a:spcPts val="600"/>
              </a:spcBef>
              <a:buClr>
                <a:schemeClr val="tx2"/>
              </a:buClr>
              <a:defRPr sz="1050">
                <a:solidFill>
                  <a:schemeClr val="tx2"/>
                </a:solidFill>
              </a:defRPr>
            </a:lvl3pPr>
            <a:lvl4pPr>
              <a:buClr>
                <a:schemeClr val="tx2"/>
              </a:buClr>
              <a:defRPr sz="1000">
                <a:solidFill>
                  <a:schemeClr val="tx2"/>
                </a:solidFill>
              </a:defRPr>
            </a:lvl4pPr>
            <a:lvl5pPr>
              <a:buClr>
                <a:schemeClr val="tx2"/>
              </a:buCl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5" name="Content Placeholder 2">
            <a:extLst>
              <a:ext uri="{FF2B5EF4-FFF2-40B4-BE49-F238E27FC236}">
                <a16:creationId xmlns:a16="http://schemas.microsoft.com/office/drawing/2014/main" id="{37B293D4-06DE-4202-8691-1CF9BD1DBC9C}"/>
              </a:ext>
            </a:extLst>
          </p:cNvPr>
          <p:cNvSpPr>
            <a:spLocks noGrp="1"/>
          </p:cNvSpPr>
          <p:nvPr>
            <p:ph idx="24"/>
          </p:nvPr>
        </p:nvSpPr>
        <p:spPr>
          <a:xfrm>
            <a:off x="7556149" y="3829722"/>
            <a:ext cx="1848940" cy="2456778"/>
          </a:xfrm>
        </p:spPr>
        <p:txBody>
          <a:bodyPr/>
          <a:lstStyle>
            <a:lvl1pPr>
              <a:defRPr sz="1200">
                <a:solidFill>
                  <a:schemeClr val="tx2"/>
                </a:solidFill>
                <a:latin typeface="+mj-lt"/>
              </a:defRPr>
            </a:lvl1pPr>
            <a:lvl2pPr>
              <a:spcBef>
                <a:spcPts val="600"/>
              </a:spcBef>
              <a:defRPr sz="1100">
                <a:solidFill>
                  <a:schemeClr val="tx2"/>
                </a:solidFill>
              </a:defRPr>
            </a:lvl2pPr>
            <a:lvl3pPr>
              <a:spcBef>
                <a:spcPts val="600"/>
              </a:spcBef>
              <a:buClr>
                <a:schemeClr val="tx2"/>
              </a:buClr>
              <a:defRPr sz="1050">
                <a:solidFill>
                  <a:schemeClr val="tx2"/>
                </a:solidFill>
              </a:defRPr>
            </a:lvl3pPr>
            <a:lvl4pPr>
              <a:buClr>
                <a:schemeClr val="tx2"/>
              </a:buClr>
              <a:defRPr sz="1000">
                <a:solidFill>
                  <a:schemeClr val="tx2"/>
                </a:solidFill>
              </a:defRPr>
            </a:lvl4pPr>
            <a:lvl5pPr>
              <a:buClr>
                <a:schemeClr val="tx2"/>
              </a:buCl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6" name="Content Placeholder 2">
            <a:extLst>
              <a:ext uri="{FF2B5EF4-FFF2-40B4-BE49-F238E27FC236}">
                <a16:creationId xmlns:a16="http://schemas.microsoft.com/office/drawing/2014/main" id="{3602042E-CC1A-4B92-A336-24AC8F863548}"/>
              </a:ext>
            </a:extLst>
          </p:cNvPr>
          <p:cNvSpPr>
            <a:spLocks noGrp="1"/>
          </p:cNvSpPr>
          <p:nvPr>
            <p:ph idx="25"/>
          </p:nvPr>
        </p:nvSpPr>
        <p:spPr>
          <a:xfrm>
            <a:off x="9900145" y="3829722"/>
            <a:ext cx="1848940" cy="2456778"/>
          </a:xfrm>
        </p:spPr>
        <p:txBody>
          <a:bodyPr/>
          <a:lstStyle>
            <a:lvl1pPr>
              <a:defRPr sz="1200">
                <a:solidFill>
                  <a:schemeClr val="tx2"/>
                </a:solidFill>
                <a:latin typeface="+mj-lt"/>
              </a:defRPr>
            </a:lvl1pPr>
            <a:lvl2pPr>
              <a:spcBef>
                <a:spcPts val="600"/>
              </a:spcBef>
              <a:defRPr sz="1100">
                <a:solidFill>
                  <a:schemeClr val="tx2"/>
                </a:solidFill>
              </a:defRPr>
            </a:lvl2pPr>
            <a:lvl3pPr>
              <a:spcBef>
                <a:spcPts val="600"/>
              </a:spcBef>
              <a:buClr>
                <a:schemeClr val="tx2"/>
              </a:buClr>
              <a:defRPr sz="1050">
                <a:solidFill>
                  <a:schemeClr val="tx2"/>
                </a:solidFill>
              </a:defRPr>
            </a:lvl3pPr>
            <a:lvl4pPr>
              <a:buClr>
                <a:schemeClr val="tx2"/>
              </a:buClr>
              <a:defRPr sz="1000">
                <a:solidFill>
                  <a:schemeClr val="tx2"/>
                </a:solidFill>
              </a:defRPr>
            </a:lvl4pPr>
            <a:lvl5pPr>
              <a:buClr>
                <a:schemeClr val="tx2"/>
              </a:buClr>
              <a:defRPr sz="10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99386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Team slide 5 peop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49EB09-6495-B646-DBC7-680DC0FB953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7" cy="6858000"/>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p:spPr>
      </p:pic>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lvl1pPr>
              <a:defRPr>
                <a:solidFill>
                  <a:srgbClr val="F2F2F2"/>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4EF05E9-5155-4C5A-BF14-C60F16491320}"/>
              </a:ext>
            </a:extLst>
          </p:cNvPr>
          <p:cNvSpPr>
            <a:spLocks noGrp="1"/>
          </p:cNvSpPr>
          <p:nvPr>
            <p:ph idx="1"/>
          </p:nvPr>
        </p:nvSpPr>
        <p:spPr>
          <a:xfrm>
            <a:off x="524171" y="3829722"/>
            <a:ext cx="1848940" cy="2456778"/>
          </a:xfrm>
        </p:spPr>
        <p:txBody>
          <a:bodyPr/>
          <a:lstStyle>
            <a:lvl1pPr>
              <a:defRPr sz="1200">
                <a:solidFill>
                  <a:srgbClr val="F2F2F2"/>
                </a:solidFill>
                <a:latin typeface="+mj-lt"/>
              </a:defRPr>
            </a:lvl1pPr>
            <a:lvl2pPr>
              <a:spcBef>
                <a:spcPts val="600"/>
              </a:spcBef>
              <a:defRPr sz="1100">
                <a:solidFill>
                  <a:srgbClr val="F2F2F2"/>
                </a:solidFill>
              </a:defRPr>
            </a:lvl2pPr>
            <a:lvl3pPr>
              <a:spcBef>
                <a:spcPts val="600"/>
              </a:spcBef>
              <a:buClr>
                <a:schemeClr val="tx2"/>
              </a:buClr>
              <a:defRPr sz="1050">
                <a:solidFill>
                  <a:srgbClr val="F2F2F2"/>
                </a:solidFill>
              </a:defRPr>
            </a:lvl3pPr>
            <a:lvl4pPr>
              <a:buClr>
                <a:schemeClr val="tx2"/>
              </a:buClr>
              <a:defRPr sz="1000">
                <a:solidFill>
                  <a:srgbClr val="F2F2F2"/>
                </a:solidFill>
              </a:defRPr>
            </a:lvl4pPr>
            <a:lvl5pPr>
              <a:buClr>
                <a:schemeClr val="tx2"/>
              </a:buClr>
              <a:defRPr sz="1000">
                <a:solidFill>
                  <a:srgbClr val="F2F2F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rgbClr val="F2F2F2"/>
                </a:solidFill>
                <a:latin typeface="+mn-lt"/>
                <a:ea typeface="+mn-ea"/>
                <a:cs typeface="+mn-cs"/>
              </a:defRPr>
            </a:lvl1pPr>
          </a:lstStyle>
          <a:p>
            <a:pPr lvl="0"/>
            <a:r>
              <a:rPr lang="en-US" dirty="0"/>
              <a:t>Subtitle goes here</a:t>
            </a:r>
          </a:p>
        </p:txBody>
      </p:sp>
      <p:sp>
        <p:nvSpPr>
          <p:cNvPr id="11" name="Picture Placeholder 29">
            <a:extLst>
              <a:ext uri="{FF2B5EF4-FFF2-40B4-BE49-F238E27FC236}">
                <a16:creationId xmlns:a16="http://schemas.microsoft.com/office/drawing/2014/main" id="{34872E8B-6ED7-4497-9771-1CE3F950F60E}"/>
              </a:ext>
            </a:extLst>
          </p:cNvPr>
          <p:cNvSpPr>
            <a:spLocks noGrp="1"/>
          </p:cNvSpPr>
          <p:nvPr>
            <p:ph type="pic" sz="quarter" idx="17" hasCustomPrompt="1"/>
          </p:nvPr>
        </p:nvSpPr>
        <p:spPr>
          <a:xfrm>
            <a:off x="524170"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2" name="Picture Placeholder 29">
            <a:extLst>
              <a:ext uri="{FF2B5EF4-FFF2-40B4-BE49-F238E27FC236}">
                <a16:creationId xmlns:a16="http://schemas.microsoft.com/office/drawing/2014/main" id="{4F0BED94-DBFD-4A8F-A8BD-AE4EFDEAECEB}"/>
              </a:ext>
            </a:extLst>
          </p:cNvPr>
          <p:cNvSpPr>
            <a:spLocks noGrp="1"/>
          </p:cNvSpPr>
          <p:nvPr>
            <p:ph type="pic" sz="quarter" idx="18" hasCustomPrompt="1"/>
          </p:nvPr>
        </p:nvSpPr>
        <p:spPr>
          <a:xfrm>
            <a:off x="2868163"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3" name="Picture Placeholder 29">
            <a:extLst>
              <a:ext uri="{FF2B5EF4-FFF2-40B4-BE49-F238E27FC236}">
                <a16:creationId xmlns:a16="http://schemas.microsoft.com/office/drawing/2014/main" id="{22BE5381-4660-4296-952B-49298D913839}"/>
              </a:ext>
            </a:extLst>
          </p:cNvPr>
          <p:cNvSpPr>
            <a:spLocks noGrp="1"/>
          </p:cNvSpPr>
          <p:nvPr>
            <p:ph type="pic" sz="quarter" idx="19" hasCustomPrompt="1"/>
          </p:nvPr>
        </p:nvSpPr>
        <p:spPr>
          <a:xfrm>
            <a:off x="5212156"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14" name="Picture Placeholder 29">
            <a:extLst>
              <a:ext uri="{FF2B5EF4-FFF2-40B4-BE49-F238E27FC236}">
                <a16:creationId xmlns:a16="http://schemas.microsoft.com/office/drawing/2014/main" id="{AA69DB6A-138D-44E4-A16A-C84FD57DDCFD}"/>
              </a:ext>
            </a:extLst>
          </p:cNvPr>
          <p:cNvSpPr>
            <a:spLocks noGrp="1"/>
          </p:cNvSpPr>
          <p:nvPr>
            <p:ph type="pic" sz="quarter" idx="20" hasCustomPrompt="1"/>
          </p:nvPr>
        </p:nvSpPr>
        <p:spPr>
          <a:xfrm>
            <a:off x="7556149"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pic>
        <p:nvPicPr>
          <p:cNvPr id="19" name="Picture 18">
            <a:extLst>
              <a:ext uri="{FF2B5EF4-FFF2-40B4-BE49-F238E27FC236}">
                <a16:creationId xmlns:a16="http://schemas.microsoft.com/office/drawing/2014/main" id="{5E9258E8-51C4-46DA-9289-0D05523CA9D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4630" y="-15394"/>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
        <p:nvSpPr>
          <p:cNvPr id="20" name="Picture Placeholder 29">
            <a:extLst>
              <a:ext uri="{FF2B5EF4-FFF2-40B4-BE49-F238E27FC236}">
                <a16:creationId xmlns:a16="http://schemas.microsoft.com/office/drawing/2014/main" id="{C826744E-BB24-43B2-B715-EEB2E340D845}"/>
              </a:ext>
            </a:extLst>
          </p:cNvPr>
          <p:cNvSpPr>
            <a:spLocks noGrp="1"/>
          </p:cNvSpPr>
          <p:nvPr>
            <p:ph type="pic" sz="quarter" idx="21" hasCustomPrompt="1"/>
          </p:nvPr>
        </p:nvSpPr>
        <p:spPr>
          <a:xfrm>
            <a:off x="9900145" y="1538344"/>
            <a:ext cx="1848943" cy="2097741"/>
          </a:xfrm>
          <a:custGeom>
            <a:avLst/>
            <a:gdLst>
              <a:gd name="connsiteX0" fmla="*/ 0 w 2754177"/>
              <a:gd name="connsiteY0" fmla="*/ 0 h 2190710"/>
              <a:gd name="connsiteX1" fmla="*/ 2754177 w 2754177"/>
              <a:gd name="connsiteY1" fmla="*/ 0 h 2190710"/>
              <a:gd name="connsiteX2" fmla="*/ 2754177 w 2754177"/>
              <a:gd name="connsiteY2" fmla="*/ 2190710 h 2190710"/>
              <a:gd name="connsiteX3" fmla="*/ 0 w 2754177"/>
              <a:gd name="connsiteY3" fmla="*/ 2190710 h 2190710"/>
            </a:gdLst>
            <a:ahLst/>
            <a:cxnLst>
              <a:cxn ang="0">
                <a:pos x="connsiteX0" y="connsiteY0"/>
              </a:cxn>
              <a:cxn ang="0">
                <a:pos x="connsiteX1" y="connsiteY1"/>
              </a:cxn>
              <a:cxn ang="0">
                <a:pos x="connsiteX2" y="connsiteY2"/>
              </a:cxn>
              <a:cxn ang="0">
                <a:pos x="connsiteX3" y="connsiteY3"/>
              </a:cxn>
            </a:cxnLst>
            <a:rect l="l" t="t" r="r" b="b"/>
            <a:pathLst>
              <a:path w="2754177" h="2190710">
                <a:moveTo>
                  <a:pt x="0" y="0"/>
                </a:moveTo>
                <a:lnTo>
                  <a:pt x="2754177" y="0"/>
                </a:lnTo>
                <a:lnTo>
                  <a:pt x="2754177" y="2190710"/>
                </a:lnTo>
                <a:lnTo>
                  <a:pt x="0" y="2190710"/>
                </a:lnTo>
                <a:close/>
              </a:path>
            </a:pathLst>
          </a:custGeom>
        </p:spPr>
        <p:txBody>
          <a:bodyPr wrap="square" bIns="792000" anchor="ctr">
            <a:noAutofit/>
          </a:bodyPr>
          <a:lstStyle>
            <a:lvl1pPr algn="ctr">
              <a:defRPr sz="1100"/>
            </a:lvl1pPr>
          </a:lstStyle>
          <a:p>
            <a:pPr marL="0" marR="0" lvl="0" indent="0" algn="ctr" defTabSz="914400" rtl="0" eaLnBrk="1" fontAlgn="auto" latinLnBrk="0" hangingPunct="1">
              <a:lnSpc>
                <a:spcPct val="90000"/>
              </a:lnSpc>
              <a:spcBef>
                <a:spcPts val="1000"/>
              </a:spcBef>
              <a:spcAft>
                <a:spcPts val="200"/>
              </a:spcAft>
              <a:buClrTx/>
              <a:buSzTx/>
              <a:buFont typeface="Arial" panose="020B0604020202020204" pitchFamily="34" charset="0"/>
              <a:buNone/>
              <a:tabLst/>
              <a:defRPr/>
            </a:pPr>
            <a:r>
              <a:rPr lang="pt-PT" dirty="0" err="1"/>
              <a:t>Click</a:t>
            </a:r>
            <a:r>
              <a:rPr lang="pt-PT" dirty="0"/>
              <a:t> </a:t>
            </a:r>
            <a:r>
              <a:rPr lang="pt-PT" dirty="0" err="1"/>
              <a:t>on</a:t>
            </a:r>
            <a:r>
              <a:rPr lang="pt-PT" dirty="0"/>
              <a:t> </a:t>
            </a:r>
            <a:r>
              <a:rPr lang="pt-PT" dirty="0" err="1"/>
              <a:t>the</a:t>
            </a:r>
            <a:r>
              <a:rPr lang="pt-PT" dirty="0"/>
              <a:t> </a:t>
            </a:r>
            <a:r>
              <a:rPr lang="pt-PT" dirty="0" err="1"/>
              <a:t>icon</a:t>
            </a:r>
            <a:endParaRPr lang="en-US" dirty="0"/>
          </a:p>
        </p:txBody>
      </p:sp>
      <p:sp>
        <p:nvSpPr>
          <p:cNvPr id="23" name="Content Placeholder 2">
            <a:extLst>
              <a:ext uri="{FF2B5EF4-FFF2-40B4-BE49-F238E27FC236}">
                <a16:creationId xmlns:a16="http://schemas.microsoft.com/office/drawing/2014/main" id="{919734B9-EB8D-4B05-B2B7-2C96EEB4B998}"/>
              </a:ext>
            </a:extLst>
          </p:cNvPr>
          <p:cNvSpPr>
            <a:spLocks noGrp="1"/>
          </p:cNvSpPr>
          <p:nvPr>
            <p:ph idx="22"/>
          </p:nvPr>
        </p:nvSpPr>
        <p:spPr>
          <a:xfrm>
            <a:off x="2868163" y="3829722"/>
            <a:ext cx="1848940" cy="2456778"/>
          </a:xfrm>
        </p:spPr>
        <p:txBody>
          <a:bodyPr/>
          <a:lstStyle>
            <a:lvl1pPr>
              <a:defRPr sz="1200">
                <a:solidFill>
                  <a:srgbClr val="F2F2F2"/>
                </a:solidFill>
                <a:latin typeface="+mj-lt"/>
              </a:defRPr>
            </a:lvl1pPr>
            <a:lvl2pPr>
              <a:spcBef>
                <a:spcPts val="600"/>
              </a:spcBef>
              <a:defRPr sz="1100">
                <a:solidFill>
                  <a:srgbClr val="F2F2F2"/>
                </a:solidFill>
              </a:defRPr>
            </a:lvl2pPr>
            <a:lvl3pPr>
              <a:spcBef>
                <a:spcPts val="600"/>
              </a:spcBef>
              <a:buClr>
                <a:schemeClr val="tx2"/>
              </a:buClr>
              <a:defRPr sz="1050">
                <a:solidFill>
                  <a:srgbClr val="F2F2F2"/>
                </a:solidFill>
              </a:defRPr>
            </a:lvl3pPr>
            <a:lvl4pPr>
              <a:buClr>
                <a:schemeClr val="tx2"/>
              </a:buClr>
              <a:defRPr sz="1000">
                <a:solidFill>
                  <a:srgbClr val="F2F2F2"/>
                </a:solidFill>
              </a:defRPr>
            </a:lvl4pPr>
            <a:lvl5pPr>
              <a:buClr>
                <a:schemeClr val="tx2"/>
              </a:buClr>
              <a:defRPr sz="1000">
                <a:solidFill>
                  <a:srgbClr val="F2F2F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4" name="Content Placeholder 2">
            <a:extLst>
              <a:ext uri="{FF2B5EF4-FFF2-40B4-BE49-F238E27FC236}">
                <a16:creationId xmlns:a16="http://schemas.microsoft.com/office/drawing/2014/main" id="{55AFAA0F-8AB8-4311-8708-E123C1442E1E}"/>
              </a:ext>
            </a:extLst>
          </p:cNvPr>
          <p:cNvSpPr>
            <a:spLocks noGrp="1"/>
          </p:cNvSpPr>
          <p:nvPr>
            <p:ph idx="23"/>
          </p:nvPr>
        </p:nvSpPr>
        <p:spPr>
          <a:xfrm>
            <a:off x="5212156" y="3829722"/>
            <a:ext cx="1848940" cy="2456778"/>
          </a:xfrm>
        </p:spPr>
        <p:txBody>
          <a:bodyPr/>
          <a:lstStyle>
            <a:lvl1pPr>
              <a:defRPr sz="1200">
                <a:solidFill>
                  <a:srgbClr val="F2F2F2"/>
                </a:solidFill>
                <a:latin typeface="+mj-lt"/>
              </a:defRPr>
            </a:lvl1pPr>
            <a:lvl2pPr>
              <a:spcBef>
                <a:spcPts val="600"/>
              </a:spcBef>
              <a:defRPr sz="1100">
                <a:solidFill>
                  <a:srgbClr val="F2F2F2"/>
                </a:solidFill>
              </a:defRPr>
            </a:lvl2pPr>
            <a:lvl3pPr>
              <a:spcBef>
                <a:spcPts val="600"/>
              </a:spcBef>
              <a:buClr>
                <a:schemeClr val="tx2"/>
              </a:buClr>
              <a:defRPr sz="1050">
                <a:solidFill>
                  <a:srgbClr val="F2F2F2"/>
                </a:solidFill>
              </a:defRPr>
            </a:lvl3pPr>
            <a:lvl4pPr>
              <a:buClr>
                <a:schemeClr val="tx2"/>
              </a:buClr>
              <a:defRPr sz="1000">
                <a:solidFill>
                  <a:srgbClr val="F2F2F2"/>
                </a:solidFill>
              </a:defRPr>
            </a:lvl4pPr>
            <a:lvl5pPr>
              <a:buClr>
                <a:schemeClr val="tx2"/>
              </a:buClr>
              <a:defRPr sz="1000">
                <a:solidFill>
                  <a:srgbClr val="F2F2F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5" name="Content Placeholder 2">
            <a:extLst>
              <a:ext uri="{FF2B5EF4-FFF2-40B4-BE49-F238E27FC236}">
                <a16:creationId xmlns:a16="http://schemas.microsoft.com/office/drawing/2014/main" id="{37B293D4-06DE-4202-8691-1CF9BD1DBC9C}"/>
              </a:ext>
            </a:extLst>
          </p:cNvPr>
          <p:cNvSpPr>
            <a:spLocks noGrp="1"/>
          </p:cNvSpPr>
          <p:nvPr>
            <p:ph idx="24"/>
          </p:nvPr>
        </p:nvSpPr>
        <p:spPr>
          <a:xfrm>
            <a:off x="7556149" y="3829722"/>
            <a:ext cx="1848940" cy="2456778"/>
          </a:xfrm>
        </p:spPr>
        <p:txBody>
          <a:bodyPr/>
          <a:lstStyle>
            <a:lvl1pPr>
              <a:defRPr sz="1200">
                <a:solidFill>
                  <a:srgbClr val="F2F2F2"/>
                </a:solidFill>
                <a:latin typeface="+mj-lt"/>
              </a:defRPr>
            </a:lvl1pPr>
            <a:lvl2pPr>
              <a:spcBef>
                <a:spcPts val="600"/>
              </a:spcBef>
              <a:defRPr sz="1100">
                <a:solidFill>
                  <a:srgbClr val="F2F2F2"/>
                </a:solidFill>
              </a:defRPr>
            </a:lvl2pPr>
            <a:lvl3pPr>
              <a:spcBef>
                <a:spcPts val="600"/>
              </a:spcBef>
              <a:buClr>
                <a:schemeClr val="tx2"/>
              </a:buClr>
              <a:defRPr sz="1050">
                <a:solidFill>
                  <a:srgbClr val="F2F2F2"/>
                </a:solidFill>
              </a:defRPr>
            </a:lvl3pPr>
            <a:lvl4pPr>
              <a:buClr>
                <a:schemeClr val="tx2"/>
              </a:buClr>
              <a:defRPr sz="1000">
                <a:solidFill>
                  <a:srgbClr val="F2F2F2"/>
                </a:solidFill>
              </a:defRPr>
            </a:lvl4pPr>
            <a:lvl5pPr>
              <a:buClr>
                <a:schemeClr val="tx2"/>
              </a:buClr>
              <a:defRPr sz="1000">
                <a:solidFill>
                  <a:srgbClr val="F2F2F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6" name="Content Placeholder 2">
            <a:extLst>
              <a:ext uri="{FF2B5EF4-FFF2-40B4-BE49-F238E27FC236}">
                <a16:creationId xmlns:a16="http://schemas.microsoft.com/office/drawing/2014/main" id="{3602042E-CC1A-4B92-A336-24AC8F863548}"/>
              </a:ext>
            </a:extLst>
          </p:cNvPr>
          <p:cNvSpPr>
            <a:spLocks noGrp="1"/>
          </p:cNvSpPr>
          <p:nvPr>
            <p:ph idx="25"/>
          </p:nvPr>
        </p:nvSpPr>
        <p:spPr>
          <a:xfrm>
            <a:off x="9900145" y="3829722"/>
            <a:ext cx="1848940" cy="2456778"/>
          </a:xfrm>
        </p:spPr>
        <p:txBody>
          <a:bodyPr/>
          <a:lstStyle>
            <a:lvl1pPr>
              <a:defRPr sz="1200">
                <a:solidFill>
                  <a:srgbClr val="F2F2F2"/>
                </a:solidFill>
                <a:latin typeface="+mj-lt"/>
              </a:defRPr>
            </a:lvl1pPr>
            <a:lvl2pPr>
              <a:spcBef>
                <a:spcPts val="600"/>
              </a:spcBef>
              <a:defRPr sz="1100">
                <a:solidFill>
                  <a:srgbClr val="F2F2F2"/>
                </a:solidFill>
              </a:defRPr>
            </a:lvl2pPr>
            <a:lvl3pPr>
              <a:spcBef>
                <a:spcPts val="600"/>
              </a:spcBef>
              <a:buClr>
                <a:schemeClr val="tx2"/>
              </a:buClr>
              <a:defRPr sz="1050">
                <a:solidFill>
                  <a:srgbClr val="F2F2F2"/>
                </a:solidFill>
              </a:defRPr>
            </a:lvl3pPr>
            <a:lvl4pPr>
              <a:buClr>
                <a:schemeClr val="tx2"/>
              </a:buClr>
              <a:defRPr sz="1000">
                <a:solidFill>
                  <a:srgbClr val="F2F2F2"/>
                </a:solidFill>
              </a:defRPr>
            </a:lvl4pPr>
            <a:lvl5pPr>
              <a:buClr>
                <a:schemeClr val="tx2"/>
              </a:buClr>
              <a:defRPr sz="1000">
                <a:solidFill>
                  <a:srgbClr val="F2F2F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5" name="Straight Connector 4">
            <a:extLst>
              <a:ext uri="{FF2B5EF4-FFF2-40B4-BE49-F238E27FC236}">
                <a16:creationId xmlns:a16="http://schemas.microsoft.com/office/drawing/2014/main" id="{C126E7E4-9D81-9CDE-2D36-FC003285F32A}"/>
              </a:ext>
            </a:extLst>
          </p:cNvPr>
          <p:cNvCxnSpPr>
            <a:cxnSpLocks/>
          </p:cNvCxnSpPr>
          <p:nvPr userDrawn="1"/>
        </p:nvCxnSpPr>
        <p:spPr>
          <a:xfrm>
            <a:off x="2620638" y="1538344"/>
            <a:ext cx="0" cy="4748156"/>
          </a:xfrm>
          <a:prstGeom prst="line">
            <a:avLst/>
          </a:prstGeom>
          <a:ln>
            <a:gradFill>
              <a:gsLst>
                <a:gs pos="27000">
                  <a:srgbClr val="F2F2F2"/>
                </a:gs>
                <a:gs pos="0">
                  <a:srgbClr val="F2F2F2">
                    <a:alpha val="0"/>
                  </a:srgbClr>
                </a:gs>
                <a:gs pos="71000">
                  <a:srgbClr val="F2F2F2"/>
                </a:gs>
                <a:gs pos="100000">
                  <a:srgbClr val="F2F2F2">
                    <a:alpha val="0"/>
                  </a:srgb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E76F6E6-1424-33F3-1CE5-E622F8AE2D65}"/>
              </a:ext>
            </a:extLst>
          </p:cNvPr>
          <p:cNvCxnSpPr>
            <a:cxnSpLocks/>
          </p:cNvCxnSpPr>
          <p:nvPr userDrawn="1"/>
        </p:nvCxnSpPr>
        <p:spPr>
          <a:xfrm>
            <a:off x="4964631" y="1538344"/>
            <a:ext cx="0" cy="4748156"/>
          </a:xfrm>
          <a:prstGeom prst="line">
            <a:avLst/>
          </a:prstGeom>
          <a:ln>
            <a:gradFill>
              <a:gsLst>
                <a:gs pos="27000">
                  <a:srgbClr val="F2F2F2"/>
                </a:gs>
                <a:gs pos="0">
                  <a:srgbClr val="F2F2F2">
                    <a:alpha val="0"/>
                  </a:srgbClr>
                </a:gs>
                <a:gs pos="71000">
                  <a:srgbClr val="F2F2F2"/>
                </a:gs>
                <a:gs pos="100000">
                  <a:srgbClr val="F2F2F2">
                    <a:alpha val="0"/>
                  </a:srgb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A1BBCE-B524-A7DB-C47D-324F91073BF8}"/>
              </a:ext>
            </a:extLst>
          </p:cNvPr>
          <p:cNvCxnSpPr>
            <a:cxnSpLocks/>
          </p:cNvCxnSpPr>
          <p:nvPr userDrawn="1"/>
        </p:nvCxnSpPr>
        <p:spPr>
          <a:xfrm>
            <a:off x="7308624" y="1538344"/>
            <a:ext cx="0" cy="4748156"/>
          </a:xfrm>
          <a:prstGeom prst="line">
            <a:avLst/>
          </a:prstGeom>
          <a:ln>
            <a:gradFill>
              <a:gsLst>
                <a:gs pos="27000">
                  <a:srgbClr val="F2F2F2"/>
                </a:gs>
                <a:gs pos="0">
                  <a:srgbClr val="F2F2F2">
                    <a:alpha val="0"/>
                  </a:srgbClr>
                </a:gs>
                <a:gs pos="71000">
                  <a:srgbClr val="F2F2F2"/>
                </a:gs>
                <a:gs pos="100000">
                  <a:srgbClr val="F2F2F2">
                    <a:alpha val="0"/>
                  </a:srgbClr>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D28E033-809B-A5E1-5A42-7EB29ACC2AEE}"/>
              </a:ext>
            </a:extLst>
          </p:cNvPr>
          <p:cNvCxnSpPr>
            <a:cxnSpLocks/>
          </p:cNvCxnSpPr>
          <p:nvPr userDrawn="1"/>
        </p:nvCxnSpPr>
        <p:spPr>
          <a:xfrm>
            <a:off x="9652617" y="1538344"/>
            <a:ext cx="0" cy="4748156"/>
          </a:xfrm>
          <a:prstGeom prst="line">
            <a:avLst/>
          </a:prstGeom>
          <a:ln>
            <a:gradFill>
              <a:gsLst>
                <a:gs pos="27000">
                  <a:srgbClr val="F2F2F2"/>
                </a:gs>
                <a:gs pos="0">
                  <a:srgbClr val="F2F2F2">
                    <a:alpha val="0"/>
                  </a:srgbClr>
                </a:gs>
                <a:gs pos="71000">
                  <a:srgbClr val="F2F2F2"/>
                </a:gs>
                <a:gs pos="100000">
                  <a:srgbClr val="F2F2F2">
                    <a:alpha val="0"/>
                  </a:srgbClr>
                </a:gs>
              </a:gsLst>
              <a:lin ang="54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803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2_Team slide 5 peo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7ED4-9BA3-472F-BF6F-F048E49A093F}"/>
              </a:ext>
            </a:extLst>
          </p:cNvPr>
          <p:cNvSpPr>
            <a:spLocks noGrp="1"/>
          </p:cNvSpPr>
          <p:nvPr>
            <p:ph type="title"/>
          </p:nvPr>
        </p:nvSpPr>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1B35B8FB-A473-453E-B015-E7C77C25B457}"/>
              </a:ext>
            </a:extLst>
          </p:cNvPr>
          <p:cNvSpPr>
            <a:spLocks noGrp="1"/>
          </p:cNvSpPr>
          <p:nvPr>
            <p:ph type="body" sz="quarter" idx="13" hasCustomPrompt="1"/>
          </p:nvPr>
        </p:nvSpPr>
        <p:spPr>
          <a:xfrm>
            <a:off x="524170" y="857251"/>
            <a:ext cx="11224918" cy="308610"/>
          </a:xfrm>
        </p:spPr>
        <p:txBody>
          <a:bodyPr/>
          <a:lstStyle>
            <a:lvl1pPr>
              <a:defRPr lang="en-US" sz="1800" kern="1200" spc="0" dirty="0" smtClean="0">
                <a:solidFill>
                  <a:srgbClr val="000000"/>
                </a:solidFill>
                <a:latin typeface="+mn-lt"/>
                <a:ea typeface="+mn-ea"/>
                <a:cs typeface="+mn-cs"/>
              </a:defRPr>
            </a:lvl1pPr>
          </a:lstStyle>
          <a:p>
            <a:pPr lvl="0"/>
            <a:r>
              <a:rPr lang="en-US" dirty="0"/>
              <a:t>Subtitle goes here</a:t>
            </a:r>
          </a:p>
        </p:txBody>
      </p:sp>
      <p:pic>
        <p:nvPicPr>
          <p:cNvPr id="19" name="Picture 18">
            <a:extLst>
              <a:ext uri="{FF2B5EF4-FFF2-40B4-BE49-F238E27FC236}">
                <a16:creationId xmlns:a16="http://schemas.microsoft.com/office/drawing/2014/main" id="{5E9258E8-51C4-46DA-9289-0D05523CA9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10610" cy="6902642"/>
          </a:xfrm>
          <a:custGeom>
            <a:avLst/>
            <a:gdLst>
              <a:gd name="connsiteX0" fmla="*/ -1053 w 12286488"/>
              <a:gd name="connsiteY0" fmla="*/ -597 h 6940296"/>
              <a:gd name="connsiteX1" fmla="*/ 12285435 w 12286488"/>
              <a:gd name="connsiteY1" fmla="*/ -597 h 6940296"/>
              <a:gd name="connsiteX2" fmla="*/ 12285435 w 12286488"/>
              <a:gd name="connsiteY2" fmla="*/ 6939699 h 6940296"/>
              <a:gd name="connsiteX3" fmla="*/ -1053 w 12286488"/>
              <a:gd name="connsiteY3" fmla="*/ 6939699 h 6940296"/>
            </a:gdLst>
            <a:ahLst/>
            <a:cxnLst>
              <a:cxn ang="0">
                <a:pos x="connsiteX0" y="connsiteY0"/>
              </a:cxn>
              <a:cxn ang="0">
                <a:pos x="connsiteX1" y="connsiteY1"/>
              </a:cxn>
              <a:cxn ang="0">
                <a:pos x="connsiteX2" y="connsiteY2"/>
              </a:cxn>
              <a:cxn ang="0">
                <a:pos x="connsiteX3" y="connsiteY3"/>
              </a:cxn>
            </a:cxnLst>
            <a:rect l="l" t="t" r="r" b="b"/>
            <a:pathLst>
              <a:path w="12286488" h="6940296">
                <a:moveTo>
                  <a:pt x="-1053" y="-597"/>
                </a:moveTo>
                <a:lnTo>
                  <a:pt x="12285435" y="-597"/>
                </a:lnTo>
                <a:lnTo>
                  <a:pt x="12285435" y="6939699"/>
                </a:lnTo>
                <a:lnTo>
                  <a:pt x="-1053" y="6939699"/>
                </a:lnTo>
                <a:close/>
              </a:path>
            </a:pathLst>
          </a:custGeom>
          <a:ln>
            <a:noFill/>
          </a:ln>
        </p:spPr>
      </p:pic>
    </p:spTree>
    <p:extLst>
      <p:ext uri="{BB962C8B-B14F-4D97-AF65-F5344CB8AC3E}">
        <p14:creationId xmlns:p14="http://schemas.microsoft.com/office/powerpoint/2010/main" val="1646785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1_Conten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CE0590D-8A61-4E58-95FF-2CEF4E899041}"/>
              </a:ext>
            </a:extLst>
          </p:cNvPr>
          <p:cNvSpPr>
            <a:spLocks noGrp="1"/>
          </p:cNvSpPr>
          <p:nvPr>
            <p:ph type="ftr" sz="quarter" idx="11"/>
          </p:nvPr>
        </p:nvSpPr>
        <p:spPr>
          <a:xfrm>
            <a:off x="3921190" y="6566624"/>
            <a:ext cx="7819730" cy="131991"/>
          </a:xfrm>
        </p:spPr>
        <p:txBody>
          <a:bodyPr/>
          <a:lstStyle>
            <a:lvl1pPr>
              <a:defRPr b="0" i="0">
                <a:latin typeface="Pilat Light" panose="020B0403030000000004" pitchFamily="34" charset="0"/>
              </a:defRPr>
            </a:lvl1pPr>
          </a:lstStyle>
          <a:p>
            <a:r>
              <a:rPr lang="en-US"/>
              <a:t>Private &amp; Confidential</a:t>
            </a:r>
            <a:endParaRPr lang="en-US" dirty="0"/>
          </a:p>
        </p:txBody>
      </p:sp>
      <p:sp>
        <p:nvSpPr>
          <p:cNvPr id="5" name="Slide Number Placeholder 4">
            <a:extLst>
              <a:ext uri="{FF2B5EF4-FFF2-40B4-BE49-F238E27FC236}">
                <a16:creationId xmlns:a16="http://schemas.microsoft.com/office/drawing/2014/main" id="{8C340087-79E1-4919-B29D-94357B1B7757}"/>
              </a:ext>
            </a:extLst>
          </p:cNvPr>
          <p:cNvSpPr>
            <a:spLocks noGrp="1"/>
          </p:cNvSpPr>
          <p:nvPr>
            <p:ph type="sldNum" sz="quarter" idx="12"/>
          </p:nvPr>
        </p:nvSpPr>
        <p:spPr/>
        <p:txBody>
          <a:bodyPr/>
          <a:lstStyle>
            <a:lvl1pPr>
              <a:defRPr b="0" i="0">
                <a:latin typeface="Pilat Light" panose="020B0403030000000004" pitchFamily="34" charset="0"/>
              </a:defRPr>
            </a:lvl1pPr>
          </a:lstStyle>
          <a:p>
            <a:fld id="{31939A77-4DCF-4228-8B74-013876D0374B}" type="slidenum">
              <a:rPr lang="en-US" smtClean="0"/>
              <a:pPr/>
              <a:t>‹#›</a:t>
            </a:fld>
            <a:endParaRPr lang="en-US" dirty="0"/>
          </a:p>
        </p:txBody>
      </p:sp>
      <p:sp>
        <p:nvSpPr>
          <p:cNvPr id="10" name="Text Placeholder 9">
            <a:extLst>
              <a:ext uri="{FF2B5EF4-FFF2-40B4-BE49-F238E27FC236}">
                <a16:creationId xmlns:a16="http://schemas.microsoft.com/office/drawing/2014/main" id="{19C7F11A-55F1-6842-83C6-EDB651E63C3B}"/>
              </a:ext>
            </a:extLst>
          </p:cNvPr>
          <p:cNvSpPr>
            <a:spLocks noGrp="1"/>
          </p:cNvSpPr>
          <p:nvPr>
            <p:ph type="body" sz="quarter" idx="13" hasCustomPrompt="1"/>
          </p:nvPr>
        </p:nvSpPr>
        <p:spPr>
          <a:xfrm>
            <a:off x="524170" y="857251"/>
            <a:ext cx="11435418" cy="308610"/>
          </a:xfrm>
        </p:spPr>
        <p:txBody>
          <a:bodyPr/>
          <a:lstStyle>
            <a:lvl1pPr>
              <a:defRPr lang="en-US" sz="1800" b="0" i="0" kern="1200" spc="0" dirty="0" smtClean="0">
                <a:solidFill>
                  <a:srgbClr val="000000"/>
                </a:solidFill>
                <a:latin typeface="Pilat Light" panose="020B0403030000000004" pitchFamily="34" charset="0"/>
                <a:ea typeface="+mn-ea"/>
                <a:cs typeface="+mn-cs"/>
              </a:defRPr>
            </a:lvl1pPr>
          </a:lstStyle>
          <a:p>
            <a:pPr lvl="0"/>
            <a:r>
              <a:rPr lang="en-US" dirty="0"/>
              <a:t>Subtitle goes here</a:t>
            </a:r>
          </a:p>
        </p:txBody>
      </p:sp>
      <p:sp>
        <p:nvSpPr>
          <p:cNvPr id="14" name="Title 12">
            <a:extLst>
              <a:ext uri="{FF2B5EF4-FFF2-40B4-BE49-F238E27FC236}">
                <a16:creationId xmlns:a16="http://schemas.microsoft.com/office/drawing/2014/main" id="{A191358B-CE98-BC46-A257-F3221727B998}"/>
              </a:ext>
            </a:extLst>
          </p:cNvPr>
          <p:cNvSpPr>
            <a:spLocks noGrp="1"/>
          </p:cNvSpPr>
          <p:nvPr>
            <p:ph type="title"/>
          </p:nvPr>
        </p:nvSpPr>
        <p:spPr>
          <a:xfrm>
            <a:off x="524170" y="371913"/>
            <a:ext cx="11216750" cy="416757"/>
          </a:xfrm>
        </p:spPr>
        <p:txBody>
          <a:bodyPr/>
          <a:lstStyle/>
          <a:p>
            <a:r>
              <a:rPr lang="en-GB" dirty="0"/>
              <a:t>Click to edit Master title style</a:t>
            </a:r>
            <a:endParaRPr lang="en-US" dirty="0"/>
          </a:p>
        </p:txBody>
      </p:sp>
    </p:spTree>
    <p:extLst>
      <p:ext uri="{BB962C8B-B14F-4D97-AF65-F5344CB8AC3E}">
        <p14:creationId xmlns:p14="http://schemas.microsoft.com/office/powerpoint/2010/main" val="3716957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2_Content and 1 pictur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816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5DE5F1-A411-4BD8-A04A-4D367258D8B5}"/>
              </a:ext>
            </a:extLst>
          </p:cNvPr>
          <p:cNvSpPr>
            <a:spLocks noGrp="1"/>
          </p:cNvSpPr>
          <p:nvPr>
            <p:ph type="title"/>
          </p:nvPr>
        </p:nvSpPr>
        <p:spPr>
          <a:xfrm>
            <a:off x="524170" y="371913"/>
            <a:ext cx="11216750" cy="416757"/>
          </a:xfrm>
          <a:prstGeom prst="rect">
            <a:avLst/>
          </a:prstGeom>
        </p:spPr>
        <p:txBody>
          <a:bodyPr vert="horz" lIns="0" tIns="0" rIns="0" bIns="0" rtlCol="0" anchor="t">
            <a:no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08BBFC66-7FF6-4E49-9F8D-A30747B8E570}"/>
              </a:ext>
            </a:extLst>
          </p:cNvPr>
          <p:cNvSpPr>
            <a:spLocks noGrp="1"/>
          </p:cNvSpPr>
          <p:nvPr>
            <p:ph type="body" idx="1"/>
          </p:nvPr>
        </p:nvSpPr>
        <p:spPr>
          <a:xfrm>
            <a:off x="524169" y="1469572"/>
            <a:ext cx="11216751" cy="481692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FB280AE3-1C48-404D-9908-62E13806C273}"/>
              </a:ext>
            </a:extLst>
          </p:cNvPr>
          <p:cNvSpPr>
            <a:spLocks noGrp="1"/>
          </p:cNvSpPr>
          <p:nvPr>
            <p:ph type="ftr" sz="quarter" idx="3"/>
          </p:nvPr>
        </p:nvSpPr>
        <p:spPr>
          <a:xfrm>
            <a:off x="3921190" y="6566624"/>
            <a:ext cx="7819730" cy="131991"/>
          </a:xfrm>
          <a:prstGeom prst="rect">
            <a:avLst/>
          </a:prstGeom>
        </p:spPr>
        <p:txBody>
          <a:bodyPr vert="horz" lIns="0" tIns="0" rIns="0" bIns="0" rtlCol="0" anchor="b">
            <a:noAutofit/>
          </a:bodyPr>
          <a:lstStyle>
            <a:lvl1pPr algn="r">
              <a:defRPr lang="en-US" sz="900">
                <a:solidFill>
                  <a:schemeClr val="tx2"/>
                </a:solidFill>
              </a:defRPr>
            </a:lvl1pPr>
          </a:lstStyle>
          <a:p>
            <a:r>
              <a:rPr lang="en-US"/>
              <a:t>Private &amp; Confidential</a:t>
            </a:r>
            <a:endParaRPr lang="en-US" dirty="0"/>
          </a:p>
        </p:txBody>
      </p:sp>
      <p:sp>
        <p:nvSpPr>
          <p:cNvPr id="6" name="Slide Number Placeholder 5">
            <a:extLst>
              <a:ext uri="{FF2B5EF4-FFF2-40B4-BE49-F238E27FC236}">
                <a16:creationId xmlns:a16="http://schemas.microsoft.com/office/drawing/2014/main" id="{D3A0ADF8-7392-414F-959B-156E9C7BC496}"/>
              </a:ext>
            </a:extLst>
          </p:cNvPr>
          <p:cNvSpPr>
            <a:spLocks noGrp="1"/>
          </p:cNvSpPr>
          <p:nvPr>
            <p:ph type="sldNum" sz="quarter" idx="4"/>
          </p:nvPr>
        </p:nvSpPr>
        <p:spPr>
          <a:xfrm>
            <a:off x="11801918" y="6566624"/>
            <a:ext cx="157671" cy="131991"/>
          </a:xfrm>
          <a:prstGeom prst="rect">
            <a:avLst/>
          </a:prstGeom>
        </p:spPr>
        <p:txBody>
          <a:bodyPr vert="horz" wrap="none" lIns="0" tIns="0" rIns="0" bIns="0" rtlCol="0" anchor="b">
            <a:noAutofit/>
          </a:bodyPr>
          <a:lstStyle>
            <a:lvl1pPr algn="r">
              <a:defRPr sz="900">
                <a:solidFill>
                  <a:schemeClr val="tx2"/>
                </a:solidFill>
              </a:defRPr>
            </a:lvl1pPr>
          </a:lstStyle>
          <a:p>
            <a:fld id="{31939A77-4DCF-4228-8B74-013876D0374B}" type="slidenum">
              <a:rPr lang="en-US" smtClean="0"/>
              <a:pPr/>
              <a:t>‹#›</a:t>
            </a:fld>
            <a:endParaRPr lang="en-US" dirty="0"/>
          </a:p>
        </p:txBody>
      </p:sp>
    </p:spTree>
    <p:extLst>
      <p:ext uri="{BB962C8B-B14F-4D97-AF65-F5344CB8AC3E}">
        <p14:creationId xmlns:p14="http://schemas.microsoft.com/office/powerpoint/2010/main" val="2868989919"/>
      </p:ext>
    </p:extLst>
  </p:cSld>
  <p:clrMap bg1="lt1" tx1="dk1" bg2="lt2" tx2="dk2" accent1="accent1" accent2="accent2" accent3="accent3" accent4="accent4" accent5="accent5" accent6="accent6" hlink="hlink" folHlink="folHlink"/>
  <p:sldLayoutIdLst>
    <p:sldLayoutId id="2147483657" r:id="rId1"/>
    <p:sldLayoutId id="2147483661" r:id="rId2"/>
    <p:sldLayoutId id="2147483656" r:id="rId3"/>
    <p:sldLayoutId id="2147483744" r:id="rId4"/>
    <p:sldLayoutId id="2147483745" r:id="rId5"/>
    <p:sldLayoutId id="2147483746" r:id="rId6"/>
    <p:sldLayoutId id="2147483747" r:id="rId7"/>
    <p:sldLayoutId id="2147483748" r:id="rId8"/>
    <p:sldLayoutId id="2147483649" r:id="rId9"/>
    <p:sldLayoutId id="2147483709" r:id="rId10"/>
    <p:sldLayoutId id="2147483708" r:id="rId11"/>
    <p:sldLayoutId id="2147483654" r:id="rId12"/>
    <p:sldLayoutId id="2147483718" r:id="rId13"/>
    <p:sldLayoutId id="2147483743" r:id="rId14"/>
    <p:sldLayoutId id="2147483650" r:id="rId15"/>
    <p:sldLayoutId id="2147483662" r:id="rId16"/>
    <p:sldLayoutId id="2147483667" r:id="rId17"/>
    <p:sldLayoutId id="2147483700" r:id="rId18"/>
    <p:sldLayoutId id="2147483701" r:id="rId19"/>
    <p:sldLayoutId id="2147483711" r:id="rId20"/>
    <p:sldLayoutId id="2147483712" r:id="rId21"/>
    <p:sldLayoutId id="2147483698" r:id="rId22"/>
    <p:sldLayoutId id="2147483671" r:id="rId23"/>
    <p:sldLayoutId id="2147483666" r:id="rId24"/>
    <p:sldLayoutId id="2147483668" r:id="rId25"/>
    <p:sldLayoutId id="2147483685" r:id="rId26"/>
    <p:sldLayoutId id="2147483686" r:id="rId27"/>
    <p:sldLayoutId id="2147483678" r:id="rId28"/>
    <p:sldLayoutId id="2147483676" r:id="rId29"/>
    <p:sldLayoutId id="2147483689" r:id="rId30"/>
    <p:sldLayoutId id="2147483687" r:id="rId31"/>
    <p:sldLayoutId id="2147483672" r:id="rId32"/>
    <p:sldLayoutId id="2147483688" r:id="rId33"/>
    <p:sldLayoutId id="2147483669" r:id="rId34"/>
    <p:sldLayoutId id="2147483696" r:id="rId35"/>
    <p:sldLayoutId id="2147483694" r:id="rId36"/>
    <p:sldLayoutId id="2147483695" r:id="rId37"/>
    <p:sldLayoutId id="2147483702" r:id="rId38"/>
    <p:sldLayoutId id="2147483699" r:id="rId39"/>
    <p:sldLayoutId id="2147483707" r:id="rId40"/>
    <p:sldLayoutId id="2147483680" r:id="rId41"/>
    <p:sldLayoutId id="2147483679" r:id="rId42"/>
    <p:sldLayoutId id="2147483681" r:id="rId43"/>
    <p:sldLayoutId id="2147483684" r:id="rId44"/>
    <p:sldLayoutId id="2147483673" r:id="rId45"/>
    <p:sldLayoutId id="2147483674" r:id="rId46"/>
    <p:sldLayoutId id="2147483697" r:id="rId47"/>
    <p:sldLayoutId id="2147483660" r:id="rId48"/>
    <p:sldLayoutId id="2147483692" r:id="rId49"/>
    <p:sldLayoutId id="2147483683" r:id="rId50"/>
    <p:sldLayoutId id="2147483703" r:id="rId51"/>
    <p:sldLayoutId id="2147483705" r:id="rId52"/>
    <p:sldLayoutId id="2147483706" r:id="rId53"/>
    <p:sldLayoutId id="2147483675" r:id="rId54"/>
    <p:sldLayoutId id="2147483704" r:id="rId55"/>
    <p:sldLayoutId id="2147483651" r:id="rId56"/>
    <p:sldLayoutId id="2147483735" r:id="rId57"/>
    <p:sldLayoutId id="2147483734" r:id="rId58"/>
    <p:sldLayoutId id="2147483710" r:id="rId59"/>
    <p:sldLayoutId id="2147483663" r:id="rId60"/>
    <p:sldLayoutId id="2147483716" r:id="rId61"/>
    <p:sldLayoutId id="2147483720" r:id="rId62"/>
    <p:sldLayoutId id="2147483721" r:id="rId63"/>
    <p:sldLayoutId id="2147483722" r:id="rId64"/>
    <p:sldLayoutId id="2147483723" r:id="rId65"/>
    <p:sldLayoutId id="2147483724" r:id="rId66"/>
    <p:sldLayoutId id="2147483725" r:id="rId67"/>
    <p:sldLayoutId id="2147483726" r:id="rId68"/>
    <p:sldLayoutId id="2147483729" r:id="rId69"/>
    <p:sldLayoutId id="2147483730" r:id="rId70"/>
    <p:sldLayoutId id="2147483731" r:id="rId71"/>
    <p:sldLayoutId id="2147483732" r:id="rId72"/>
    <p:sldLayoutId id="2147483733" r:id="rId73"/>
    <p:sldLayoutId id="2147483736" r:id="rId74"/>
    <p:sldLayoutId id="2147483739" r:id="rId75"/>
    <p:sldLayoutId id="2147483737" r:id="rId76"/>
    <p:sldLayoutId id="2147483740" r:id="rId77"/>
    <p:sldLayoutId id="2147483738" r:id="rId78"/>
    <p:sldLayoutId id="2147483741" r:id="rId79"/>
    <p:sldLayoutId id="2147483742" r:id="rId8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80000"/>
        </a:lnSpc>
        <a:spcBef>
          <a:spcPct val="0"/>
        </a:spcBef>
        <a:buNone/>
        <a:defRPr lang="en-US" sz="3200" kern="1200" cap="all" baseline="0" dirty="0">
          <a:solidFill>
            <a:srgbClr val="000000"/>
          </a:solidFill>
          <a:latin typeface="+mj-lt"/>
          <a:ea typeface="+mn-ea"/>
          <a:cs typeface="+mn-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000000"/>
          </a:solidFill>
          <a:latin typeface="+mn-lt"/>
          <a:ea typeface="+mn-ea"/>
          <a:cs typeface="+mn-cs"/>
        </a:defRPr>
      </a:lvl1pPr>
      <a:lvl2pPr marL="0" indent="0" algn="l" defTabSz="914400" rtl="0" eaLnBrk="1" latinLnBrk="0" hangingPunct="1">
        <a:lnSpc>
          <a:spcPct val="90000"/>
        </a:lnSpc>
        <a:spcBef>
          <a:spcPts val="1800"/>
        </a:spcBef>
        <a:buFont typeface="Arial" panose="020B0604020202020204" pitchFamily="34" charset="0"/>
        <a:buNone/>
        <a:defRPr sz="1200" kern="1200">
          <a:solidFill>
            <a:srgbClr val="000000"/>
          </a:solidFill>
          <a:latin typeface="+mn-lt"/>
          <a:ea typeface="+mn-ea"/>
          <a:cs typeface="+mn-cs"/>
        </a:defRPr>
      </a:lvl2pPr>
      <a:lvl3pPr marL="182563" indent="-182563" algn="l" defTabSz="914400" rtl="0" eaLnBrk="1" latinLnBrk="0" hangingPunct="1">
        <a:lnSpc>
          <a:spcPct val="90000"/>
        </a:lnSpc>
        <a:spcBef>
          <a:spcPts val="1800"/>
        </a:spcBef>
        <a:buClr>
          <a:schemeClr val="tx2"/>
        </a:buClr>
        <a:buFont typeface="Arial" panose="020B0604020202020204" pitchFamily="34" charset="0"/>
        <a:buChar char="•"/>
        <a:defRPr sz="1200" kern="1200">
          <a:solidFill>
            <a:srgbClr val="000000"/>
          </a:solidFill>
          <a:latin typeface="+mn-lt"/>
          <a:ea typeface="+mn-ea"/>
          <a:cs typeface="+mn-cs"/>
        </a:defRPr>
      </a:lvl3pPr>
      <a:lvl4pPr marL="354013" indent="-171450" algn="l" defTabSz="914400" rtl="0" eaLnBrk="1" latinLnBrk="0" hangingPunct="1">
        <a:lnSpc>
          <a:spcPct val="90000"/>
        </a:lnSpc>
        <a:spcBef>
          <a:spcPts val="1800"/>
        </a:spcBef>
        <a:buClr>
          <a:schemeClr val="accent1"/>
        </a:buClr>
        <a:buFont typeface="Arial" panose="020B0604020202020204" pitchFamily="34" charset="0"/>
        <a:buChar char="•"/>
        <a:defRPr sz="1100" kern="1200">
          <a:solidFill>
            <a:srgbClr val="000000"/>
          </a:solidFill>
          <a:latin typeface="+mn-lt"/>
          <a:ea typeface="+mn-ea"/>
          <a:cs typeface="+mn-cs"/>
        </a:defRPr>
      </a:lvl4pPr>
      <a:lvl5pPr marL="536575" indent="-182563" algn="l" defTabSz="914400" rtl="0" eaLnBrk="1" latinLnBrk="0" hangingPunct="1">
        <a:lnSpc>
          <a:spcPct val="90000"/>
        </a:lnSpc>
        <a:spcBef>
          <a:spcPts val="1800"/>
        </a:spcBef>
        <a:buClr>
          <a:schemeClr val="accent1"/>
        </a:buClr>
        <a:buFont typeface="Arial" panose="020B0604020202020204" pitchFamily="34" charset="0"/>
        <a:buChar char="•"/>
        <a:defRPr sz="11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13" userDrawn="1">
          <p15:clr>
            <a:srgbClr val="F26B43"/>
          </p15:clr>
        </p15:guide>
        <p15:guide id="2" pos="7401" userDrawn="1">
          <p15:clr>
            <a:srgbClr val="F26B43"/>
          </p15:clr>
        </p15:guide>
        <p15:guide id="3" orient="horz" pos="3960" userDrawn="1">
          <p15:clr>
            <a:srgbClr val="F26B43"/>
          </p15:clr>
        </p15:guide>
        <p15:guide id="4" pos="329" userDrawn="1">
          <p15:clr>
            <a:srgbClr val="F26B43"/>
          </p15:clr>
        </p15:guide>
        <p15:guide id="5" orient="horz" pos="77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Camera Health Platform</a:t>
            </a:r>
          </a:p>
        </p:txBody>
      </p:sp>
      <p:sp>
        <p:nvSpPr>
          <p:cNvPr id="3" name="Subtitle 2"/>
          <p:cNvSpPr>
            <a:spLocks noGrp="1"/>
          </p:cNvSpPr>
          <p:nvPr>
            <p:ph type="subTitle" idx="1"/>
          </p:nvPr>
        </p:nvSpPr>
        <p:spPr/>
        <p:txBody>
          <a:bodyPr/>
          <a:lstStyle/>
          <a:p>
            <a:r>
              <a:t>Training programme  |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Three modules: pick the ones for your role</a:t>
            </a:r>
          </a:p>
        </p:txBody>
      </p:sp>
      <p:sp>
        <p:nvSpPr>
          <p:cNvPr id="3" name="Title 2"/>
          <p:cNvSpPr>
            <a:spLocks noGrp="1"/>
          </p:cNvSpPr>
          <p:nvPr>
            <p:ph type="title"/>
          </p:nvPr>
        </p:nvSpPr>
        <p:spPr/>
        <p:txBody>
          <a:bodyPr/>
          <a:lstStyle/>
          <a:p>
            <a:r>
              <a:t>Today's programme</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2</a:t>
            </a:r>
          </a:p>
        </p:txBody>
      </p:sp>
      <p:sp>
        <p:nvSpPr>
          <p:cNvPr id="5" name="Rounded Rectangle 4"/>
          <p:cNvSpPr/>
          <p:nvPr/>
        </p:nvSpPr>
        <p:spPr>
          <a:xfrm>
            <a:off x="521207" y="1463040"/>
            <a:ext cx="3611880" cy="4754880"/>
          </a:xfrm>
          <a:prstGeom prst="roundRect">
            <a:avLst>
              <a:gd name="adj" fmla="val 6000"/>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95527" y="1645920"/>
            <a:ext cx="1097280" cy="914400"/>
          </a:xfrm>
          <a:prstGeom prst="rect">
            <a:avLst/>
          </a:prstGeom>
          <a:noFill/>
        </p:spPr>
        <p:txBody>
          <a:bodyPr wrap="square" lIns="0" tIns="0" rIns="0" bIns="0" anchor="t">
            <a:spAutoFit/>
          </a:bodyPr>
          <a:lstStyle/>
          <a:p>
            <a:pPr algn="l">
              <a:spcAft>
                <a:spcPts val="400"/>
              </a:spcAft>
            </a:pPr>
            <a:r>
              <a:rPr sz="5400" b="0">
                <a:solidFill>
                  <a:srgbClr val="FFFFFF"/>
                </a:solidFill>
                <a:latin typeface="Pilat Wide Heavy"/>
              </a:rPr>
              <a:t>A</a:t>
            </a:r>
          </a:p>
        </p:txBody>
      </p:sp>
      <p:sp>
        <p:nvSpPr>
          <p:cNvPr id="7" name="TextBox 6"/>
          <p:cNvSpPr txBox="1"/>
          <p:nvPr/>
        </p:nvSpPr>
        <p:spPr>
          <a:xfrm>
            <a:off x="2532888" y="1783080"/>
            <a:ext cx="1371600" cy="365760"/>
          </a:xfrm>
          <a:prstGeom prst="rect">
            <a:avLst/>
          </a:prstGeom>
          <a:noFill/>
        </p:spPr>
        <p:txBody>
          <a:bodyPr wrap="square" lIns="0" tIns="0" rIns="0" bIns="0" anchor="t">
            <a:spAutoFit/>
          </a:bodyPr>
          <a:lstStyle/>
          <a:p>
            <a:pPr algn="r">
              <a:spcAft>
                <a:spcPts val="400"/>
              </a:spcAft>
            </a:pPr>
            <a:r>
              <a:rPr sz="1800" b="0">
                <a:solidFill>
                  <a:srgbClr val="FFFFFF"/>
                </a:solidFill>
                <a:latin typeface="Pilat Wide Heavy"/>
              </a:rPr>
              <a:t>30 min</a:t>
            </a:r>
          </a:p>
        </p:txBody>
      </p:sp>
      <p:sp>
        <p:nvSpPr>
          <p:cNvPr id="8" name="TextBox 7"/>
          <p:cNvSpPr txBox="1"/>
          <p:nvPr/>
        </p:nvSpPr>
        <p:spPr>
          <a:xfrm>
            <a:off x="795527" y="2697480"/>
            <a:ext cx="3108960" cy="457200"/>
          </a:xfrm>
          <a:prstGeom prst="rect">
            <a:avLst/>
          </a:prstGeom>
          <a:noFill/>
        </p:spPr>
        <p:txBody>
          <a:bodyPr wrap="square" lIns="0" tIns="0" rIns="0" bIns="0" anchor="t">
            <a:spAutoFit/>
          </a:bodyPr>
          <a:lstStyle/>
          <a:p>
            <a:pPr algn="l">
              <a:spcAft>
                <a:spcPts val="400"/>
              </a:spcAft>
            </a:pPr>
            <a:r>
              <a:rPr sz="1800" b="0">
                <a:solidFill>
                  <a:srgbClr val="FFFFFF"/>
                </a:solidFill>
                <a:latin typeface="Pilat Demi"/>
              </a:rPr>
              <a:t>WHY AND WHAT</a:t>
            </a:r>
          </a:p>
        </p:txBody>
      </p:sp>
      <p:sp>
        <p:nvSpPr>
          <p:cNvPr id="9" name="TextBox 8"/>
          <p:cNvSpPr txBox="1"/>
          <p:nvPr/>
        </p:nvSpPr>
        <p:spPr>
          <a:xfrm>
            <a:off x="795527" y="3108960"/>
            <a:ext cx="3108960" cy="365760"/>
          </a:xfrm>
          <a:prstGeom prst="rect">
            <a:avLst/>
          </a:prstGeom>
          <a:noFill/>
        </p:spPr>
        <p:txBody>
          <a:bodyPr wrap="square" lIns="0" tIns="0" rIns="0" bIns="0" anchor="t">
            <a:spAutoFit/>
          </a:bodyPr>
          <a:lstStyle/>
          <a:p>
            <a:pPr algn="l">
              <a:spcAft>
                <a:spcPts val="400"/>
              </a:spcAft>
            </a:pPr>
            <a:r>
              <a:rPr sz="1300" b="0">
                <a:solidFill>
                  <a:srgbClr val="FFFFFF"/>
                </a:solidFill>
                <a:latin typeface="Pilat Light"/>
              </a:rPr>
              <a:t>Management briefing</a:t>
            </a:r>
          </a:p>
        </p:txBody>
      </p:sp>
      <p:sp>
        <p:nvSpPr>
          <p:cNvPr id="10" name="TextBox 9"/>
          <p:cNvSpPr txBox="1"/>
          <p:nvPr/>
        </p:nvSpPr>
        <p:spPr>
          <a:xfrm>
            <a:off x="795527" y="3703320"/>
            <a:ext cx="3108960" cy="2377440"/>
          </a:xfrm>
          <a:prstGeom prst="rect">
            <a:avLst/>
          </a:prstGeom>
          <a:noFill/>
        </p:spPr>
        <p:txBody>
          <a:bodyPr wrap="square" lIns="0" tIns="0" rIns="0" bIns="0" anchor="t">
            <a:spAutoFit/>
          </a:bodyPr>
          <a:lstStyle/>
          <a:p>
            <a:pPr algn="l">
              <a:spcAft>
                <a:spcPts val="800"/>
              </a:spcAft>
            </a:pPr>
            <a:r>
              <a:rPr sz="1300" b="0">
                <a:solidFill>
                  <a:srgbClr val="FFFFFF"/>
                </a:solidFill>
                <a:latin typeface="Pilat Light"/>
              </a:rPr>
              <a:t>•  The problem with cameras on moving machinery</a:t>
            </a:r>
          </a:p>
          <a:p>
            <a:pPr algn="l">
              <a:spcAft>
                <a:spcPts val="800"/>
              </a:spcAft>
            </a:pPr>
            <a:r>
              <a:rPr sz="1300" b="0">
                <a:solidFill>
                  <a:srgbClr val="FFFFFF"/>
                </a:solidFill>
                <a:latin typeface="Pilat Light"/>
              </a:rPr>
              <a:t>•  How the platform works</a:t>
            </a:r>
          </a:p>
          <a:p>
            <a:pPr algn="l">
              <a:spcAft>
                <a:spcPts val="800"/>
              </a:spcAft>
            </a:pPr>
            <a:r>
              <a:rPr sz="1300" b="0">
                <a:solidFill>
                  <a:srgbClr val="FFFFFF"/>
                </a:solidFill>
                <a:latin typeface="Pilat Light"/>
              </a:rPr>
              <a:t>•  Value, readiness, rollout</a:t>
            </a:r>
          </a:p>
        </p:txBody>
      </p:sp>
      <p:sp>
        <p:nvSpPr>
          <p:cNvPr id="11" name="Rounded Rectangle 10"/>
          <p:cNvSpPr/>
          <p:nvPr/>
        </p:nvSpPr>
        <p:spPr>
          <a:xfrm>
            <a:off x="4315968" y="1463040"/>
            <a:ext cx="3611880" cy="4754880"/>
          </a:xfrm>
          <a:prstGeom prst="roundRect">
            <a:avLst>
              <a:gd name="adj" fmla="val 6000"/>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590288" y="1645920"/>
            <a:ext cx="1097280" cy="914400"/>
          </a:xfrm>
          <a:prstGeom prst="rect">
            <a:avLst/>
          </a:prstGeom>
          <a:noFill/>
        </p:spPr>
        <p:txBody>
          <a:bodyPr wrap="square" lIns="0" tIns="0" rIns="0" bIns="0" anchor="t">
            <a:spAutoFit/>
          </a:bodyPr>
          <a:lstStyle/>
          <a:p>
            <a:pPr algn="l">
              <a:spcAft>
                <a:spcPts val="400"/>
              </a:spcAft>
            </a:pPr>
            <a:r>
              <a:rPr sz="5400" b="0">
                <a:solidFill>
                  <a:srgbClr val="FFFFFF"/>
                </a:solidFill>
                <a:latin typeface="Pilat Wide Heavy"/>
              </a:rPr>
              <a:t>B</a:t>
            </a:r>
          </a:p>
        </p:txBody>
      </p:sp>
      <p:sp>
        <p:nvSpPr>
          <p:cNvPr id="13" name="TextBox 12"/>
          <p:cNvSpPr txBox="1"/>
          <p:nvPr/>
        </p:nvSpPr>
        <p:spPr>
          <a:xfrm>
            <a:off x="6327648" y="1783080"/>
            <a:ext cx="1371600" cy="365760"/>
          </a:xfrm>
          <a:prstGeom prst="rect">
            <a:avLst/>
          </a:prstGeom>
          <a:noFill/>
        </p:spPr>
        <p:txBody>
          <a:bodyPr wrap="square" lIns="0" tIns="0" rIns="0" bIns="0" anchor="t">
            <a:spAutoFit/>
          </a:bodyPr>
          <a:lstStyle/>
          <a:p>
            <a:pPr algn="r">
              <a:spcAft>
                <a:spcPts val="400"/>
              </a:spcAft>
            </a:pPr>
            <a:r>
              <a:rPr sz="1800" b="0">
                <a:solidFill>
                  <a:srgbClr val="FFFFFF"/>
                </a:solidFill>
                <a:latin typeface="Pilat Wide Heavy"/>
              </a:rPr>
              <a:t>2.5 h</a:t>
            </a:r>
          </a:p>
        </p:txBody>
      </p:sp>
      <p:sp>
        <p:nvSpPr>
          <p:cNvPr id="14" name="TextBox 13"/>
          <p:cNvSpPr txBox="1"/>
          <p:nvPr/>
        </p:nvSpPr>
        <p:spPr>
          <a:xfrm>
            <a:off x="4590288" y="2697480"/>
            <a:ext cx="3108960" cy="457200"/>
          </a:xfrm>
          <a:prstGeom prst="rect">
            <a:avLst/>
          </a:prstGeom>
          <a:noFill/>
        </p:spPr>
        <p:txBody>
          <a:bodyPr wrap="square" lIns="0" tIns="0" rIns="0" bIns="0" anchor="t">
            <a:spAutoFit/>
          </a:bodyPr>
          <a:lstStyle/>
          <a:p>
            <a:pPr algn="l">
              <a:spcAft>
                <a:spcPts val="400"/>
              </a:spcAft>
            </a:pPr>
            <a:r>
              <a:rPr sz="1800" b="0">
                <a:solidFill>
                  <a:srgbClr val="FFFFFF"/>
                </a:solidFill>
                <a:latin typeface="Pilat Demi"/>
              </a:rPr>
              <a:t>USING THE PLATFORM</a:t>
            </a:r>
          </a:p>
        </p:txBody>
      </p:sp>
      <p:sp>
        <p:nvSpPr>
          <p:cNvPr id="15" name="TextBox 14"/>
          <p:cNvSpPr txBox="1"/>
          <p:nvPr/>
        </p:nvSpPr>
        <p:spPr>
          <a:xfrm>
            <a:off x="4590288" y="3108960"/>
            <a:ext cx="3108960" cy="365760"/>
          </a:xfrm>
          <a:prstGeom prst="rect">
            <a:avLst/>
          </a:prstGeom>
          <a:noFill/>
        </p:spPr>
        <p:txBody>
          <a:bodyPr wrap="square" lIns="0" tIns="0" rIns="0" bIns="0" anchor="t">
            <a:spAutoFit/>
          </a:bodyPr>
          <a:lstStyle/>
          <a:p>
            <a:pPr algn="l">
              <a:spcAft>
                <a:spcPts val="400"/>
              </a:spcAft>
            </a:pPr>
            <a:r>
              <a:rPr sz="1300" b="0">
                <a:solidFill>
                  <a:srgbClr val="FFFFFF"/>
                </a:solidFill>
                <a:latin typeface="Pilat Light"/>
              </a:rPr>
              <a:t>Engineers &amp; supervisors</a:t>
            </a:r>
          </a:p>
        </p:txBody>
      </p:sp>
      <p:sp>
        <p:nvSpPr>
          <p:cNvPr id="16" name="TextBox 15"/>
          <p:cNvSpPr txBox="1"/>
          <p:nvPr/>
        </p:nvSpPr>
        <p:spPr>
          <a:xfrm>
            <a:off x="4590288" y="3703320"/>
            <a:ext cx="3108960" cy="2377440"/>
          </a:xfrm>
          <a:prstGeom prst="rect">
            <a:avLst/>
          </a:prstGeom>
          <a:noFill/>
        </p:spPr>
        <p:txBody>
          <a:bodyPr wrap="square" lIns="0" tIns="0" rIns="0" bIns="0" anchor="t">
            <a:spAutoFit/>
          </a:bodyPr>
          <a:lstStyle/>
          <a:p>
            <a:pPr algn="l">
              <a:spcAft>
                <a:spcPts val="800"/>
              </a:spcAft>
            </a:pPr>
            <a:r>
              <a:rPr sz="1300" b="0">
                <a:solidFill>
                  <a:srgbClr val="FFFFFF"/>
                </a:solidFill>
                <a:latin typeface="Pilat Light"/>
              </a:rPr>
              <a:t>•  The daily routine</a:t>
            </a:r>
          </a:p>
          <a:p>
            <a:pPr algn="l">
              <a:spcAft>
                <a:spcPts val="800"/>
              </a:spcAft>
            </a:pPr>
            <a:r>
              <a:rPr sz="1300" b="0">
                <a:solidFill>
                  <a:srgbClr val="FFFFFF"/>
                </a:solidFill>
                <a:latin typeface="Pilat Light"/>
              </a:rPr>
              <a:t>•  Reading and verifying results</a:t>
            </a:r>
          </a:p>
          <a:p>
            <a:pPr algn="l">
              <a:spcAft>
                <a:spcPts val="800"/>
              </a:spcAft>
            </a:pPr>
            <a:r>
              <a:rPr sz="1300" b="0">
                <a:solidFill>
                  <a:srgbClr val="FFFFFF"/>
                </a:solidFill>
                <a:latin typeface="Pilat Light"/>
              </a:rPr>
              <a:t>•  Learning, reports, cameras, schedule</a:t>
            </a:r>
          </a:p>
          <a:p>
            <a:pPr algn="l">
              <a:spcAft>
                <a:spcPts val="800"/>
              </a:spcAft>
            </a:pPr>
            <a:r>
              <a:rPr sz="1300" b="0">
                <a:solidFill>
                  <a:srgbClr val="FFFFFF"/>
                </a:solidFill>
                <a:latin typeface="Pilat Light"/>
              </a:rPr>
              <a:t>•  Hands-on exercises + knowledge check</a:t>
            </a:r>
          </a:p>
        </p:txBody>
      </p:sp>
      <p:sp>
        <p:nvSpPr>
          <p:cNvPr id="17" name="Rounded Rectangle 16"/>
          <p:cNvSpPr/>
          <p:nvPr/>
        </p:nvSpPr>
        <p:spPr>
          <a:xfrm>
            <a:off x="8110728" y="1463040"/>
            <a:ext cx="3611880" cy="4754880"/>
          </a:xfrm>
          <a:prstGeom prst="roundRect">
            <a:avLst>
              <a:gd name="adj" fmla="val 6000"/>
            </a:avLst>
          </a:prstGeom>
          <a:solidFill>
            <a:srgbClr val="FF2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385048" y="1645920"/>
            <a:ext cx="1097280" cy="914400"/>
          </a:xfrm>
          <a:prstGeom prst="rect">
            <a:avLst/>
          </a:prstGeom>
          <a:noFill/>
        </p:spPr>
        <p:txBody>
          <a:bodyPr wrap="square" lIns="0" tIns="0" rIns="0" bIns="0" anchor="t">
            <a:spAutoFit/>
          </a:bodyPr>
          <a:lstStyle/>
          <a:p>
            <a:pPr algn="l">
              <a:spcAft>
                <a:spcPts val="400"/>
              </a:spcAft>
            </a:pPr>
            <a:r>
              <a:rPr sz="5400" b="0">
                <a:solidFill>
                  <a:srgbClr val="FFFFFF"/>
                </a:solidFill>
                <a:latin typeface="Pilat Wide Heavy"/>
              </a:rPr>
              <a:t>C</a:t>
            </a:r>
          </a:p>
        </p:txBody>
      </p:sp>
      <p:sp>
        <p:nvSpPr>
          <p:cNvPr id="19" name="TextBox 18"/>
          <p:cNvSpPr txBox="1"/>
          <p:nvPr/>
        </p:nvSpPr>
        <p:spPr>
          <a:xfrm>
            <a:off x="10122408" y="1783080"/>
            <a:ext cx="1371600" cy="365760"/>
          </a:xfrm>
          <a:prstGeom prst="rect">
            <a:avLst/>
          </a:prstGeom>
          <a:noFill/>
        </p:spPr>
        <p:txBody>
          <a:bodyPr wrap="square" lIns="0" tIns="0" rIns="0" bIns="0" anchor="t">
            <a:spAutoFit/>
          </a:bodyPr>
          <a:lstStyle/>
          <a:p>
            <a:pPr algn="r">
              <a:spcAft>
                <a:spcPts val="400"/>
              </a:spcAft>
            </a:pPr>
            <a:r>
              <a:rPr sz="1800" b="0">
                <a:solidFill>
                  <a:srgbClr val="FFFFFF"/>
                </a:solidFill>
                <a:latin typeface="Pilat Wide Heavy"/>
              </a:rPr>
              <a:t>1 h</a:t>
            </a:r>
          </a:p>
        </p:txBody>
      </p:sp>
      <p:sp>
        <p:nvSpPr>
          <p:cNvPr id="20" name="TextBox 19"/>
          <p:cNvSpPr txBox="1"/>
          <p:nvPr/>
        </p:nvSpPr>
        <p:spPr>
          <a:xfrm>
            <a:off x="8385048" y="2697480"/>
            <a:ext cx="3108960" cy="457200"/>
          </a:xfrm>
          <a:prstGeom prst="rect">
            <a:avLst/>
          </a:prstGeom>
          <a:noFill/>
        </p:spPr>
        <p:txBody>
          <a:bodyPr wrap="square" lIns="0" tIns="0" rIns="0" bIns="0" anchor="t">
            <a:spAutoFit/>
          </a:bodyPr>
          <a:lstStyle/>
          <a:p>
            <a:pPr algn="l">
              <a:spcAft>
                <a:spcPts val="400"/>
              </a:spcAft>
            </a:pPr>
            <a:r>
              <a:rPr sz="1800" b="0">
                <a:solidFill>
                  <a:srgbClr val="FFFFFF"/>
                </a:solidFill>
                <a:latin typeface="Pilat Demi"/>
              </a:rPr>
              <a:t>ADMINISTRATION</a:t>
            </a:r>
          </a:p>
        </p:txBody>
      </p:sp>
      <p:sp>
        <p:nvSpPr>
          <p:cNvPr id="21" name="TextBox 20"/>
          <p:cNvSpPr txBox="1"/>
          <p:nvPr/>
        </p:nvSpPr>
        <p:spPr>
          <a:xfrm>
            <a:off x="8385048" y="3108960"/>
            <a:ext cx="3108960" cy="365760"/>
          </a:xfrm>
          <a:prstGeom prst="rect">
            <a:avLst/>
          </a:prstGeom>
          <a:noFill/>
        </p:spPr>
        <p:txBody>
          <a:bodyPr wrap="square" lIns="0" tIns="0" rIns="0" bIns="0" anchor="t">
            <a:spAutoFit/>
          </a:bodyPr>
          <a:lstStyle/>
          <a:p>
            <a:pPr algn="l">
              <a:spcAft>
                <a:spcPts val="400"/>
              </a:spcAft>
            </a:pPr>
            <a:r>
              <a:rPr sz="1300" b="0">
                <a:solidFill>
                  <a:srgbClr val="FFFFFF"/>
                </a:solidFill>
                <a:latin typeface="Pilat Light"/>
              </a:rPr>
              <a:t>IT &amp; administrators</a:t>
            </a:r>
          </a:p>
        </p:txBody>
      </p:sp>
      <p:sp>
        <p:nvSpPr>
          <p:cNvPr id="22" name="TextBox 21"/>
          <p:cNvSpPr txBox="1"/>
          <p:nvPr/>
        </p:nvSpPr>
        <p:spPr>
          <a:xfrm>
            <a:off x="8385048" y="3703320"/>
            <a:ext cx="3108960" cy="2377440"/>
          </a:xfrm>
          <a:prstGeom prst="rect">
            <a:avLst/>
          </a:prstGeom>
          <a:noFill/>
        </p:spPr>
        <p:txBody>
          <a:bodyPr wrap="square" lIns="0" tIns="0" rIns="0" bIns="0" anchor="t">
            <a:spAutoFit/>
          </a:bodyPr>
          <a:lstStyle/>
          <a:p>
            <a:pPr algn="l">
              <a:spcAft>
                <a:spcPts val="800"/>
              </a:spcAft>
            </a:pPr>
            <a:r>
              <a:rPr sz="1300" b="0">
                <a:solidFill>
                  <a:srgbClr val="FFFFFF"/>
                </a:solidFill>
                <a:latin typeface="Pilat Light"/>
              </a:rPr>
              <a:t>•  Install, ports, power</a:t>
            </a:r>
          </a:p>
          <a:p>
            <a:pPr algn="l">
              <a:spcAft>
                <a:spcPts val="800"/>
              </a:spcAft>
            </a:pPr>
            <a:r>
              <a:rPr sz="1300" b="0">
                <a:solidFill>
                  <a:srgbClr val="FFFFFF"/>
                </a:solidFill>
                <a:latin typeface="Pilat Light"/>
              </a:rPr>
              <a:t>•  Backups, upgrades, retention</a:t>
            </a:r>
          </a:p>
          <a:p>
            <a:pPr algn="l">
              <a:spcAft>
                <a:spcPts val="800"/>
              </a:spcAft>
            </a:pPr>
            <a:r>
              <a:rPr sz="1300" b="0">
                <a:solidFill>
                  <a:srgbClr val="FFFFFF"/>
                </a:solidFill>
                <a:latin typeface="Pilat Light"/>
              </a:rPr>
              <a:t>•  Security checklist</a:t>
            </a:r>
          </a:p>
          <a:p>
            <a:pPr algn="l">
              <a:spcAft>
                <a:spcPts val="800"/>
              </a:spcAft>
            </a:pPr>
            <a:r>
              <a:rPr sz="1300" b="0">
                <a:solidFill>
                  <a:srgbClr val="FFFFFF"/>
                </a:solidFill>
                <a:latin typeface="Pilat Light"/>
              </a:rPr>
              <a:t>•  Troubleshooting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Module A</a:t>
            </a:r>
          </a:p>
          <a:p>
            <a:r>
              <a:t>Why and what</a:t>
            </a:r>
          </a:p>
        </p:txBody>
      </p:sp>
      <p:sp>
        <p:nvSpPr>
          <p:cNvPr id="3" name="Subtitle 2"/>
          <p:cNvSpPr>
            <a:spLocks noGrp="1"/>
          </p:cNvSpPr>
          <p:nvPr>
            <p:ph type="subTitle" idx="1"/>
          </p:nvPr>
        </p:nvSpPr>
        <p:spPr/>
        <p:txBody>
          <a:bodyPr/>
          <a:lstStyle/>
          <a:p>
            <a:r>
              <a:t>Management briefing  |  30 minutes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Thousands of cameras, on machines that never stand still</a:t>
            </a:r>
          </a:p>
        </p:txBody>
      </p:sp>
      <p:sp>
        <p:nvSpPr>
          <p:cNvPr id="3" name="Title 2"/>
          <p:cNvSpPr>
            <a:spLocks noGrp="1"/>
          </p:cNvSpPr>
          <p:nvPr>
            <p:ph type="title"/>
          </p:nvPr>
        </p:nvSpPr>
        <p:spPr/>
        <p:txBody>
          <a:bodyPr/>
          <a:lstStyle/>
          <a:p>
            <a:r>
              <a:t>The problem</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4</a:t>
            </a:r>
          </a:p>
        </p:txBody>
      </p:sp>
      <p:sp>
        <p:nvSpPr>
          <p:cNvPr id="5" name="Rounded Rectangle 4"/>
          <p:cNvSpPr/>
          <p:nvPr/>
        </p:nvSpPr>
        <p:spPr>
          <a:xfrm>
            <a:off x="521207" y="1600200"/>
            <a:ext cx="2651760" cy="4206240"/>
          </a:xfrm>
          <a:prstGeom prst="roundRect">
            <a:avLst>
              <a:gd name="adj" fmla="val 6000"/>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22375" y="1783080"/>
            <a:ext cx="2286000" cy="457200"/>
          </a:xfrm>
          <a:prstGeom prst="rect">
            <a:avLst/>
          </a:prstGeom>
          <a:noFill/>
        </p:spPr>
        <p:txBody>
          <a:bodyPr wrap="square" lIns="0" tIns="0" rIns="0" bIns="0" anchor="t">
            <a:spAutoFit/>
          </a:bodyPr>
          <a:lstStyle/>
          <a:p>
            <a:pPr algn="l">
              <a:spcAft>
                <a:spcPts val="400"/>
              </a:spcAft>
            </a:pPr>
            <a:r>
              <a:rPr sz="2600" b="0">
                <a:solidFill>
                  <a:srgbClr val="FFFFFF"/>
                </a:solidFill>
                <a:latin typeface="Pilat Wide Heavy"/>
              </a:rPr>
              <a:t>01</a:t>
            </a:r>
          </a:p>
        </p:txBody>
      </p:sp>
      <p:sp>
        <p:nvSpPr>
          <p:cNvPr id="7" name="TextBox 6"/>
          <p:cNvSpPr txBox="1"/>
          <p:nvPr/>
        </p:nvSpPr>
        <p:spPr>
          <a:xfrm>
            <a:off x="722375" y="2331720"/>
            <a:ext cx="2249424" cy="41148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MOVING VIEWS</a:t>
            </a:r>
          </a:p>
        </p:txBody>
      </p:sp>
      <p:sp>
        <p:nvSpPr>
          <p:cNvPr id="8" name="TextBox 7"/>
          <p:cNvSpPr txBox="1"/>
          <p:nvPr/>
        </p:nvSpPr>
        <p:spPr>
          <a:xfrm>
            <a:off x="722375" y="2715768"/>
            <a:ext cx="2249424" cy="2953512"/>
          </a:xfrm>
          <a:prstGeom prst="rect">
            <a:avLst/>
          </a:prstGeom>
          <a:noFill/>
        </p:spPr>
        <p:txBody>
          <a:bodyPr wrap="square" lIns="0" tIns="0" rIns="0" bIns="0" anchor="t">
            <a:spAutoFit/>
          </a:bodyPr>
          <a:lstStyle/>
          <a:p>
            <a:pPr algn="l">
              <a:spcAft>
                <a:spcPts val="400"/>
              </a:spcAft>
            </a:pPr>
            <a:r>
              <a:rPr sz="1400" b="0">
                <a:solidFill>
                  <a:srgbClr val="FFFFFF"/>
                </a:solidFill>
                <a:latin typeface="Pilat Light"/>
              </a:rPr>
              <a:t>Cameras on cranes, spreaders and trailers never show the same picture twice, so fixed-reference CCTV tools fail.</a:t>
            </a:r>
          </a:p>
        </p:txBody>
      </p:sp>
      <p:sp>
        <p:nvSpPr>
          <p:cNvPr id="9" name="Rounded Rectangle 8"/>
          <p:cNvSpPr/>
          <p:nvPr/>
        </p:nvSpPr>
        <p:spPr>
          <a:xfrm>
            <a:off x="3337560" y="1600200"/>
            <a:ext cx="2651760" cy="4206240"/>
          </a:xfrm>
          <a:prstGeom prst="roundRect">
            <a:avLst>
              <a:gd name="adj" fmla="val 6000"/>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38728" y="1783080"/>
            <a:ext cx="2286000" cy="457200"/>
          </a:xfrm>
          <a:prstGeom prst="rect">
            <a:avLst/>
          </a:prstGeom>
          <a:noFill/>
        </p:spPr>
        <p:txBody>
          <a:bodyPr wrap="square" lIns="0" tIns="0" rIns="0" bIns="0" anchor="t">
            <a:spAutoFit/>
          </a:bodyPr>
          <a:lstStyle/>
          <a:p>
            <a:pPr algn="l">
              <a:spcAft>
                <a:spcPts val="400"/>
              </a:spcAft>
            </a:pPr>
            <a:r>
              <a:rPr sz="2600" b="0">
                <a:solidFill>
                  <a:srgbClr val="FFFFFF"/>
                </a:solidFill>
                <a:latin typeface="Pilat Wide Heavy"/>
              </a:rPr>
              <a:t>02</a:t>
            </a:r>
          </a:p>
        </p:txBody>
      </p:sp>
      <p:sp>
        <p:nvSpPr>
          <p:cNvPr id="11" name="TextBox 10"/>
          <p:cNvSpPr txBox="1"/>
          <p:nvPr/>
        </p:nvSpPr>
        <p:spPr>
          <a:xfrm>
            <a:off x="3538728" y="2331720"/>
            <a:ext cx="2249424" cy="41148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HIDDEN FAULTS</a:t>
            </a:r>
          </a:p>
        </p:txBody>
      </p:sp>
      <p:sp>
        <p:nvSpPr>
          <p:cNvPr id="12" name="TextBox 11"/>
          <p:cNvSpPr txBox="1"/>
          <p:nvPr/>
        </p:nvSpPr>
        <p:spPr>
          <a:xfrm>
            <a:off x="3538728" y="2715768"/>
            <a:ext cx="2249424" cy="2953512"/>
          </a:xfrm>
          <a:prstGeom prst="rect">
            <a:avLst/>
          </a:prstGeom>
          <a:noFill/>
        </p:spPr>
        <p:txBody>
          <a:bodyPr wrap="square" lIns="0" tIns="0" rIns="0" bIns="0" anchor="t">
            <a:spAutoFit/>
          </a:bodyPr>
          <a:lstStyle/>
          <a:p>
            <a:pPr algn="l">
              <a:spcAft>
                <a:spcPts val="400"/>
              </a:spcAft>
            </a:pPr>
            <a:r>
              <a:rPr sz="1400" b="0">
                <a:solidFill>
                  <a:srgbClr val="FFFFFF"/>
                </a:solidFill>
                <a:latin typeface="Pilat Light"/>
              </a:rPr>
              <a:t>Dirty lenses, tints and partly covered lenses are found only when footage is needed after an incident.</a:t>
            </a:r>
          </a:p>
        </p:txBody>
      </p:sp>
      <p:sp>
        <p:nvSpPr>
          <p:cNvPr id="13" name="Rounded Rectangle 12"/>
          <p:cNvSpPr/>
          <p:nvPr/>
        </p:nvSpPr>
        <p:spPr>
          <a:xfrm>
            <a:off x="6153912" y="1600200"/>
            <a:ext cx="2651760" cy="4206240"/>
          </a:xfrm>
          <a:prstGeom prst="roundRect">
            <a:avLst>
              <a:gd name="adj" fmla="val 6000"/>
            </a:avLst>
          </a:prstGeom>
          <a:solidFill>
            <a:srgbClr val="FF2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55080" y="1783080"/>
            <a:ext cx="2286000" cy="457200"/>
          </a:xfrm>
          <a:prstGeom prst="rect">
            <a:avLst/>
          </a:prstGeom>
          <a:noFill/>
        </p:spPr>
        <p:txBody>
          <a:bodyPr wrap="square" lIns="0" tIns="0" rIns="0" bIns="0" anchor="t">
            <a:spAutoFit/>
          </a:bodyPr>
          <a:lstStyle/>
          <a:p>
            <a:pPr algn="l">
              <a:spcAft>
                <a:spcPts val="400"/>
              </a:spcAft>
            </a:pPr>
            <a:r>
              <a:rPr sz="2600" b="0">
                <a:solidFill>
                  <a:srgbClr val="FFFFFF"/>
                </a:solidFill>
                <a:latin typeface="Pilat Wide Heavy"/>
              </a:rPr>
              <a:t>03</a:t>
            </a:r>
          </a:p>
        </p:txBody>
      </p:sp>
      <p:sp>
        <p:nvSpPr>
          <p:cNvPr id="15" name="TextBox 14"/>
          <p:cNvSpPr txBox="1"/>
          <p:nvPr/>
        </p:nvSpPr>
        <p:spPr>
          <a:xfrm>
            <a:off x="6355080" y="2331720"/>
            <a:ext cx="2249424" cy="41148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MANUAL EFFORT</a:t>
            </a:r>
          </a:p>
        </p:txBody>
      </p:sp>
      <p:sp>
        <p:nvSpPr>
          <p:cNvPr id="16" name="TextBox 15"/>
          <p:cNvSpPr txBox="1"/>
          <p:nvPr/>
        </p:nvSpPr>
        <p:spPr>
          <a:xfrm>
            <a:off x="6355080" y="2715768"/>
            <a:ext cx="2249424" cy="2953512"/>
          </a:xfrm>
          <a:prstGeom prst="rect">
            <a:avLst/>
          </a:prstGeom>
          <a:noFill/>
        </p:spPr>
        <p:txBody>
          <a:bodyPr wrap="square" lIns="0" tIns="0" rIns="0" bIns="0" anchor="t">
            <a:spAutoFit/>
          </a:bodyPr>
          <a:lstStyle/>
          <a:p>
            <a:pPr algn="l">
              <a:spcAft>
                <a:spcPts val="400"/>
              </a:spcAft>
            </a:pPr>
            <a:r>
              <a:rPr sz="1400" b="0">
                <a:solidFill>
                  <a:srgbClr val="FFFFFF"/>
                </a:solidFill>
                <a:latin typeface="Pilat Light"/>
              </a:rPr>
              <a:t>Logging in, saving a screenshot, judging it and writing it up takes minutes per camera, every day.</a:t>
            </a:r>
          </a:p>
        </p:txBody>
      </p:sp>
      <p:sp>
        <p:nvSpPr>
          <p:cNvPr id="17" name="Rounded Rectangle 16"/>
          <p:cNvSpPr/>
          <p:nvPr/>
        </p:nvSpPr>
        <p:spPr>
          <a:xfrm>
            <a:off x="8970264" y="1600200"/>
            <a:ext cx="2651760" cy="4206240"/>
          </a:xfrm>
          <a:prstGeom prst="roundRect">
            <a:avLst>
              <a:gd name="adj" fmla="val 6000"/>
            </a:avLst>
          </a:prstGeom>
          <a:solidFill>
            <a:srgbClr val="FF3C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71432" y="1783080"/>
            <a:ext cx="2286000" cy="457200"/>
          </a:xfrm>
          <a:prstGeom prst="rect">
            <a:avLst/>
          </a:prstGeom>
          <a:noFill/>
        </p:spPr>
        <p:txBody>
          <a:bodyPr wrap="square" lIns="0" tIns="0" rIns="0" bIns="0" anchor="t">
            <a:spAutoFit/>
          </a:bodyPr>
          <a:lstStyle/>
          <a:p>
            <a:pPr algn="l">
              <a:spcAft>
                <a:spcPts val="400"/>
              </a:spcAft>
            </a:pPr>
            <a:r>
              <a:rPr sz="2600" b="0">
                <a:solidFill>
                  <a:srgbClr val="FFFFFF"/>
                </a:solidFill>
                <a:latin typeface="Pilat Wide Heavy"/>
              </a:rPr>
              <a:t>04</a:t>
            </a:r>
          </a:p>
        </p:txBody>
      </p:sp>
      <p:sp>
        <p:nvSpPr>
          <p:cNvPr id="19" name="TextBox 18"/>
          <p:cNvSpPr txBox="1"/>
          <p:nvPr/>
        </p:nvSpPr>
        <p:spPr>
          <a:xfrm>
            <a:off x="9171432" y="2331720"/>
            <a:ext cx="2249424" cy="41148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MIXED FLEET</a:t>
            </a:r>
          </a:p>
        </p:txBody>
      </p:sp>
      <p:sp>
        <p:nvSpPr>
          <p:cNvPr id="20" name="TextBox 19"/>
          <p:cNvSpPr txBox="1"/>
          <p:nvPr/>
        </p:nvSpPr>
        <p:spPr>
          <a:xfrm>
            <a:off x="9171432" y="2715768"/>
            <a:ext cx="2249424" cy="2953512"/>
          </a:xfrm>
          <a:prstGeom prst="rect">
            <a:avLst/>
          </a:prstGeom>
          <a:noFill/>
        </p:spPr>
        <p:txBody>
          <a:bodyPr wrap="square" lIns="0" tIns="0" rIns="0" bIns="0" anchor="t">
            <a:spAutoFit/>
          </a:bodyPr>
          <a:lstStyle/>
          <a:p>
            <a:pPr algn="l">
              <a:spcAft>
                <a:spcPts val="400"/>
              </a:spcAft>
            </a:pPr>
            <a:r>
              <a:rPr sz="1400" b="0">
                <a:solidFill>
                  <a:srgbClr val="FFFFFF"/>
                </a:solidFill>
                <a:latin typeface="Pilat Light"/>
              </a:rPr>
              <a:t>Old 2K and new 4K cameras look different. One rule set floods engineers with false alarms.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One picture per camera per day, diagnosed automatically, verified by people</a:t>
            </a:r>
          </a:p>
        </p:txBody>
      </p:sp>
      <p:sp>
        <p:nvSpPr>
          <p:cNvPr id="3" name="Title 2"/>
          <p:cNvSpPr>
            <a:spLocks noGrp="1"/>
          </p:cNvSpPr>
          <p:nvPr>
            <p:ph type="title"/>
          </p:nvPr>
        </p:nvSpPr>
        <p:spPr/>
        <p:txBody>
          <a:bodyPr/>
          <a:lstStyle/>
          <a:p>
            <a:r>
              <a:t>How it works</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5</a:t>
            </a:r>
          </a:p>
        </p:txBody>
      </p:sp>
      <p:pic>
        <p:nvPicPr>
          <p:cNvPr id="5" name="Picture 4" descr="flow.png"/>
          <p:cNvPicPr>
            <a:picLocks noChangeAspect="1"/>
          </p:cNvPicPr>
          <p:nvPr/>
        </p:nvPicPr>
        <p:blipFill>
          <a:blip r:embed="rId3"/>
          <a:stretch>
            <a:fillRect/>
          </a:stretch>
        </p:blipFill>
        <p:spPr>
          <a:xfrm>
            <a:off x="521207" y="1600200"/>
            <a:ext cx="11155680" cy="2171284"/>
          </a:xfrm>
          <a:prstGeom prst="rect">
            <a:avLst/>
          </a:prstGeom>
        </p:spPr>
      </p:pic>
      <p:sp>
        <p:nvSpPr>
          <p:cNvPr id="6" name="TextBox 5"/>
          <p:cNvSpPr txBox="1"/>
          <p:nvPr/>
        </p:nvSpPr>
        <p:spPr>
          <a:xfrm>
            <a:off x="521207" y="4572000"/>
            <a:ext cx="11155680" cy="1463040"/>
          </a:xfrm>
          <a:prstGeom prst="rect">
            <a:avLst/>
          </a:prstGeom>
          <a:noFill/>
        </p:spPr>
        <p:txBody>
          <a:bodyPr wrap="square" lIns="0" tIns="0" rIns="0" bIns="0" anchor="t">
            <a:spAutoFit/>
          </a:bodyPr>
          <a:lstStyle/>
          <a:p>
            <a:pPr algn="l">
              <a:spcAft>
                <a:spcPts val="1000"/>
              </a:spcAft>
            </a:pPr>
            <a:r>
              <a:rPr sz="1500" b="0">
                <a:solidFill>
                  <a:srgbClr val="0F0F19"/>
                </a:solidFill>
                <a:latin typeface="Pilat Demi"/>
              </a:rPr>
              <a:t>Runs on one PC in the local network. </a:t>
            </a:r>
            <a:r>
              <a:rPr sz="1500" b="0">
                <a:solidFill>
                  <a:srgbClr val="0F0F19"/>
                </a:solidFill>
                <a:latin typeface="Pilat Light"/>
              </a:rPr>
              <a:t>No cloud, no internet at runtime, no new hardware at the cameras.</a:t>
            </a:r>
          </a:p>
          <a:p>
            <a:pPr algn="l">
              <a:spcAft>
                <a:spcPts val="1000"/>
              </a:spcAft>
            </a:pPr>
            <a:r>
              <a:rPr sz="1500" b="0">
                <a:solidFill>
                  <a:srgbClr val="0F0F19"/>
                </a:solidFill>
                <a:latin typeface="Pilat Demi"/>
              </a:rPr>
              <a:t>Detects 8 conditions: </a:t>
            </a:r>
            <a:r>
              <a:rPr sz="1500" b="0">
                <a:solidFill>
                  <a:srgbClr val="0F0F19"/>
                </a:solidFill>
                <a:latin typeface="Pilat Light"/>
              </a:rPr>
              <a:t>no view, too dark, overexposed, green / blue / red tint, dirty or blurry lens, partial occlusion.</a:t>
            </a:r>
          </a:p>
          <a:p>
            <a:pPr algn="l">
              <a:spcAft>
                <a:spcPts val="1000"/>
              </a:spcAft>
            </a:pPr>
            <a:r>
              <a:rPr sz="1500" b="0">
                <a:solidFill>
                  <a:srgbClr val="0F0F19"/>
                </a:solidFill>
                <a:latin typeface="Pilat Demi"/>
              </a:rPr>
              <a:t>Every decision is recorded </a:t>
            </a:r>
            <a:r>
              <a:rPr sz="1500" b="0">
                <a:solidFill>
                  <a:srgbClr val="0F0F19"/>
                </a:solidFill>
                <a:latin typeface="Pilat Light"/>
              </a:rPr>
              <a:t>with engineer name, time, remark and photo: a full audit trail.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Illustrative daily effort for 1,000 cameras</a:t>
            </a:r>
          </a:p>
        </p:txBody>
      </p:sp>
      <p:sp>
        <p:nvSpPr>
          <p:cNvPr id="3" name="Title 2"/>
          <p:cNvSpPr>
            <a:spLocks noGrp="1"/>
          </p:cNvSpPr>
          <p:nvPr>
            <p:ph type="title"/>
          </p:nvPr>
        </p:nvSpPr>
        <p:spPr/>
        <p:txBody>
          <a:bodyPr/>
          <a:lstStyle/>
          <a:p>
            <a:r>
              <a:t>The value</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6</a:t>
            </a:r>
          </a:p>
        </p:txBody>
      </p:sp>
      <p:sp>
        <p:nvSpPr>
          <p:cNvPr id="5" name="Rounded Rectangle 4"/>
          <p:cNvSpPr/>
          <p:nvPr/>
        </p:nvSpPr>
        <p:spPr>
          <a:xfrm>
            <a:off x="521207" y="1508760"/>
            <a:ext cx="3291840" cy="1417320"/>
          </a:xfrm>
          <a:prstGeom prst="roundRect">
            <a:avLst>
              <a:gd name="adj" fmla="val 6000"/>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49808" y="1645920"/>
            <a:ext cx="2926080" cy="640080"/>
          </a:xfrm>
          <a:prstGeom prst="rect">
            <a:avLst/>
          </a:prstGeom>
          <a:noFill/>
        </p:spPr>
        <p:txBody>
          <a:bodyPr wrap="square" lIns="0" tIns="0" rIns="0" bIns="0" anchor="t">
            <a:spAutoFit/>
          </a:bodyPr>
          <a:lstStyle/>
          <a:p>
            <a:pPr algn="l">
              <a:spcAft>
                <a:spcPts val="400"/>
              </a:spcAft>
            </a:pPr>
            <a:r>
              <a:rPr sz="3600" b="0">
                <a:solidFill>
                  <a:srgbClr val="FFFFFF"/>
                </a:solidFill>
                <a:latin typeface="Pilat Wide Heavy"/>
              </a:rPr>
              <a:t>117 h</a:t>
            </a:r>
          </a:p>
        </p:txBody>
      </p:sp>
      <p:sp>
        <p:nvSpPr>
          <p:cNvPr id="7" name="TextBox 6"/>
          <p:cNvSpPr txBox="1"/>
          <p:nvPr/>
        </p:nvSpPr>
        <p:spPr>
          <a:xfrm>
            <a:off x="749808" y="2331720"/>
            <a:ext cx="2926080" cy="548640"/>
          </a:xfrm>
          <a:prstGeom prst="rect">
            <a:avLst/>
          </a:prstGeom>
          <a:noFill/>
        </p:spPr>
        <p:txBody>
          <a:bodyPr wrap="square" lIns="0" tIns="0" rIns="0" bIns="0" anchor="t">
            <a:spAutoFit/>
          </a:bodyPr>
          <a:lstStyle/>
          <a:p>
            <a:pPr algn="l">
              <a:spcAft>
                <a:spcPts val="400"/>
              </a:spcAft>
            </a:pPr>
            <a:r>
              <a:rPr sz="1300" b="0">
                <a:solidFill>
                  <a:srgbClr val="FFFFFF"/>
                </a:solidFill>
                <a:latin typeface="Pilat Light"/>
              </a:rPr>
              <a:t>manual person-hours per daily round</a:t>
            </a:r>
          </a:p>
        </p:txBody>
      </p:sp>
      <p:sp>
        <p:nvSpPr>
          <p:cNvPr id="8" name="Rounded Rectangle 7"/>
          <p:cNvSpPr/>
          <p:nvPr/>
        </p:nvSpPr>
        <p:spPr>
          <a:xfrm>
            <a:off x="521207" y="3108960"/>
            <a:ext cx="3291840" cy="1417320"/>
          </a:xfrm>
          <a:prstGeom prst="roundRect">
            <a:avLst>
              <a:gd name="adj" fmla="val 6000"/>
            </a:avLst>
          </a:prstGeom>
          <a:solidFill>
            <a:srgbClr val="00E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49808" y="3246120"/>
            <a:ext cx="2926080" cy="640080"/>
          </a:xfrm>
          <a:prstGeom prst="rect">
            <a:avLst/>
          </a:prstGeom>
          <a:noFill/>
        </p:spPr>
        <p:txBody>
          <a:bodyPr wrap="square" lIns="0" tIns="0" rIns="0" bIns="0" anchor="t">
            <a:spAutoFit/>
          </a:bodyPr>
          <a:lstStyle/>
          <a:p>
            <a:pPr algn="l">
              <a:spcAft>
                <a:spcPts val="400"/>
              </a:spcAft>
            </a:pPr>
            <a:r>
              <a:rPr sz="3600" b="0">
                <a:solidFill>
                  <a:srgbClr val="0F0F19"/>
                </a:solidFill>
                <a:latin typeface="Pilat Wide Heavy"/>
              </a:rPr>
              <a:t>4 h</a:t>
            </a:r>
          </a:p>
        </p:txBody>
      </p:sp>
      <p:sp>
        <p:nvSpPr>
          <p:cNvPr id="10" name="TextBox 9"/>
          <p:cNvSpPr txBox="1"/>
          <p:nvPr/>
        </p:nvSpPr>
        <p:spPr>
          <a:xfrm>
            <a:off x="749808" y="3931920"/>
            <a:ext cx="2926080" cy="548640"/>
          </a:xfrm>
          <a:prstGeom prst="rect">
            <a:avLst/>
          </a:prstGeom>
          <a:noFill/>
        </p:spPr>
        <p:txBody>
          <a:bodyPr wrap="square" lIns="0" tIns="0" rIns="0" bIns="0" anchor="t">
            <a:spAutoFit/>
          </a:bodyPr>
          <a:lstStyle/>
          <a:p>
            <a:pPr algn="l">
              <a:spcAft>
                <a:spcPts val="400"/>
              </a:spcAft>
            </a:pPr>
            <a:r>
              <a:rPr sz="1300" b="0">
                <a:solidFill>
                  <a:srgbClr val="0F0F19"/>
                </a:solidFill>
                <a:latin typeface="Pilat Light"/>
              </a:rPr>
              <a:t>with the platform: verification only</a:t>
            </a:r>
          </a:p>
        </p:txBody>
      </p:sp>
      <p:sp>
        <p:nvSpPr>
          <p:cNvPr id="11" name="Rounded Rectangle 10"/>
          <p:cNvSpPr/>
          <p:nvPr/>
        </p:nvSpPr>
        <p:spPr>
          <a:xfrm>
            <a:off x="521207" y="4709160"/>
            <a:ext cx="3291840" cy="1417320"/>
          </a:xfrm>
          <a:prstGeom prst="roundRect">
            <a:avLst>
              <a:gd name="adj" fmla="val 6000"/>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49808" y="4846320"/>
            <a:ext cx="2926080" cy="640080"/>
          </a:xfrm>
          <a:prstGeom prst="rect">
            <a:avLst/>
          </a:prstGeom>
          <a:noFill/>
        </p:spPr>
        <p:txBody>
          <a:bodyPr wrap="square" lIns="0" tIns="0" rIns="0" bIns="0" anchor="t">
            <a:spAutoFit/>
          </a:bodyPr>
          <a:lstStyle/>
          <a:p>
            <a:pPr algn="l">
              <a:spcAft>
                <a:spcPts val="400"/>
              </a:spcAft>
            </a:pPr>
            <a:r>
              <a:rPr sz="3600" b="0">
                <a:solidFill>
                  <a:srgbClr val="FFFFFF"/>
                </a:solidFill>
                <a:latin typeface="Pilat Wide Heavy"/>
              </a:rPr>
              <a:t>~30 min</a:t>
            </a:r>
          </a:p>
        </p:txBody>
      </p:sp>
      <p:sp>
        <p:nvSpPr>
          <p:cNvPr id="13" name="TextBox 12"/>
          <p:cNvSpPr txBox="1"/>
          <p:nvPr/>
        </p:nvSpPr>
        <p:spPr>
          <a:xfrm>
            <a:off x="749808" y="5532120"/>
            <a:ext cx="2926080" cy="548640"/>
          </a:xfrm>
          <a:prstGeom prst="rect">
            <a:avLst/>
          </a:prstGeom>
          <a:noFill/>
        </p:spPr>
        <p:txBody>
          <a:bodyPr wrap="square" lIns="0" tIns="0" rIns="0" bIns="0" anchor="t">
            <a:spAutoFit/>
          </a:bodyPr>
          <a:lstStyle/>
          <a:p>
            <a:pPr algn="l">
              <a:spcAft>
                <a:spcPts val="400"/>
              </a:spcAft>
            </a:pPr>
            <a:r>
              <a:rPr sz="1300" b="0">
                <a:solidFill>
                  <a:srgbClr val="FFFFFF"/>
                </a:solidFill>
                <a:latin typeface="Pilat Light"/>
              </a:rPr>
              <a:t>to check ~3,600 cameras (default settings)</a:t>
            </a:r>
          </a:p>
        </p:txBody>
      </p:sp>
      <p:graphicFrame>
        <p:nvGraphicFramePr>
          <p:cNvPr id="14" name="Chart 13"/>
          <p:cNvGraphicFramePr>
            <a:graphicFrameLocks noGrp="1"/>
          </p:cNvGraphicFramePr>
          <p:nvPr/>
        </p:nvGraphicFramePr>
        <p:xfrm>
          <a:off x="4206240" y="1463040"/>
          <a:ext cx="7498079" cy="4480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Functionally complete; six items to close before all-terminal rollout</a:t>
            </a:r>
          </a:p>
        </p:txBody>
      </p:sp>
      <p:sp>
        <p:nvSpPr>
          <p:cNvPr id="3" name="Title 2"/>
          <p:cNvSpPr>
            <a:spLocks noGrp="1"/>
          </p:cNvSpPr>
          <p:nvPr>
            <p:ph type="title"/>
          </p:nvPr>
        </p:nvSpPr>
        <p:spPr/>
        <p:txBody>
          <a:bodyPr/>
          <a:lstStyle/>
          <a:p>
            <a:r>
              <a:t>Readiness and rollout</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7</a:t>
            </a:r>
          </a:p>
        </p:txBody>
      </p:sp>
      <p:sp>
        <p:nvSpPr>
          <p:cNvPr id="5" name="Rounded Rectangle 4"/>
          <p:cNvSpPr/>
          <p:nvPr/>
        </p:nvSpPr>
        <p:spPr>
          <a:xfrm>
            <a:off x="521207" y="1508760"/>
            <a:ext cx="2377440" cy="2148840"/>
          </a:xfrm>
          <a:prstGeom prst="roundRect">
            <a:avLst>
              <a:gd name="adj" fmla="val 6000"/>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04088" y="1645920"/>
            <a:ext cx="2103120" cy="365760"/>
          </a:xfrm>
          <a:prstGeom prst="rect">
            <a:avLst/>
          </a:prstGeom>
          <a:noFill/>
        </p:spPr>
        <p:txBody>
          <a:bodyPr wrap="square" lIns="0" tIns="0" rIns="0" bIns="0" anchor="t">
            <a:spAutoFit/>
          </a:bodyPr>
          <a:lstStyle/>
          <a:p>
            <a:pPr algn="l">
              <a:spcAft>
                <a:spcPts val="400"/>
              </a:spcAft>
            </a:pPr>
            <a:r>
              <a:rPr sz="1500" b="0">
                <a:solidFill>
                  <a:srgbClr val="FFFFFF"/>
                </a:solidFill>
                <a:latin typeface="Pilat Demi"/>
              </a:rPr>
              <a:t>1  PILOT</a:t>
            </a:r>
          </a:p>
        </p:txBody>
      </p:sp>
      <p:sp>
        <p:nvSpPr>
          <p:cNvPr id="7" name="TextBox 6"/>
          <p:cNvSpPr txBox="1"/>
          <p:nvPr/>
        </p:nvSpPr>
        <p:spPr>
          <a:xfrm>
            <a:off x="704088" y="1993392"/>
            <a:ext cx="2103120" cy="274320"/>
          </a:xfrm>
          <a:prstGeom prst="rect">
            <a:avLst/>
          </a:prstGeom>
          <a:noFill/>
        </p:spPr>
        <p:txBody>
          <a:bodyPr wrap="square" lIns="0" tIns="0" rIns="0" bIns="0" anchor="t">
            <a:spAutoFit/>
          </a:bodyPr>
          <a:lstStyle/>
          <a:p>
            <a:pPr algn="l">
              <a:spcAft>
                <a:spcPts val="400"/>
              </a:spcAft>
            </a:pPr>
            <a:r>
              <a:rPr sz="1200" b="0">
                <a:solidFill>
                  <a:srgbClr val="FFFFFF"/>
                </a:solidFill>
                <a:latin typeface="Pilat Wide Heavy"/>
              </a:rPr>
              <a:t>4 weeks</a:t>
            </a:r>
          </a:p>
        </p:txBody>
      </p:sp>
      <p:sp>
        <p:nvSpPr>
          <p:cNvPr id="8" name="TextBox 7"/>
          <p:cNvSpPr txBox="1"/>
          <p:nvPr/>
        </p:nvSpPr>
        <p:spPr>
          <a:xfrm>
            <a:off x="704088" y="2377440"/>
            <a:ext cx="2057400" cy="1280160"/>
          </a:xfrm>
          <a:prstGeom prst="rect">
            <a:avLst/>
          </a:prstGeom>
          <a:noFill/>
        </p:spPr>
        <p:txBody>
          <a:bodyPr wrap="square" lIns="0" tIns="0" rIns="0" bIns="0" anchor="t">
            <a:spAutoFit/>
          </a:bodyPr>
          <a:lstStyle/>
          <a:p>
            <a:pPr algn="l">
              <a:spcAft>
                <a:spcPts val="400"/>
              </a:spcAft>
            </a:pPr>
            <a:r>
              <a:rPr sz="1150" b="0">
                <a:solidFill>
                  <a:srgbClr val="FFFFFF"/>
                </a:solidFill>
                <a:latin typeface="Pilat Light"/>
              </a:rPr>
              <a:t>One terminal. Hardening done, engineers trained. Exit: run completes daily, backlog cleared daily.</a:t>
            </a:r>
          </a:p>
        </p:txBody>
      </p:sp>
      <p:sp>
        <p:nvSpPr>
          <p:cNvPr id="9" name="Rounded Rectangle 8"/>
          <p:cNvSpPr/>
          <p:nvPr/>
        </p:nvSpPr>
        <p:spPr>
          <a:xfrm>
            <a:off x="3035808" y="1508760"/>
            <a:ext cx="2377440" cy="2148840"/>
          </a:xfrm>
          <a:prstGeom prst="roundRect">
            <a:avLst>
              <a:gd name="adj" fmla="val 6000"/>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218688" y="1645920"/>
            <a:ext cx="2103120" cy="365760"/>
          </a:xfrm>
          <a:prstGeom prst="rect">
            <a:avLst/>
          </a:prstGeom>
          <a:noFill/>
        </p:spPr>
        <p:txBody>
          <a:bodyPr wrap="square" lIns="0" tIns="0" rIns="0" bIns="0" anchor="t">
            <a:spAutoFit/>
          </a:bodyPr>
          <a:lstStyle/>
          <a:p>
            <a:pPr algn="l">
              <a:spcAft>
                <a:spcPts val="400"/>
              </a:spcAft>
            </a:pPr>
            <a:r>
              <a:rPr sz="1500" b="0">
                <a:solidFill>
                  <a:srgbClr val="FFFFFF"/>
                </a:solidFill>
                <a:latin typeface="Pilat Demi"/>
              </a:rPr>
              <a:t>2  ROLLOUT</a:t>
            </a:r>
          </a:p>
        </p:txBody>
      </p:sp>
      <p:sp>
        <p:nvSpPr>
          <p:cNvPr id="11" name="TextBox 10"/>
          <p:cNvSpPr txBox="1"/>
          <p:nvPr/>
        </p:nvSpPr>
        <p:spPr>
          <a:xfrm>
            <a:off x="3218688" y="1993392"/>
            <a:ext cx="2103120" cy="274320"/>
          </a:xfrm>
          <a:prstGeom prst="rect">
            <a:avLst/>
          </a:prstGeom>
          <a:noFill/>
        </p:spPr>
        <p:txBody>
          <a:bodyPr wrap="square" lIns="0" tIns="0" rIns="0" bIns="0" anchor="t">
            <a:spAutoFit/>
          </a:bodyPr>
          <a:lstStyle/>
          <a:p>
            <a:pPr algn="l">
              <a:spcAft>
                <a:spcPts val="400"/>
              </a:spcAft>
            </a:pPr>
            <a:r>
              <a:rPr sz="1200" b="0">
                <a:solidFill>
                  <a:srgbClr val="FFFFFF"/>
                </a:solidFill>
                <a:latin typeface="Pilat Wide Heavy"/>
              </a:rPr>
              <a:t>4-6 weeks</a:t>
            </a:r>
          </a:p>
        </p:txBody>
      </p:sp>
      <p:sp>
        <p:nvSpPr>
          <p:cNvPr id="12" name="TextBox 11"/>
          <p:cNvSpPr txBox="1"/>
          <p:nvPr/>
        </p:nvSpPr>
        <p:spPr>
          <a:xfrm>
            <a:off x="3218688" y="2377440"/>
            <a:ext cx="2057400" cy="1280160"/>
          </a:xfrm>
          <a:prstGeom prst="rect">
            <a:avLst/>
          </a:prstGeom>
          <a:noFill/>
        </p:spPr>
        <p:txBody>
          <a:bodyPr wrap="square" lIns="0" tIns="0" rIns="0" bIns="0" anchor="t">
            <a:spAutoFit/>
          </a:bodyPr>
          <a:lstStyle/>
          <a:p>
            <a:pPr algn="l">
              <a:spcAft>
                <a:spcPts val="400"/>
              </a:spcAft>
            </a:pPr>
            <a:r>
              <a:rPr sz="1150" b="0">
                <a:solidFill>
                  <a:srgbClr val="FFFFFF"/>
                </a:solidFill>
                <a:latin typeface="Pilat Light"/>
              </a:rPr>
              <a:t>All terminals imported; parallel capture tuned with the network team. Exit: fleet checked before 10:00.</a:t>
            </a:r>
          </a:p>
        </p:txBody>
      </p:sp>
      <p:sp>
        <p:nvSpPr>
          <p:cNvPr id="13" name="Rounded Rectangle 12"/>
          <p:cNvSpPr/>
          <p:nvPr/>
        </p:nvSpPr>
        <p:spPr>
          <a:xfrm>
            <a:off x="5550408" y="1508760"/>
            <a:ext cx="2377440" cy="2148840"/>
          </a:xfrm>
          <a:prstGeom prst="roundRect">
            <a:avLst>
              <a:gd name="adj" fmla="val 6000"/>
            </a:avLst>
          </a:prstGeom>
          <a:solidFill>
            <a:srgbClr val="00E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733288" y="1645920"/>
            <a:ext cx="2103120" cy="365760"/>
          </a:xfrm>
          <a:prstGeom prst="rect">
            <a:avLst/>
          </a:prstGeom>
          <a:noFill/>
        </p:spPr>
        <p:txBody>
          <a:bodyPr wrap="square" lIns="0" tIns="0" rIns="0" bIns="0" anchor="t">
            <a:spAutoFit/>
          </a:bodyPr>
          <a:lstStyle/>
          <a:p>
            <a:pPr algn="l">
              <a:spcAft>
                <a:spcPts val="400"/>
              </a:spcAft>
            </a:pPr>
            <a:r>
              <a:rPr sz="1500" b="0">
                <a:solidFill>
                  <a:srgbClr val="0F0F19"/>
                </a:solidFill>
                <a:latin typeface="Pilat Demi"/>
              </a:rPr>
              <a:t>3  EMBED</a:t>
            </a:r>
          </a:p>
        </p:txBody>
      </p:sp>
      <p:sp>
        <p:nvSpPr>
          <p:cNvPr id="15" name="TextBox 14"/>
          <p:cNvSpPr txBox="1"/>
          <p:nvPr/>
        </p:nvSpPr>
        <p:spPr>
          <a:xfrm>
            <a:off x="5733288" y="1993392"/>
            <a:ext cx="2103120" cy="274320"/>
          </a:xfrm>
          <a:prstGeom prst="rect">
            <a:avLst/>
          </a:prstGeom>
          <a:noFill/>
        </p:spPr>
        <p:txBody>
          <a:bodyPr wrap="square" lIns="0" tIns="0" rIns="0" bIns="0" anchor="t">
            <a:spAutoFit/>
          </a:bodyPr>
          <a:lstStyle/>
          <a:p>
            <a:pPr algn="l">
              <a:spcAft>
                <a:spcPts val="400"/>
              </a:spcAft>
            </a:pPr>
            <a:r>
              <a:rPr sz="1200" b="0">
                <a:solidFill>
                  <a:srgbClr val="0F0F19"/>
                </a:solidFill>
                <a:latin typeface="Pilat Wide Heavy"/>
              </a:rPr>
              <a:t>Ongoing</a:t>
            </a:r>
          </a:p>
        </p:txBody>
      </p:sp>
      <p:sp>
        <p:nvSpPr>
          <p:cNvPr id="16" name="TextBox 15"/>
          <p:cNvSpPr txBox="1"/>
          <p:nvPr/>
        </p:nvSpPr>
        <p:spPr>
          <a:xfrm>
            <a:off x="5733288" y="2377440"/>
            <a:ext cx="2057400" cy="1280160"/>
          </a:xfrm>
          <a:prstGeom prst="rect">
            <a:avLst/>
          </a:prstGeom>
          <a:noFill/>
        </p:spPr>
        <p:txBody>
          <a:bodyPr wrap="square" lIns="0" tIns="0" rIns="0" bIns="0" anchor="t">
            <a:spAutoFit/>
          </a:bodyPr>
          <a:lstStyle/>
          <a:p>
            <a:pPr algn="l">
              <a:spcAft>
                <a:spcPts val="400"/>
              </a:spcAft>
            </a:pPr>
            <a:r>
              <a:rPr sz="1150" b="0">
                <a:solidFill>
                  <a:srgbClr val="0F0F19"/>
                </a:solidFill>
                <a:latin typeface="Pilat Light"/>
              </a:rPr>
              <a:t>Weekly KPI review, tickets linked in remarks, building dashboard, quarterly threshold review.</a:t>
            </a:r>
          </a:p>
        </p:txBody>
      </p:sp>
      <p:graphicFrame>
        <p:nvGraphicFramePr>
          <p:cNvPr id="17" name="Table 16"/>
          <p:cNvGraphicFramePr>
            <a:graphicFrameLocks noGrp="1"/>
          </p:cNvGraphicFramePr>
          <p:nvPr/>
        </p:nvGraphicFramePr>
        <p:xfrm>
          <a:off x="521207" y="3886200"/>
          <a:ext cx="7406640" cy="2194560"/>
        </p:xfrm>
        <a:graphic>
          <a:graphicData uri="http://schemas.openxmlformats.org/drawingml/2006/table">
            <a:tbl>
              <a:tblPr>
                <a:tableStyleId>{5940675A-B579-460E-94D1-54222C63F5DA}</a:tableStyleId>
              </a:tblPr>
              <a:tblGrid>
                <a:gridCol w="58521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65760">
                <a:tc>
                  <a:txBody>
                    <a:bodyPr/>
                    <a:lstStyle/>
                    <a:p>
                      <a:r>
                        <a:rPr sz="1000">
                          <a:solidFill>
                            <a:srgbClr val="FFFFFF"/>
                          </a:solidFill>
                          <a:latin typeface="Pilat Demi"/>
                        </a:rPr>
                        <a:t>MUST CLOSE FIRST</a:t>
                      </a:r>
                    </a:p>
                  </a:txBody>
                  <a:tcPr marL="73152" marR="73152" marT="36576" marB="36576" anchor="ctr">
                    <a:solidFill>
                      <a:srgbClr val="0F0F19"/>
                    </a:solidFill>
                  </a:tcPr>
                </a:tc>
                <a:tc>
                  <a:txBody>
                    <a:bodyPr/>
                    <a:lstStyle/>
                    <a:p>
                      <a:r>
                        <a:rPr sz="1000">
                          <a:solidFill>
                            <a:srgbClr val="FFFFFF"/>
                          </a:solidFill>
                          <a:latin typeface="Pilat Demi"/>
                        </a:rPr>
                        <a:t>PRIORITY</a:t>
                      </a:r>
                    </a:p>
                  </a:txBody>
                  <a:tcPr marL="73152" marR="73152" marT="36576" marB="36576" anchor="ctr">
                    <a:solidFill>
                      <a:srgbClr val="0F0F19"/>
                    </a:solidFill>
                  </a:tcPr>
                </a:tc>
                <a:extLst>
                  <a:ext uri="{0D108BD9-81ED-4DB2-BD59-A6C34878D82A}">
                    <a16:rowId xmlns:a16="http://schemas.microsoft.com/office/drawing/2014/main" val="10000"/>
                  </a:ext>
                </a:extLst>
              </a:tr>
              <a:tr h="365760">
                <a:tc>
                  <a:txBody>
                    <a:bodyPr/>
                    <a:lstStyle/>
                    <a:p>
                      <a:r>
                        <a:rPr sz="1150">
                          <a:solidFill>
                            <a:srgbClr val="0F0F19"/>
                          </a:solidFill>
                          <a:latin typeface="Pilat Light"/>
                        </a:rPr>
                        <a:t>Confirm &amp; freeze the production source version</a:t>
                      </a:r>
                    </a:p>
                  </a:txBody>
                  <a:tcPr marL="73152" marR="73152" marT="36576" marB="36576" anchor="ctr">
                    <a:solidFill>
                      <a:srgbClr val="FFFFFF"/>
                    </a:solidFill>
                  </a:tcPr>
                </a:tc>
                <a:tc>
                  <a:txBody>
                    <a:bodyPr/>
                    <a:lstStyle/>
                    <a:p>
                      <a:r>
                        <a:rPr sz="1150">
                          <a:solidFill>
                            <a:srgbClr val="FF2261"/>
                          </a:solidFill>
                          <a:latin typeface="Pilat Light"/>
                        </a:rPr>
                        <a:t>High</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1150">
                          <a:solidFill>
                            <a:srgbClr val="0F0F19"/>
                          </a:solidFill>
                          <a:latin typeface="Pilat Light"/>
                        </a:rPr>
                        <a:t>Restrict access and add sign-in</a:t>
                      </a:r>
                    </a:p>
                  </a:txBody>
                  <a:tcPr marL="73152" marR="73152" marT="36576" marB="36576" anchor="ctr">
                    <a:solidFill>
                      <a:srgbClr val="F4F3F8"/>
                    </a:solidFill>
                  </a:tcPr>
                </a:tc>
                <a:tc>
                  <a:txBody>
                    <a:bodyPr/>
                    <a:lstStyle/>
                    <a:p>
                      <a:r>
                        <a:rPr sz="1150">
                          <a:solidFill>
                            <a:srgbClr val="FF2261"/>
                          </a:solidFill>
                          <a:latin typeface="Pilat Light"/>
                        </a:rPr>
                        <a:t>High</a:t>
                      </a:r>
                    </a:p>
                  </a:txBody>
                  <a:tcPr marL="73152" marR="73152" marT="36576" marB="36576" anchor="ctr">
                    <a:solidFill>
                      <a:srgbClr val="F4F3F8"/>
                    </a:solidFill>
                  </a:tcPr>
                </a:tc>
                <a:extLst>
                  <a:ext uri="{0D108BD9-81ED-4DB2-BD59-A6C34878D82A}">
                    <a16:rowId xmlns:a16="http://schemas.microsoft.com/office/drawing/2014/main" val="10002"/>
                  </a:ext>
                </a:extLst>
              </a:tr>
              <a:tr h="365760">
                <a:tc>
                  <a:txBody>
                    <a:bodyPr/>
                    <a:lstStyle/>
                    <a:p>
                      <a:r>
                        <a:rPr sz="1150">
                          <a:solidFill>
                            <a:srgbClr val="0F0F19"/>
                          </a:solidFill>
                          <a:latin typeface="Pilat Light"/>
                        </a:rPr>
                        <a:t>Protect camera passwords (plain text today)</a:t>
                      </a:r>
                    </a:p>
                  </a:txBody>
                  <a:tcPr marL="73152" marR="73152" marT="36576" marB="36576" anchor="ctr">
                    <a:solidFill>
                      <a:srgbClr val="FFFFFF"/>
                    </a:solidFill>
                  </a:tcPr>
                </a:tc>
                <a:tc>
                  <a:txBody>
                    <a:bodyPr/>
                    <a:lstStyle/>
                    <a:p>
                      <a:r>
                        <a:rPr sz="1150">
                          <a:solidFill>
                            <a:srgbClr val="FF2261"/>
                          </a:solidFill>
                          <a:latin typeface="Pilat Light"/>
                        </a:rPr>
                        <a:t>High</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1150">
                          <a:solidFill>
                            <a:srgbClr val="0F0F19"/>
                          </a:solidFill>
                          <a:latin typeface="Pilat Light"/>
                        </a:rPr>
                        <a:t>Production web server, auto-start, no-sleep</a:t>
                      </a:r>
                    </a:p>
                  </a:txBody>
                  <a:tcPr marL="73152" marR="73152" marT="36576" marB="36576" anchor="ctr">
                    <a:solidFill>
                      <a:srgbClr val="F4F3F8"/>
                    </a:solidFill>
                  </a:tcPr>
                </a:tc>
                <a:tc>
                  <a:txBody>
                    <a:bodyPr/>
                    <a:lstStyle/>
                    <a:p>
                      <a:r>
                        <a:rPr sz="1150">
                          <a:solidFill>
                            <a:srgbClr val="FF3C14"/>
                          </a:solidFill>
                          <a:latin typeface="Pilat Light"/>
                        </a:rPr>
                        <a:t>Medium</a:t>
                      </a:r>
                    </a:p>
                  </a:txBody>
                  <a:tcPr marL="73152" marR="73152" marT="36576" marB="36576" anchor="ctr">
                    <a:solidFill>
                      <a:srgbClr val="F4F3F8"/>
                    </a:solidFill>
                  </a:tcPr>
                </a:tc>
                <a:extLst>
                  <a:ext uri="{0D108BD9-81ED-4DB2-BD59-A6C34878D82A}">
                    <a16:rowId xmlns:a16="http://schemas.microsoft.com/office/drawing/2014/main" val="10004"/>
                  </a:ext>
                </a:extLst>
              </a:tr>
              <a:tr h="365760">
                <a:tc>
                  <a:txBody>
                    <a:bodyPr/>
                    <a:lstStyle/>
                    <a:p>
                      <a:r>
                        <a:rPr sz="1150">
                          <a:solidFill>
                            <a:srgbClr val="0F0F19"/>
                          </a:solidFill>
                          <a:latin typeface="Pilat Light"/>
                        </a:rPr>
                        <a:t>Backups and picture retention (~40-55 GB / 1,000 cameras / year)</a:t>
                      </a:r>
                    </a:p>
                  </a:txBody>
                  <a:tcPr marL="73152" marR="73152" marT="36576" marB="36576" anchor="ctr">
                    <a:solidFill>
                      <a:srgbClr val="FFFFFF"/>
                    </a:solidFill>
                  </a:tcPr>
                </a:tc>
                <a:tc>
                  <a:txBody>
                    <a:bodyPr/>
                    <a:lstStyle/>
                    <a:p>
                      <a:r>
                        <a:rPr sz="1150">
                          <a:solidFill>
                            <a:srgbClr val="FF3C14"/>
                          </a:solidFill>
                          <a:latin typeface="Pilat Light"/>
                        </a:rPr>
                        <a:t>Medium</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8" name="Rounded Rectangle 17"/>
          <p:cNvSpPr/>
          <p:nvPr/>
        </p:nvSpPr>
        <p:spPr>
          <a:xfrm>
            <a:off x="8229600" y="1508760"/>
            <a:ext cx="3438144" cy="4526280"/>
          </a:xfrm>
          <a:prstGeom prst="roundRect">
            <a:avLst>
              <a:gd name="adj" fmla="val 6000"/>
            </a:avLst>
          </a:prstGeom>
          <a:solidFill>
            <a:srgbClr val="F1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58200" y="1691640"/>
            <a:ext cx="3017520" cy="365760"/>
          </a:xfrm>
          <a:prstGeom prst="rect">
            <a:avLst/>
          </a:prstGeom>
          <a:noFill/>
        </p:spPr>
        <p:txBody>
          <a:bodyPr wrap="square" lIns="0" tIns="0" rIns="0" bIns="0" anchor="t">
            <a:spAutoFit/>
          </a:bodyPr>
          <a:lstStyle/>
          <a:p>
            <a:pPr algn="l">
              <a:spcAft>
                <a:spcPts val="400"/>
              </a:spcAft>
            </a:pPr>
            <a:r>
              <a:rPr sz="1400" b="0">
                <a:solidFill>
                  <a:srgbClr val="1E1450"/>
                </a:solidFill>
                <a:latin typeface="Pilat Demi"/>
              </a:rPr>
              <a:t>KPIS TO TRACK</a:t>
            </a:r>
          </a:p>
        </p:txBody>
      </p:sp>
      <p:sp>
        <p:nvSpPr>
          <p:cNvPr id="20" name="TextBox 19"/>
          <p:cNvSpPr txBox="1"/>
          <p:nvPr/>
        </p:nvSpPr>
        <p:spPr>
          <a:xfrm>
            <a:off x="8458200" y="2148840"/>
            <a:ext cx="3017520" cy="3840480"/>
          </a:xfrm>
          <a:prstGeom prst="rect">
            <a:avLst/>
          </a:prstGeom>
          <a:noFill/>
        </p:spPr>
        <p:txBody>
          <a:bodyPr wrap="square" lIns="0" tIns="0" rIns="0" bIns="0" anchor="t">
            <a:spAutoFit/>
          </a:bodyPr>
          <a:lstStyle/>
          <a:p>
            <a:pPr algn="l">
              <a:spcAft>
                <a:spcPts val="1000"/>
              </a:spcAft>
            </a:pPr>
            <a:r>
              <a:rPr sz="1250" b="0">
                <a:solidFill>
                  <a:srgbClr val="0F0F19"/>
                </a:solidFill>
                <a:latin typeface="Pilat Demi"/>
              </a:rPr>
              <a:t>Fleet health  </a:t>
            </a:r>
            <a:r>
              <a:rPr sz="1250" b="0">
                <a:solidFill>
                  <a:srgbClr val="0F0F19"/>
                </a:solidFill>
                <a:latin typeface="Pilat Light"/>
              </a:rPr>
              <a:t>% cameras OK</a:t>
            </a:r>
          </a:p>
          <a:p>
            <a:pPr algn="l">
              <a:spcAft>
                <a:spcPts val="1000"/>
              </a:spcAft>
            </a:pPr>
            <a:r>
              <a:rPr sz="1250" b="0">
                <a:solidFill>
                  <a:srgbClr val="0F0F19"/>
                </a:solidFill>
                <a:latin typeface="Pilat Demi"/>
              </a:rPr>
              <a:t>Backlog  </a:t>
            </a:r>
            <a:r>
              <a:rPr sz="1250" b="0">
                <a:solidFill>
                  <a:srgbClr val="0F0F19"/>
                </a:solidFill>
                <a:latin typeface="Pilat Light"/>
              </a:rPr>
              <a:t>awaiting verification at day end = 0</a:t>
            </a:r>
          </a:p>
          <a:p>
            <a:pPr algn="l">
              <a:spcAft>
                <a:spcPts val="1000"/>
              </a:spcAft>
            </a:pPr>
            <a:r>
              <a:rPr sz="1250" b="0">
                <a:solidFill>
                  <a:srgbClr val="0F0F19"/>
                </a:solidFill>
                <a:latin typeface="Pilat Demi"/>
              </a:rPr>
              <a:t>Repair speed  </a:t>
            </a:r>
            <a:r>
              <a:rPr sz="1250" b="0">
                <a:solidFill>
                  <a:srgbClr val="0F0F19"/>
                </a:solidFill>
                <a:latin typeface="Pilat Light"/>
              </a:rPr>
              <a:t>days from detection to OK</a:t>
            </a:r>
          </a:p>
          <a:p>
            <a:pPr algn="l">
              <a:spcAft>
                <a:spcPts val="1000"/>
              </a:spcAft>
            </a:pPr>
            <a:r>
              <a:rPr sz="1250" b="0">
                <a:solidFill>
                  <a:srgbClr val="0F0F19"/>
                </a:solidFill>
                <a:latin typeface="Pilat Demi"/>
              </a:rPr>
              <a:t>Automation  </a:t>
            </a:r>
            <a:r>
              <a:rPr sz="1250" b="0">
                <a:solidFill>
                  <a:srgbClr val="0F0F19"/>
                </a:solidFill>
                <a:latin typeface="Pilat Light"/>
              </a:rPr>
              <a:t>auto-matched share</a:t>
            </a:r>
          </a:p>
          <a:p>
            <a:pPr algn="l">
              <a:spcAft>
                <a:spcPts val="1000"/>
              </a:spcAft>
            </a:pPr>
            <a:r>
              <a:rPr sz="1250" b="0">
                <a:solidFill>
                  <a:srgbClr val="0F0F19"/>
                </a:solidFill>
                <a:latin typeface="Pilat Demi"/>
              </a:rPr>
              <a:t>False alarms  </a:t>
            </a:r>
            <a:r>
              <a:rPr sz="1250" b="0">
                <a:solidFill>
                  <a:srgbClr val="0F0F19"/>
                </a:solidFill>
                <a:latin typeface="Pilat Light"/>
              </a:rPr>
              <a:t>% Normal / false detection</a:t>
            </a:r>
          </a:p>
          <a:p>
            <a:pPr algn="l">
              <a:spcAft>
                <a:spcPts val="1000"/>
              </a:spcAft>
            </a:pPr>
            <a:r>
              <a:rPr sz="1250" b="0">
                <a:solidFill>
                  <a:srgbClr val="0F0F19"/>
                </a:solidFill>
                <a:latin typeface="Pilat Demi"/>
              </a:rPr>
              <a:t>Reliability  </a:t>
            </a:r>
            <a:r>
              <a:rPr sz="1250" b="0">
                <a:solidFill>
                  <a:srgbClr val="0F0F19"/>
                </a:solidFill>
                <a:latin typeface="Pilat Light"/>
              </a:rPr>
              <a:t>runs completed on 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Module B</a:t>
            </a:r>
          </a:p>
          <a:p>
            <a:r>
              <a:t>Using the platform</a:t>
            </a:r>
          </a:p>
        </p:txBody>
      </p:sp>
      <p:sp>
        <p:nvSpPr>
          <p:cNvPr id="3" name="Subtitle 2"/>
          <p:cNvSpPr>
            <a:spLocks noGrp="1"/>
          </p:cNvSpPr>
          <p:nvPr>
            <p:ph type="subTitle" idx="1"/>
          </p:nvPr>
        </p:nvSpPr>
        <p:spPr/>
        <p:txBody>
          <a:bodyPr/>
          <a:lstStyle/>
          <a:p>
            <a:r>
              <a:t>Verification engineers &amp; supervisors  |  2.5 hours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Start once, keep it running, open it from any PC on the network</a:t>
            </a:r>
          </a:p>
        </p:txBody>
      </p:sp>
      <p:sp>
        <p:nvSpPr>
          <p:cNvPr id="3" name="Title 2"/>
          <p:cNvSpPr>
            <a:spLocks noGrp="1"/>
          </p:cNvSpPr>
          <p:nvPr>
            <p:ph type="title"/>
          </p:nvPr>
        </p:nvSpPr>
        <p:spPr/>
        <p:txBody>
          <a:bodyPr/>
          <a:lstStyle/>
          <a:p>
            <a:r>
              <a:t>Getting started</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9</a:t>
            </a:r>
          </a:p>
        </p:txBody>
      </p:sp>
      <p:sp>
        <p:nvSpPr>
          <p:cNvPr id="5" name="TextBox 4"/>
          <p:cNvSpPr txBox="1"/>
          <p:nvPr/>
        </p:nvSpPr>
        <p:spPr>
          <a:xfrm>
            <a:off x="521207" y="1554480"/>
            <a:ext cx="4206240" cy="4572000"/>
          </a:xfrm>
          <a:prstGeom prst="rect">
            <a:avLst/>
          </a:prstGeom>
          <a:noFill/>
        </p:spPr>
        <p:txBody>
          <a:bodyPr wrap="square" lIns="0" tIns="0" rIns="0" bIns="0" anchor="t">
            <a:spAutoFit/>
          </a:bodyPr>
          <a:lstStyle/>
          <a:p>
            <a:pPr algn="l">
              <a:spcAft>
                <a:spcPts val="1600"/>
              </a:spcAft>
            </a:pPr>
            <a:r>
              <a:rPr sz="1400" b="0">
                <a:solidFill>
                  <a:srgbClr val="3230BE"/>
                </a:solidFill>
                <a:latin typeface="Pilat Wide Heavy"/>
              </a:rPr>
              <a:t>1  </a:t>
            </a:r>
            <a:r>
              <a:rPr sz="1400" b="0">
                <a:solidFill>
                  <a:srgbClr val="0F0F19"/>
                </a:solidFill>
                <a:latin typeface="Pilat Light"/>
              </a:rPr>
              <a:t>Double-click </a:t>
            </a:r>
            <a:r>
              <a:rPr sz="1400" b="0">
                <a:solidFill>
                  <a:srgbClr val="0F0F19"/>
                </a:solidFill>
                <a:latin typeface="Pilat Demi"/>
              </a:rPr>
              <a:t>run.bat</a:t>
            </a:r>
            <a:r>
              <a:rPr sz="1400" b="0">
                <a:solidFill>
                  <a:srgbClr val="0F0F19"/>
                </a:solidFill>
                <a:latin typeface="Pilat Light"/>
              </a:rPr>
              <a:t> on the platform PC</a:t>
            </a:r>
          </a:p>
          <a:p>
            <a:pPr algn="l">
              <a:spcAft>
                <a:spcPts val="1600"/>
              </a:spcAft>
            </a:pPr>
            <a:r>
              <a:rPr sz="1400" b="0">
                <a:solidFill>
                  <a:srgbClr val="3230BE"/>
                </a:solidFill>
                <a:latin typeface="Pilat Wide Heavy"/>
              </a:rPr>
              <a:t>2  </a:t>
            </a:r>
            <a:r>
              <a:rPr sz="1400" b="0">
                <a:solidFill>
                  <a:srgbClr val="0F0F19"/>
                </a:solidFill>
                <a:latin typeface="Pilat Light"/>
              </a:rPr>
              <a:t>Leave the black console window open</a:t>
            </a:r>
          </a:p>
          <a:p>
            <a:pPr algn="l">
              <a:spcAft>
                <a:spcPts val="1600"/>
              </a:spcAft>
            </a:pPr>
            <a:r>
              <a:rPr sz="1400" b="0">
                <a:solidFill>
                  <a:srgbClr val="3230BE"/>
                </a:solidFill>
                <a:latin typeface="Pilat Wide Heavy"/>
              </a:rPr>
              <a:t>3  </a:t>
            </a:r>
            <a:r>
              <a:rPr sz="1400" b="0">
                <a:solidFill>
                  <a:srgbClr val="0F0F19"/>
                </a:solidFill>
                <a:latin typeface="Pilat Light"/>
              </a:rPr>
              <a:t>From any PC: </a:t>
            </a:r>
            <a:r>
              <a:rPr sz="1400" b="0">
                <a:solidFill>
                  <a:srgbClr val="0F0F19"/>
                </a:solidFill>
                <a:latin typeface="Pilat Demi"/>
              </a:rPr>
              <a:t>http://&lt;platform-PC&gt;:5070</a:t>
            </a:r>
          </a:p>
          <a:p>
            <a:pPr algn="l">
              <a:spcAft>
                <a:spcPts val="1600"/>
              </a:spcAft>
            </a:pPr>
            <a:r>
              <a:rPr sz="1400" b="0">
                <a:solidFill>
                  <a:srgbClr val="3230BE"/>
                </a:solidFill>
                <a:latin typeface="Pilat Wide Heavy"/>
              </a:rPr>
              <a:t>4  </a:t>
            </a:r>
            <a:r>
              <a:rPr sz="1400" b="0">
                <a:solidFill>
                  <a:srgbClr val="0F0F19"/>
                </a:solidFill>
                <a:latin typeface="Pilat Light"/>
              </a:rPr>
              <a:t>Header shows cameras monitored; red = no view or server unreachable</a:t>
            </a:r>
          </a:p>
          <a:p>
            <a:pPr algn="l">
              <a:spcAft>
                <a:spcPts val="1600"/>
              </a:spcAft>
            </a:pPr>
            <a:r>
              <a:rPr sz="1400" b="0">
                <a:solidFill>
                  <a:srgbClr val="3230BE"/>
                </a:solidFill>
                <a:latin typeface="Pilat Wide Heavy"/>
              </a:rPr>
              <a:t>5  </a:t>
            </a:r>
            <a:r>
              <a:rPr sz="1400" b="0">
                <a:solidFill>
                  <a:srgbClr val="0F0F19"/>
                </a:solidFill>
                <a:latin typeface="Pilat Light"/>
              </a:rPr>
              <a:t>Diagnose tab = results.  Settings tab = cameras and schedule</a:t>
            </a:r>
          </a:p>
        </p:txBody>
      </p:sp>
      <p:sp>
        <p:nvSpPr>
          <p:cNvPr id="6" name="Rounded Rectangle 5"/>
          <p:cNvSpPr/>
          <p:nvPr/>
        </p:nvSpPr>
        <p:spPr>
          <a:xfrm>
            <a:off x="521207" y="5074920"/>
            <a:ext cx="4206240" cy="1051560"/>
          </a:xfrm>
          <a:prstGeom prst="roundRect">
            <a:avLst>
              <a:gd name="adj" fmla="val 6000"/>
            </a:avLst>
          </a:prstGeom>
          <a:solidFill>
            <a:srgbClr val="FF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04088" y="5184648"/>
            <a:ext cx="3886200" cy="868680"/>
          </a:xfrm>
          <a:prstGeom prst="rect">
            <a:avLst/>
          </a:prstGeom>
          <a:noFill/>
        </p:spPr>
        <p:txBody>
          <a:bodyPr wrap="square" lIns="0" tIns="0" rIns="0" bIns="0" anchor="t">
            <a:spAutoFit/>
          </a:bodyPr>
          <a:lstStyle/>
          <a:p>
            <a:pPr algn="l">
              <a:spcAft>
                <a:spcPts val="400"/>
              </a:spcAft>
            </a:pPr>
            <a:r>
              <a:rPr sz="1200" b="0">
                <a:solidFill>
                  <a:srgbClr val="FF2261"/>
                </a:solidFill>
                <a:latin typeface="Pilat Demi"/>
              </a:rPr>
              <a:t>DON'T  </a:t>
            </a:r>
            <a:r>
              <a:rPr sz="1200" b="0">
                <a:solidFill>
                  <a:srgbClr val="0F0F19"/>
                </a:solidFill>
                <a:latin typeface="Pilat Light"/>
              </a:rPr>
              <a:t>close the console or let the PC sleep before the run. More than 3 hours late = run skipped until the next scheduled day.</a:t>
            </a:r>
          </a:p>
        </p:txBody>
      </p:sp>
      <p:pic>
        <p:nvPicPr>
          <p:cNvPr id="8" name="Picture 7" descr="diagnose_top.png"/>
          <p:cNvPicPr>
            <a:picLocks noChangeAspect="1"/>
          </p:cNvPicPr>
          <p:nvPr/>
        </p:nvPicPr>
        <p:blipFill>
          <a:blip r:embed="rId3"/>
          <a:stretch>
            <a:fillRect/>
          </a:stretch>
        </p:blipFill>
        <p:spPr>
          <a:xfrm>
            <a:off x="5029200" y="1554480"/>
            <a:ext cx="6638544" cy="3319272"/>
          </a:xfrm>
          <a:prstGeom prst="rect">
            <a:avLst/>
          </a:prstGeom>
          <a:ln w="9525">
            <a:solidFill>
              <a:srgbClr val="D6D4E2"/>
            </a:solidFill>
          </a:ln>
        </p:spPr>
      </p:pic>
      <p:sp>
        <p:nvSpPr>
          <p:cNvPr id="9" name="TextBox 8"/>
          <p:cNvSpPr txBox="1"/>
          <p:nvPr/>
        </p:nvSpPr>
        <p:spPr>
          <a:xfrm>
            <a:off x="5029200" y="4956048"/>
            <a:ext cx="6638544" cy="274320"/>
          </a:xfrm>
          <a:prstGeom prst="rect">
            <a:avLst/>
          </a:prstGeom>
          <a:noFill/>
        </p:spPr>
        <p:txBody>
          <a:bodyPr wrap="square" lIns="0" tIns="0" rIns="0" bIns="0" anchor="t">
            <a:spAutoFit/>
          </a:bodyPr>
          <a:lstStyle/>
          <a:p>
            <a:pPr algn="l">
              <a:spcAft>
                <a:spcPts val="400"/>
              </a:spcAft>
            </a:pPr>
            <a:r>
              <a:rPr sz="1000" b="0">
                <a:solidFill>
                  <a:srgbClr val="5F5E6E"/>
                </a:solidFill>
                <a:latin typeface="Pilat Light"/>
              </a:rPr>
              <a:t>Diagnose tab: live status, summary figures, Run diagnosis now, filters (each can hold several values)</a:t>
            </a:r>
          </a:p>
        </p:txBody>
      </p:sp>
    </p:spTree>
    <p:extLst>
      <p:ext uri="{BB962C8B-B14F-4D97-AF65-F5344CB8AC3E}">
        <p14:creationId xmlns:p14="http://schemas.microsoft.com/office/powerpoint/2010/main" val="1917946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Same steps every day: the backlog ends at zero</a:t>
            </a:r>
          </a:p>
        </p:txBody>
      </p:sp>
      <p:sp>
        <p:nvSpPr>
          <p:cNvPr id="3" name="Title 2"/>
          <p:cNvSpPr>
            <a:spLocks noGrp="1"/>
          </p:cNvSpPr>
          <p:nvPr>
            <p:ph type="title"/>
          </p:nvPr>
        </p:nvSpPr>
        <p:spPr/>
        <p:txBody>
          <a:bodyPr/>
          <a:lstStyle/>
          <a:p>
            <a:r>
              <a:t>The daily routine</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10</a:t>
            </a:r>
          </a:p>
        </p:txBody>
      </p:sp>
      <p:pic>
        <p:nvPicPr>
          <p:cNvPr id="5" name="Picture 4" descr="routine.png"/>
          <p:cNvPicPr>
            <a:picLocks noChangeAspect="1"/>
          </p:cNvPicPr>
          <p:nvPr/>
        </p:nvPicPr>
        <p:blipFill>
          <a:blip r:embed="rId3"/>
          <a:stretch>
            <a:fillRect/>
          </a:stretch>
        </p:blipFill>
        <p:spPr>
          <a:xfrm>
            <a:off x="521207" y="1554480"/>
            <a:ext cx="11155680" cy="1966135"/>
          </a:xfrm>
          <a:prstGeom prst="rect">
            <a:avLst/>
          </a:prstGeom>
        </p:spPr>
      </p:pic>
      <p:graphicFrame>
        <p:nvGraphicFramePr>
          <p:cNvPr id="6" name="Table 5"/>
          <p:cNvGraphicFramePr>
            <a:graphicFrameLocks noGrp="1"/>
          </p:cNvGraphicFramePr>
          <p:nvPr/>
        </p:nvGraphicFramePr>
        <p:xfrm>
          <a:off x="521207" y="3977639"/>
          <a:ext cx="6903720" cy="2194560"/>
        </p:xfrm>
        <a:graphic>
          <a:graphicData uri="http://schemas.openxmlformats.org/drawingml/2006/table">
            <a:tbl>
              <a:tblPr>
                <a:tableStyleId>{5940675A-B579-460E-94D1-54222C63F5DA}</a:tableStyleId>
              </a:tblPr>
              <a:tblGrid>
                <a:gridCol w="224028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365760">
                <a:tc>
                  <a:txBody>
                    <a:bodyPr/>
                    <a:lstStyle/>
                    <a:p>
                      <a:r>
                        <a:rPr sz="1000">
                          <a:solidFill>
                            <a:srgbClr val="FFFFFF"/>
                          </a:solidFill>
                          <a:latin typeface="Pilat Demi"/>
                        </a:rPr>
                        <a:t>TRIAGE FILTER</a:t>
                      </a:r>
                    </a:p>
                  </a:txBody>
                  <a:tcPr marL="73152" marR="73152" marT="36576" marB="36576" anchor="ctr">
                    <a:solidFill>
                      <a:srgbClr val="0F0F19"/>
                    </a:solidFill>
                  </a:tcPr>
                </a:tc>
                <a:tc>
                  <a:txBody>
                    <a:bodyPr/>
                    <a:lstStyle/>
                    <a:p>
                      <a:r>
                        <a:rPr sz="1000">
                          <a:solidFill>
                            <a:srgbClr val="FFFFFF"/>
                          </a:solidFill>
                          <a:latin typeface="Pilat Demi"/>
                        </a:rPr>
                        <a:t>SET IT TO</a:t>
                      </a:r>
                    </a:p>
                  </a:txBody>
                  <a:tcPr marL="73152" marR="73152" marT="36576" marB="36576" anchor="ctr">
                    <a:solidFill>
                      <a:srgbClr val="0F0F19"/>
                    </a:solidFill>
                  </a:tcPr>
                </a:tc>
                <a:extLst>
                  <a:ext uri="{0D108BD9-81ED-4DB2-BD59-A6C34878D82A}">
                    <a16:rowId xmlns:a16="http://schemas.microsoft.com/office/drawing/2014/main" val="10000"/>
                  </a:ext>
                </a:extLst>
              </a:tr>
              <a:tr h="365760">
                <a:tc>
                  <a:txBody>
                    <a:bodyPr/>
                    <a:lstStyle/>
                    <a:p>
                      <a:r>
                        <a:rPr sz="1150">
                          <a:solidFill>
                            <a:srgbClr val="0F0F19"/>
                          </a:solidFill>
                          <a:latin typeface="Pilat Demi"/>
                        </a:rPr>
                        <a:t>Today's to-do list</a:t>
                      </a:r>
                    </a:p>
                  </a:txBody>
                  <a:tcPr marL="73152" marR="73152" marT="36576" marB="36576" anchor="ctr">
                    <a:solidFill>
                      <a:srgbClr val="FFFFFF"/>
                    </a:solidFill>
                  </a:tcPr>
                </a:tc>
                <a:tc>
                  <a:txBody>
                    <a:bodyPr/>
                    <a:lstStyle/>
                    <a:p>
                      <a:r>
                        <a:rPr sz="1150">
                          <a:solidFill>
                            <a:srgbClr val="0F0F19"/>
                          </a:solidFill>
                          <a:latin typeface="Pilat Light"/>
                        </a:rPr>
                        <a:t>Show: Latest per camera · Verdict: No engineer verdict yet</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1150">
                          <a:solidFill>
                            <a:srgbClr val="0F0F19"/>
                          </a:solidFill>
                          <a:latin typeface="Pilat Demi"/>
                        </a:rPr>
                        <a:t>Your area only</a:t>
                      </a:r>
                    </a:p>
                  </a:txBody>
                  <a:tcPr marL="73152" marR="73152" marT="36576" marB="36576" anchor="ctr">
                    <a:solidFill>
                      <a:srgbClr val="F4F3F8"/>
                    </a:solidFill>
                  </a:tcPr>
                </a:tc>
                <a:tc>
                  <a:txBody>
                    <a:bodyPr/>
                    <a:lstStyle/>
                    <a:p>
                      <a:r>
                        <a:rPr sz="1150">
                          <a:solidFill>
                            <a:srgbClr val="0F0F19"/>
                          </a:solidFill>
                          <a:latin typeface="Pilat Light"/>
                        </a:rPr>
                        <a:t>Terminal / Machine: tick several, e.g. A101 + A102 + B201</a:t>
                      </a:r>
                    </a:p>
                  </a:txBody>
                  <a:tcPr marL="73152" marR="73152" marT="36576" marB="36576" anchor="ctr">
                    <a:solidFill>
                      <a:srgbClr val="F4F3F8"/>
                    </a:solidFill>
                  </a:tcPr>
                </a:tc>
                <a:extLst>
                  <a:ext uri="{0D108BD9-81ED-4DB2-BD59-A6C34878D82A}">
                    <a16:rowId xmlns:a16="http://schemas.microsoft.com/office/drawing/2014/main" val="10002"/>
                  </a:ext>
                </a:extLst>
              </a:tr>
              <a:tr h="365760">
                <a:tc>
                  <a:txBody>
                    <a:bodyPr/>
                    <a:lstStyle/>
                    <a:p>
                      <a:r>
                        <a:rPr sz="1150">
                          <a:solidFill>
                            <a:srgbClr val="0F0F19"/>
                          </a:solidFill>
                          <a:latin typeface="Pilat Demi"/>
                        </a:rPr>
                        <a:t>Dead cameras first</a:t>
                      </a:r>
                    </a:p>
                  </a:txBody>
                  <a:tcPr marL="73152" marR="73152" marT="36576" marB="36576" anchor="ctr">
                    <a:solidFill>
                      <a:srgbClr val="FFFFFF"/>
                    </a:solidFill>
                  </a:tcPr>
                </a:tc>
                <a:tc>
                  <a:txBody>
                    <a:bodyPr/>
                    <a:lstStyle/>
                    <a:p>
                      <a:r>
                        <a:rPr sz="1150">
                          <a:solidFill>
                            <a:srgbClr val="0F0F19"/>
                          </a:solidFill>
                          <a:latin typeface="Pilat Light"/>
                        </a:rPr>
                        <a:t>Status: No view</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1150">
                          <a:solidFill>
                            <a:srgbClr val="0F0F19"/>
                          </a:solidFill>
                          <a:latin typeface="Pilat Demi"/>
                        </a:rPr>
                        <a:t>Then worsening ones</a:t>
                      </a:r>
                    </a:p>
                  </a:txBody>
                  <a:tcPr marL="73152" marR="73152" marT="36576" marB="36576" anchor="ctr">
                    <a:solidFill>
                      <a:srgbClr val="F4F3F8"/>
                    </a:solidFill>
                  </a:tcPr>
                </a:tc>
                <a:tc>
                  <a:txBody>
                    <a:bodyPr/>
                    <a:lstStyle/>
                    <a:p>
                      <a:r>
                        <a:rPr sz="1150">
                          <a:solidFill>
                            <a:srgbClr val="0F0F19"/>
                          </a:solidFill>
                          <a:latin typeface="Pilat Light"/>
                        </a:rPr>
                        <a:t>Verdict: Worse than last check</a:t>
                      </a:r>
                    </a:p>
                  </a:txBody>
                  <a:tcPr marL="73152" marR="73152" marT="36576" marB="36576" anchor="ctr">
                    <a:solidFill>
                      <a:srgbClr val="F4F3F8"/>
                    </a:solidFill>
                  </a:tcPr>
                </a:tc>
                <a:extLst>
                  <a:ext uri="{0D108BD9-81ED-4DB2-BD59-A6C34878D82A}">
                    <a16:rowId xmlns:a16="http://schemas.microsoft.com/office/drawing/2014/main" val="10004"/>
                  </a:ext>
                </a:extLst>
              </a:tr>
              <a:tr h="365760">
                <a:tc>
                  <a:txBody>
                    <a:bodyPr/>
                    <a:lstStyle/>
                    <a:p>
                      <a:r>
                        <a:rPr sz="1150">
                          <a:solidFill>
                            <a:srgbClr val="0F0F19"/>
                          </a:solidFill>
                          <a:latin typeface="Pilat Demi"/>
                        </a:rPr>
                        <a:t>Rest, most obvious first</a:t>
                      </a:r>
                    </a:p>
                  </a:txBody>
                  <a:tcPr marL="73152" marR="73152" marT="36576" marB="36576" anchor="ctr">
                    <a:solidFill>
                      <a:srgbClr val="FFFFFF"/>
                    </a:solidFill>
                  </a:tcPr>
                </a:tc>
                <a:tc>
                  <a:txBody>
                    <a:bodyPr/>
                    <a:lstStyle/>
                    <a:p>
                      <a:r>
                        <a:rPr sz="1150">
                          <a:solidFill>
                            <a:srgbClr val="0F0F19"/>
                          </a:solidFill>
                          <a:latin typeface="Pilat Light"/>
                        </a:rPr>
                        <a:t>Sort by: Detection confidence · Desc</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pic>
        <p:nvPicPr>
          <p:cNvPr id="7" name="Picture 6" descr="filters_open.png"/>
          <p:cNvPicPr>
            <a:picLocks noChangeAspect="1"/>
          </p:cNvPicPr>
          <p:nvPr/>
        </p:nvPicPr>
        <p:blipFill>
          <a:blip r:embed="rId4"/>
          <a:stretch>
            <a:fillRect/>
          </a:stretch>
        </p:blipFill>
        <p:spPr>
          <a:xfrm>
            <a:off x="7680960" y="3977639"/>
            <a:ext cx="3986784" cy="1734989"/>
          </a:xfrm>
          <a:prstGeom prst="rect">
            <a:avLst/>
          </a:prstGeom>
          <a:ln w="9525">
            <a:solidFill>
              <a:srgbClr val="D6D4E2"/>
            </a:solidFill>
          </a:ln>
        </p:spPr>
      </p:pic>
      <p:sp>
        <p:nvSpPr>
          <p:cNvPr id="8" name="TextBox 7"/>
          <p:cNvSpPr txBox="1"/>
          <p:nvPr/>
        </p:nvSpPr>
        <p:spPr>
          <a:xfrm>
            <a:off x="7680960" y="5742432"/>
            <a:ext cx="3986784" cy="411480"/>
          </a:xfrm>
          <a:prstGeom prst="rect">
            <a:avLst/>
          </a:prstGeom>
          <a:noFill/>
        </p:spPr>
        <p:txBody>
          <a:bodyPr wrap="square" lIns="0" tIns="0" rIns="0" bIns="0" anchor="t">
            <a:spAutoFit/>
          </a:bodyPr>
          <a:lstStyle/>
          <a:p>
            <a:pPr algn="l">
              <a:spcAft>
                <a:spcPts val="400"/>
              </a:spcAft>
            </a:pPr>
            <a:r>
              <a:rPr sz="1000" b="0">
                <a:solidFill>
                  <a:srgbClr val="5F5E6E"/>
                </a:solidFill>
                <a:latin typeface="Pilat Light"/>
              </a:rPr>
              <a:t>Each filter takes several values: tick, then Apply. Nothing ticked = all.</a:t>
            </a:r>
          </a:p>
        </p:txBody>
      </p:sp>
    </p:spTree>
    <p:extLst>
      <p:ext uri="{BB962C8B-B14F-4D97-AF65-F5344CB8AC3E}">
        <p14:creationId xmlns:p14="http://schemas.microsoft.com/office/powerpoint/2010/main" val="3490029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Colour tells you how urgent: green OK, red no picture, amber needs attention</a:t>
            </a:r>
          </a:p>
        </p:txBody>
      </p:sp>
      <p:sp>
        <p:nvSpPr>
          <p:cNvPr id="3" name="Title 2"/>
          <p:cNvSpPr>
            <a:spLocks noGrp="1"/>
          </p:cNvSpPr>
          <p:nvPr>
            <p:ph type="title"/>
          </p:nvPr>
        </p:nvSpPr>
        <p:spPr/>
        <p:txBody>
          <a:bodyPr/>
          <a:lstStyle/>
          <a:p>
            <a:r>
              <a:t>What the statuses mean</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11</a:t>
            </a:r>
          </a:p>
        </p:txBody>
      </p:sp>
      <p:graphicFrame>
        <p:nvGraphicFramePr>
          <p:cNvPr id="5" name="Table 4"/>
          <p:cNvGraphicFramePr>
            <a:graphicFrameLocks noGrp="1"/>
          </p:cNvGraphicFramePr>
          <p:nvPr/>
        </p:nvGraphicFramePr>
        <p:xfrm>
          <a:off x="521207" y="1508760"/>
          <a:ext cx="11155679" cy="4535424"/>
        </p:xfrm>
        <a:graphic>
          <a:graphicData uri="http://schemas.openxmlformats.org/drawingml/2006/table">
            <a:tbl>
              <a:tblPr>
                <a:tableStyleId>{5940675A-B579-460E-94D1-54222C63F5DA}</a:tableStyleId>
              </a:tblPr>
              <a:tblGrid>
                <a:gridCol w="2743199">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566928">
                <a:tc>
                  <a:txBody>
                    <a:bodyPr/>
                    <a:lstStyle/>
                    <a:p>
                      <a:r>
                        <a:rPr sz="1150">
                          <a:solidFill>
                            <a:srgbClr val="FFFFFF"/>
                          </a:solidFill>
                          <a:latin typeface="Pilat Demi"/>
                        </a:rPr>
                        <a:t>STATUS</a:t>
                      </a:r>
                    </a:p>
                  </a:txBody>
                  <a:tcPr marL="73152" marR="73152" marT="36576" marB="36576" anchor="ctr">
                    <a:solidFill>
                      <a:srgbClr val="0F0F19"/>
                    </a:solidFill>
                  </a:tcPr>
                </a:tc>
                <a:tc>
                  <a:txBody>
                    <a:bodyPr/>
                    <a:lstStyle/>
                    <a:p>
                      <a:r>
                        <a:rPr sz="1150">
                          <a:solidFill>
                            <a:srgbClr val="FFFFFF"/>
                          </a:solidFill>
                          <a:latin typeface="Pilat Demi"/>
                        </a:rPr>
                        <a:t>TYPICAL CAUSE</a:t>
                      </a:r>
                    </a:p>
                  </a:txBody>
                  <a:tcPr marL="73152" marR="73152" marT="36576" marB="36576" anchor="ctr">
                    <a:solidFill>
                      <a:srgbClr val="0F0F19"/>
                    </a:solidFill>
                  </a:tcPr>
                </a:tc>
                <a:tc>
                  <a:txBody>
                    <a:bodyPr/>
                    <a:lstStyle/>
                    <a:p>
                      <a:r>
                        <a:rPr sz="1150">
                          <a:solidFill>
                            <a:srgbClr val="FFFFFF"/>
                          </a:solidFill>
                          <a:latin typeface="Pilat Demi"/>
                        </a:rPr>
                        <a:t>FIRST ACTION</a:t>
                      </a:r>
                    </a:p>
                  </a:txBody>
                  <a:tcPr marL="73152" marR="73152" marT="36576" marB="36576" anchor="ctr">
                    <a:solidFill>
                      <a:srgbClr val="0F0F19"/>
                    </a:solidFill>
                  </a:tcPr>
                </a:tc>
                <a:extLst>
                  <a:ext uri="{0D108BD9-81ED-4DB2-BD59-A6C34878D82A}">
                    <a16:rowId xmlns:a16="http://schemas.microsoft.com/office/drawing/2014/main" val="10000"/>
                  </a:ext>
                </a:extLst>
              </a:tr>
              <a:tr h="566928">
                <a:tc>
                  <a:txBody>
                    <a:bodyPr/>
                    <a:lstStyle/>
                    <a:p>
                      <a:r>
                        <a:rPr sz="1300">
                          <a:solidFill>
                            <a:srgbClr val="00804D"/>
                          </a:solidFill>
                          <a:latin typeface="Pilat Demi"/>
                        </a:rPr>
                        <a:t>OK</a:t>
                      </a:r>
                    </a:p>
                  </a:txBody>
                  <a:tcPr marL="73152" marR="73152" marT="36576" marB="36576" anchor="ctr">
                    <a:solidFill>
                      <a:srgbClr val="FFFFFF"/>
                    </a:solidFill>
                  </a:tcPr>
                </a:tc>
                <a:tc>
                  <a:txBody>
                    <a:bodyPr/>
                    <a:lstStyle/>
                    <a:p>
                      <a:r>
                        <a:rPr sz="1300">
                          <a:solidFill>
                            <a:srgbClr val="0F0F19"/>
                          </a:solidFill>
                          <a:latin typeface="Pilat Light"/>
                        </a:rPr>
                        <a:t>Picture looks normal</a:t>
                      </a:r>
                    </a:p>
                  </a:txBody>
                  <a:tcPr marL="73152" marR="73152" marT="36576" marB="36576" anchor="ctr">
                    <a:solidFill>
                      <a:srgbClr val="FFFFFF"/>
                    </a:solidFill>
                  </a:tcPr>
                </a:tc>
                <a:tc>
                  <a:txBody>
                    <a:bodyPr/>
                    <a:lstStyle/>
                    <a:p>
                      <a:r>
                        <a:rPr sz="1300">
                          <a:solidFill>
                            <a:srgbClr val="0F0F19"/>
                          </a:solidFill>
                          <a:latin typeface="Pilat Light"/>
                        </a:rPr>
                        <a:t>Nothing</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300">
                          <a:solidFill>
                            <a:srgbClr val="FF2261"/>
                          </a:solidFill>
                          <a:latin typeface="Pilat Demi"/>
                        </a:rPr>
                        <a:t>No view</a:t>
                      </a:r>
                    </a:p>
                  </a:txBody>
                  <a:tcPr marL="73152" marR="73152" marT="36576" marB="36576" anchor="ctr">
                    <a:solidFill>
                      <a:srgbClr val="F4F3F8"/>
                    </a:solidFill>
                  </a:tcPr>
                </a:tc>
                <a:tc>
                  <a:txBody>
                    <a:bodyPr/>
                    <a:lstStyle/>
                    <a:p>
                      <a:r>
                        <a:rPr sz="1300">
                          <a:solidFill>
                            <a:srgbClr val="0F0F19"/>
                          </a:solidFill>
                          <a:latin typeface="Pilat Light"/>
                        </a:rPr>
                        <a:t>Power, cable, network, wrong IP / port / path / password</a:t>
                      </a:r>
                    </a:p>
                  </a:txBody>
                  <a:tcPr marL="73152" marR="73152" marT="36576" marB="36576" anchor="ctr">
                    <a:solidFill>
                      <a:srgbClr val="F4F3F8"/>
                    </a:solidFill>
                  </a:tcPr>
                </a:tc>
                <a:tc>
                  <a:txBody>
                    <a:bodyPr/>
                    <a:lstStyle/>
                    <a:p>
                      <a:r>
                        <a:rPr sz="1300">
                          <a:solidFill>
                            <a:srgbClr val="0F0F19"/>
                          </a:solidFill>
                          <a:latin typeface="Pilat Light"/>
                        </a:rPr>
                        <a:t>Ping · Test capture now · ticket</a:t>
                      </a:r>
                    </a:p>
                  </a:txBody>
                  <a:tcPr marL="73152" marR="73152" marT="36576" marB="36576" anchor="ctr">
                    <a:solidFill>
                      <a:srgbClr val="F4F3F8"/>
                    </a:solidFill>
                  </a:tcPr>
                </a:tc>
                <a:extLst>
                  <a:ext uri="{0D108BD9-81ED-4DB2-BD59-A6C34878D82A}">
                    <a16:rowId xmlns:a16="http://schemas.microsoft.com/office/drawing/2014/main" val="10002"/>
                  </a:ext>
                </a:extLst>
              </a:tr>
              <a:tr h="566928">
                <a:tc>
                  <a:txBody>
                    <a:bodyPr/>
                    <a:lstStyle/>
                    <a:p>
                      <a:r>
                        <a:rPr sz="1300">
                          <a:solidFill>
                            <a:srgbClr val="FF3C14"/>
                          </a:solidFill>
                          <a:latin typeface="Pilat Demi"/>
                        </a:rPr>
                        <a:t>Too dark</a:t>
                      </a:r>
                    </a:p>
                  </a:txBody>
                  <a:tcPr marL="73152" marR="73152" marT="36576" marB="36576" anchor="ctr">
                    <a:solidFill>
                      <a:srgbClr val="FFFFFF"/>
                    </a:solidFill>
                  </a:tcPr>
                </a:tc>
                <a:tc>
                  <a:txBody>
                    <a:bodyPr/>
                    <a:lstStyle/>
                    <a:p>
                      <a:r>
                        <a:rPr sz="1300">
                          <a:solidFill>
                            <a:srgbClr val="0F0F19"/>
                          </a:solidFill>
                          <a:latin typeface="Pilat Light"/>
                        </a:rPr>
                        <a:t>Lights off, IR illuminator failed, night</a:t>
                      </a:r>
                    </a:p>
                  </a:txBody>
                  <a:tcPr marL="73152" marR="73152" marT="36576" marB="36576" anchor="ctr">
                    <a:solidFill>
                      <a:srgbClr val="FFFFFF"/>
                    </a:solidFill>
                  </a:tcPr>
                </a:tc>
                <a:tc>
                  <a:txBody>
                    <a:bodyPr/>
                    <a:lstStyle/>
                    <a:p>
                      <a:r>
                        <a:rPr sz="1300">
                          <a:solidFill>
                            <a:srgbClr val="0F0F19"/>
                          </a:solidFill>
                          <a:latin typeface="Pilat Light"/>
                        </a:rPr>
                        <a:t>Check lighting / IR</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300">
                          <a:solidFill>
                            <a:srgbClr val="FF3C14"/>
                          </a:solidFill>
                          <a:latin typeface="Pilat Demi"/>
                        </a:rPr>
                        <a:t>Overexposed</a:t>
                      </a:r>
                    </a:p>
                  </a:txBody>
                  <a:tcPr marL="73152" marR="73152" marT="36576" marB="36576" anchor="ctr">
                    <a:solidFill>
                      <a:srgbClr val="F4F3F8"/>
                    </a:solidFill>
                  </a:tcPr>
                </a:tc>
                <a:tc>
                  <a:txBody>
                    <a:bodyPr/>
                    <a:lstStyle/>
                    <a:p>
                      <a:r>
                        <a:rPr sz="1300">
                          <a:solidFill>
                            <a:srgbClr val="0F0F19"/>
                          </a:solidFill>
                          <a:latin typeface="Pilat Light"/>
                        </a:rPr>
                        <a:t>Sun glare, exposure or iris fault</a:t>
                      </a:r>
                    </a:p>
                  </a:txBody>
                  <a:tcPr marL="73152" marR="73152" marT="36576" marB="36576" anchor="ctr">
                    <a:solidFill>
                      <a:srgbClr val="F4F3F8"/>
                    </a:solidFill>
                  </a:tcPr>
                </a:tc>
                <a:tc>
                  <a:txBody>
                    <a:bodyPr/>
                    <a:lstStyle/>
                    <a:p>
                      <a:r>
                        <a:rPr sz="1300">
                          <a:solidFill>
                            <a:srgbClr val="0F0F19"/>
                          </a:solidFill>
                          <a:latin typeface="Pilat Light"/>
                        </a:rPr>
                        <a:t>Check exposure, position</a:t>
                      </a:r>
                    </a:p>
                  </a:txBody>
                  <a:tcPr marL="73152" marR="73152" marT="36576" marB="36576" anchor="ctr">
                    <a:solidFill>
                      <a:srgbClr val="F4F3F8"/>
                    </a:solidFill>
                  </a:tcPr>
                </a:tc>
                <a:extLst>
                  <a:ext uri="{0D108BD9-81ED-4DB2-BD59-A6C34878D82A}">
                    <a16:rowId xmlns:a16="http://schemas.microsoft.com/office/drawing/2014/main" val="10004"/>
                  </a:ext>
                </a:extLst>
              </a:tr>
              <a:tr h="566928">
                <a:tc>
                  <a:txBody>
                    <a:bodyPr/>
                    <a:lstStyle/>
                    <a:p>
                      <a:r>
                        <a:rPr sz="1300">
                          <a:solidFill>
                            <a:srgbClr val="FF3C14"/>
                          </a:solidFill>
                          <a:latin typeface="Pilat Demi"/>
                        </a:rPr>
                        <a:t>Green / Blue / Red tint</a:t>
                      </a:r>
                    </a:p>
                  </a:txBody>
                  <a:tcPr marL="73152" marR="73152" marT="36576" marB="36576" anchor="ctr">
                    <a:solidFill>
                      <a:srgbClr val="FFFFFF"/>
                    </a:solidFill>
                  </a:tcPr>
                </a:tc>
                <a:tc>
                  <a:txBody>
                    <a:bodyPr/>
                    <a:lstStyle/>
                    <a:p>
                      <a:r>
                        <a:rPr sz="1300">
                          <a:solidFill>
                            <a:srgbClr val="0F0F19"/>
                          </a:solidFill>
                          <a:latin typeface="Pilat Light"/>
                        </a:rPr>
                        <a:t>Colour fault, IR-cut filter, coloured object in view</a:t>
                      </a:r>
                    </a:p>
                  </a:txBody>
                  <a:tcPr marL="73152" marR="73152" marT="36576" marB="36576" anchor="ctr">
                    <a:solidFill>
                      <a:srgbClr val="FFFFFF"/>
                    </a:solidFill>
                  </a:tcPr>
                </a:tc>
                <a:tc>
                  <a:txBody>
                    <a:bodyPr/>
                    <a:lstStyle/>
                    <a:p>
                      <a:r>
                        <a:rPr sz="1300">
                          <a:solidFill>
                            <a:srgbClr val="0F0F19"/>
                          </a:solidFill>
                          <a:latin typeface="Pilat Light"/>
                        </a:rPr>
                        <a:t>Compare with earlier pictures</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300">
                          <a:solidFill>
                            <a:srgbClr val="FF3C14"/>
                          </a:solidFill>
                          <a:latin typeface="Pilat Demi"/>
                        </a:rPr>
                        <a:t>Dirty / blurry lens</a:t>
                      </a:r>
                    </a:p>
                  </a:txBody>
                  <a:tcPr marL="73152" marR="73152" marT="36576" marB="36576" anchor="ctr">
                    <a:solidFill>
                      <a:srgbClr val="F4F3F8"/>
                    </a:solidFill>
                  </a:tcPr>
                </a:tc>
                <a:tc>
                  <a:txBody>
                    <a:bodyPr/>
                    <a:lstStyle/>
                    <a:p>
                      <a:r>
                        <a:rPr sz="1300">
                          <a:solidFill>
                            <a:srgbClr val="0F0F19"/>
                          </a:solidFill>
                          <a:latin typeface="Pilat Light"/>
                        </a:rPr>
                        <a:t>Dust, salt, condensation, focus, haze, old soft camera</a:t>
                      </a:r>
                    </a:p>
                  </a:txBody>
                  <a:tcPr marL="73152" marR="73152" marT="36576" marB="36576" anchor="ctr">
                    <a:solidFill>
                      <a:srgbClr val="F4F3F8"/>
                    </a:solidFill>
                  </a:tcPr>
                </a:tc>
                <a:tc>
                  <a:txBody>
                    <a:bodyPr/>
                    <a:lstStyle/>
                    <a:p>
                      <a:r>
                        <a:rPr sz="1300">
                          <a:solidFill>
                            <a:srgbClr val="0F0F19"/>
                          </a:solidFill>
                          <a:latin typeface="Pilat Light"/>
                        </a:rPr>
                        <a:t>Cleaning ticket or Old camera verdict</a:t>
                      </a:r>
                    </a:p>
                  </a:txBody>
                  <a:tcPr marL="73152" marR="73152" marT="36576" marB="36576" anchor="ctr">
                    <a:solidFill>
                      <a:srgbClr val="F4F3F8"/>
                    </a:solidFill>
                  </a:tcPr>
                </a:tc>
                <a:extLst>
                  <a:ext uri="{0D108BD9-81ED-4DB2-BD59-A6C34878D82A}">
                    <a16:rowId xmlns:a16="http://schemas.microsoft.com/office/drawing/2014/main" val="10006"/>
                  </a:ext>
                </a:extLst>
              </a:tr>
              <a:tr h="566928">
                <a:tc>
                  <a:txBody>
                    <a:bodyPr/>
                    <a:lstStyle/>
                    <a:p>
                      <a:r>
                        <a:rPr sz="1300">
                          <a:solidFill>
                            <a:srgbClr val="FF3C14"/>
                          </a:solidFill>
                          <a:latin typeface="Pilat Demi"/>
                        </a:rPr>
                        <a:t>Partial occlusion</a:t>
                      </a:r>
                    </a:p>
                  </a:txBody>
                  <a:tcPr marL="73152" marR="73152" marT="36576" marB="36576" anchor="ctr">
                    <a:solidFill>
                      <a:srgbClr val="FFFFFF"/>
                    </a:solidFill>
                  </a:tcPr>
                </a:tc>
                <a:tc>
                  <a:txBody>
                    <a:bodyPr/>
                    <a:lstStyle/>
                    <a:p>
                      <a:r>
                        <a:rPr sz="1300">
                          <a:solidFill>
                            <a:srgbClr val="0F0F19"/>
                          </a:solidFill>
                          <a:latin typeface="Pilat Light"/>
                        </a:rPr>
                        <a:t>Cable, bracket, tarpaulin, mud on part of the lens</a:t>
                      </a:r>
                    </a:p>
                  </a:txBody>
                  <a:tcPr marL="73152" marR="73152" marT="36576" marB="36576" anchor="ctr">
                    <a:solidFill>
                      <a:srgbClr val="FFFFFF"/>
                    </a:solidFill>
                  </a:tcPr>
                </a:tc>
                <a:tc>
                  <a:txBody>
                    <a:bodyPr/>
                    <a:lstStyle/>
                    <a:p>
                      <a:r>
                        <a:rPr sz="1300">
                          <a:solidFill>
                            <a:srgbClr val="0F0F19"/>
                          </a:solidFill>
                          <a:latin typeface="Pilat Light"/>
                        </a:rPr>
                        <a:t>Remove obstruction</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Everything about one picture of one camera</a:t>
            </a:r>
          </a:p>
        </p:txBody>
      </p:sp>
      <p:sp>
        <p:nvSpPr>
          <p:cNvPr id="3" name="Title 2"/>
          <p:cNvSpPr>
            <a:spLocks noGrp="1"/>
          </p:cNvSpPr>
          <p:nvPr>
            <p:ph type="title"/>
          </p:nvPr>
        </p:nvSpPr>
        <p:spPr/>
        <p:txBody>
          <a:bodyPr/>
          <a:lstStyle/>
          <a:p>
            <a:r>
              <a:t>Reading an inspection card</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12</a:t>
            </a:r>
          </a:p>
        </p:txBody>
      </p:sp>
      <p:pic>
        <p:nvPicPr>
          <p:cNvPr id="5" name="Picture 4" descr="04_card_auto_old_camera.png"/>
          <p:cNvPicPr>
            <a:picLocks noChangeAspect="1"/>
          </p:cNvPicPr>
          <p:nvPr/>
        </p:nvPicPr>
        <p:blipFill>
          <a:blip r:embed="rId3"/>
          <a:stretch>
            <a:fillRect/>
          </a:stretch>
        </p:blipFill>
        <p:spPr>
          <a:xfrm>
            <a:off x="521207" y="1508760"/>
            <a:ext cx="7223760" cy="2242091"/>
          </a:xfrm>
          <a:prstGeom prst="rect">
            <a:avLst/>
          </a:prstGeom>
          <a:ln w="9525">
            <a:solidFill>
              <a:srgbClr val="D6D4E2"/>
            </a:solidFill>
          </a:ln>
        </p:spPr>
      </p:pic>
      <p:sp>
        <p:nvSpPr>
          <p:cNvPr id="6" name="Rectangle 5"/>
          <p:cNvSpPr/>
          <p:nvPr/>
        </p:nvSpPr>
        <p:spPr>
          <a:xfrm>
            <a:off x="8001000" y="1508760"/>
            <a:ext cx="201168" cy="1005840"/>
          </a:xfrm>
          <a:prstGeom prst="rect">
            <a:avLst/>
          </a:prstGeom>
          <a:solidFill>
            <a:srgbClr val="00E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366760" y="1508760"/>
            <a:ext cx="3291840" cy="320040"/>
          </a:xfrm>
          <a:prstGeom prst="rect">
            <a:avLst/>
          </a:prstGeom>
          <a:noFill/>
        </p:spPr>
        <p:txBody>
          <a:bodyPr wrap="square" lIns="0" tIns="0" rIns="0" bIns="0" anchor="t">
            <a:spAutoFit/>
          </a:bodyPr>
          <a:lstStyle/>
          <a:p>
            <a:pPr algn="l">
              <a:spcAft>
                <a:spcPts val="400"/>
              </a:spcAft>
            </a:pPr>
            <a:r>
              <a:rPr sz="1250" b="0">
                <a:solidFill>
                  <a:srgbClr val="0F0F19"/>
                </a:solidFill>
                <a:latin typeface="Pilat Demi"/>
              </a:rPr>
              <a:t>FINAL STATUS + DETECTED</a:t>
            </a:r>
          </a:p>
        </p:txBody>
      </p:sp>
      <p:sp>
        <p:nvSpPr>
          <p:cNvPr id="8" name="TextBox 7"/>
          <p:cNvSpPr txBox="1"/>
          <p:nvPr/>
        </p:nvSpPr>
        <p:spPr>
          <a:xfrm>
            <a:off x="8366760" y="1837943"/>
            <a:ext cx="3291840" cy="731520"/>
          </a:xfrm>
          <a:prstGeom prst="rect">
            <a:avLst/>
          </a:prstGeom>
          <a:noFill/>
        </p:spPr>
        <p:txBody>
          <a:bodyPr wrap="square" lIns="0" tIns="0" rIns="0" bIns="0" anchor="t">
            <a:spAutoFit/>
          </a:bodyPr>
          <a:lstStyle/>
          <a:p>
            <a:pPr algn="l">
              <a:spcAft>
                <a:spcPts val="400"/>
              </a:spcAft>
            </a:pPr>
            <a:r>
              <a:rPr sz="1150" b="0">
                <a:solidFill>
                  <a:srgbClr val="0F0F19"/>
                </a:solidFill>
                <a:latin typeface="Pilat Light"/>
              </a:rPr>
              <a:t>The coloured tag is what is reported. "detected:" shows what the computer found when a verdict changed it.</a:t>
            </a:r>
          </a:p>
        </p:txBody>
      </p:sp>
      <p:sp>
        <p:nvSpPr>
          <p:cNvPr id="9" name="Rectangle 8"/>
          <p:cNvSpPr/>
          <p:nvPr/>
        </p:nvSpPr>
        <p:spPr>
          <a:xfrm>
            <a:off x="8001000" y="2679191"/>
            <a:ext cx="201168" cy="1005840"/>
          </a:xfrm>
          <a:prstGeom prst="rect">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366760" y="2679191"/>
            <a:ext cx="3291840" cy="320040"/>
          </a:xfrm>
          <a:prstGeom prst="rect">
            <a:avLst/>
          </a:prstGeom>
          <a:noFill/>
        </p:spPr>
        <p:txBody>
          <a:bodyPr wrap="square" lIns="0" tIns="0" rIns="0" bIns="0" anchor="t">
            <a:spAutoFit/>
          </a:bodyPr>
          <a:lstStyle/>
          <a:p>
            <a:pPr algn="l">
              <a:spcAft>
                <a:spcPts val="400"/>
              </a:spcAft>
            </a:pPr>
            <a:r>
              <a:rPr sz="1250" b="0">
                <a:solidFill>
                  <a:srgbClr val="0F0F19"/>
                </a:solidFill>
                <a:latin typeface="Pilat Demi"/>
              </a:rPr>
              <a:t>TAGS</a:t>
            </a:r>
          </a:p>
        </p:txBody>
      </p:sp>
      <p:sp>
        <p:nvSpPr>
          <p:cNvPr id="11" name="TextBox 10"/>
          <p:cNvSpPr txBox="1"/>
          <p:nvPr/>
        </p:nvSpPr>
        <p:spPr>
          <a:xfrm>
            <a:off x="8366760" y="3008375"/>
            <a:ext cx="3291840" cy="731520"/>
          </a:xfrm>
          <a:prstGeom prst="rect">
            <a:avLst/>
          </a:prstGeom>
          <a:noFill/>
        </p:spPr>
        <p:txBody>
          <a:bodyPr wrap="square" lIns="0" tIns="0" rIns="0" bIns="0" anchor="t">
            <a:spAutoFit/>
          </a:bodyPr>
          <a:lstStyle/>
          <a:p>
            <a:pPr algn="l">
              <a:spcAft>
                <a:spcPts val="400"/>
              </a:spcAft>
            </a:pPr>
            <a:r>
              <a:rPr sz="1150" b="0">
                <a:solidFill>
                  <a:srgbClr val="0F0F19"/>
                </a:solidFill>
                <a:latin typeface="Pilat Light"/>
              </a:rPr>
              <a:t>Auto-matched = an engineer's earlier verdict was copied. Worse than last check = look again.</a:t>
            </a:r>
          </a:p>
        </p:txBody>
      </p:sp>
      <p:sp>
        <p:nvSpPr>
          <p:cNvPr id="12" name="Rectangle 11"/>
          <p:cNvSpPr/>
          <p:nvPr/>
        </p:nvSpPr>
        <p:spPr>
          <a:xfrm>
            <a:off x="8001000" y="3849624"/>
            <a:ext cx="201168" cy="1005840"/>
          </a:xfrm>
          <a:prstGeom prst="rect">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366760" y="3849624"/>
            <a:ext cx="3291840" cy="320040"/>
          </a:xfrm>
          <a:prstGeom prst="rect">
            <a:avLst/>
          </a:prstGeom>
          <a:noFill/>
        </p:spPr>
        <p:txBody>
          <a:bodyPr wrap="square" lIns="0" tIns="0" rIns="0" bIns="0" anchor="t">
            <a:spAutoFit/>
          </a:bodyPr>
          <a:lstStyle/>
          <a:p>
            <a:pPr algn="l">
              <a:spcAft>
                <a:spcPts val="400"/>
              </a:spcAft>
            </a:pPr>
            <a:r>
              <a:rPr sz="1250" b="0">
                <a:solidFill>
                  <a:srgbClr val="0F0F19"/>
                </a:solidFill>
                <a:latin typeface="Pilat Demi"/>
              </a:rPr>
              <a:t>DETECTION CONFIDENCE</a:t>
            </a:r>
          </a:p>
        </p:txBody>
      </p:sp>
      <p:sp>
        <p:nvSpPr>
          <p:cNvPr id="14" name="TextBox 13"/>
          <p:cNvSpPr txBox="1"/>
          <p:nvPr/>
        </p:nvSpPr>
        <p:spPr>
          <a:xfrm>
            <a:off x="8366760" y="4178808"/>
            <a:ext cx="3291840" cy="731520"/>
          </a:xfrm>
          <a:prstGeom prst="rect">
            <a:avLst/>
          </a:prstGeom>
          <a:noFill/>
        </p:spPr>
        <p:txBody>
          <a:bodyPr wrap="square" lIns="0" tIns="0" rIns="0" bIns="0" anchor="t">
            <a:spAutoFit/>
          </a:bodyPr>
          <a:lstStyle/>
          <a:p>
            <a:pPr algn="l">
              <a:spcAft>
                <a:spcPts val="400"/>
              </a:spcAft>
            </a:pPr>
            <a:r>
              <a:rPr sz="1150" b="0">
                <a:solidFill>
                  <a:srgbClr val="0F0F19"/>
                </a:solidFill>
                <a:latin typeface="Pilat Light"/>
              </a:rPr>
              <a:t>50-99.9%. How far past the limit. ~60% borderline, 95%+ obvious. Not a probability.</a:t>
            </a:r>
          </a:p>
        </p:txBody>
      </p:sp>
      <p:sp>
        <p:nvSpPr>
          <p:cNvPr id="15" name="Rectangle 14"/>
          <p:cNvSpPr/>
          <p:nvPr/>
        </p:nvSpPr>
        <p:spPr>
          <a:xfrm>
            <a:off x="8001000" y="5020056"/>
            <a:ext cx="201168" cy="1005840"/>
          </a:xfrm>
          <a:prstGeom prst="rect">
            <a:avLst/>
          </a:prstGeom>
          <a:solidFill>
            <a:srgbClr val="FF2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66760" y="5020056"/>
            <a:ext cx="3291840" cy="320040"/>
          </a:xfrm>
          <a:prstGeom prst="rect">
            <a:avLst/>
          </a:prstGeom>
          <a:noFill/>
        </p:spPr>
        <p:txBody>
          <a:bodyPr wrap="square" lIns="0" tIns="0" rIns="0" bIns="0" anchor="t">
            <a:spAutoFit/>
          </a:bodyPr>
          <a:lstStyle/>
          <a:p>
            <a:pPr algn="l">
              <a:spcAft>
                <a:spcPts val="400"/>
              </a:spcAft>
            </a:pPr>
            <a:r>
              <a:rPr sz="1250" b="0">
                <a:solidFill>
                  <a:srgbClr val="0F0F19"/>
                </a:solidFill>
                <a:latin typeface="Pilat Demi"/>
              </a:rPr>
              <a:t>LEARNED CONFIDENCE</a:t>
            </a:r>
          </a:p>
        </p:txBody>
      </p:sp>
      <p:sp>
        <p:nvSpPr>
          <p:cNvPr id="17" name="TextBox 16"/>
          <p:cNvSpPr txBox="1"/>
          <p:nvPr/>
        </p:nvSpPr>
        <p:spPr>
          <a:xfrm>
            <a:off x="8366760" y="5349240"/>
            <a:ext cx="3291840" cy="731520"/>
          </a:xfrm>
          <a:prstGeom prst="rect">
            <a:avLst/>
          </a:prstGeom>
          <a:noFill/>
        </p:spPr>
        <p:txBody>
          <a:bodyPr wrap="square" lIns="0" tIns="0" rIns="0" bIns="0" anchor="t">
            <a:spAutoFit/>
          </a:bodyPr>
          <a:lstStyle/>
          <a:p>
            <a:pPr algn="l">
              <a:spcAft>
                <a:spcPts val="400"/>
              </a:spcAft>
            </a:pPr>
            <a:r>
              <a:rPr sz="1150" b="0">
                <a:solidFill>
                  <a:srgbClr val="0F0F19"/>
                </a:solidFill>
                <a:latin typeface="Pilat Light"/>
              </a:rPr>
              <a:t>68 → 99%. Trust in an automatic copy; grows with each repeat.</a:t>
            </a:r>
          </a:p>
        </p:txBody>
      </p:sp>
      <p:pic>
        <p:nvPicPr>
          <p:cNvPr id="18" name="Picture 17" descr="05_card_worse.png"/>
          <p:cNvPicPr>
            <a:picLocks noChangeAspect="1"/>
          </p:cNvPicPr>
          <p:nvPr/>
        </p:nvPicPr>
        <p:blipFill>
          <a:blip r:embed="rId4"/>
          <a:stretch>
            <a:fillRect/>
          </a:stretch>
        </p:blipFill>
        <p:spPr>
          <a:xfrm>
            <a:off x="521207" y="4343400"/>
            <a:ext cx="7223760" cy="1581049"/>
          </a:xfrm>
          <a:prstGeom prst="rect">
            <a:avLst/>
          </a:prstGeom>
          <a:ln w="9525">
            <a:solidFill>
              <a:srgbClr val="D6D4E2"/>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Your verdict becomes this camera's baseline, so get it right</a:t>
            </a:r>
          </a:p>
        </p:txBody>
      </p:sp>
      <p:sp>
        <p:nvSpPr>
          <p:cNvPr id="3" name="Title 2"/>
          <p:cNvSpPr>
            <a:spLocks noGrp="1"/>
          </p:cNvSpPr>
          <p:nvPr>
            <p:ph type="title"/>
          </p:nvPr>
        </p:nvSpPr>
        <p:spPr/>
        <p:txBody>
          <a:bodyPr/>
          <a:lstStyle/>
          <a:p>
            <a:r>
              <a:t>Verifying a result</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13</a:t>
            </a:r>
          </a:p>
        </p:txBody>
      </p:sp>
      <p:pic>
        <p:nvPicPr>
          <p:cNvPr id="5" name="Picture 4" descr="10_verdict_form_normal.png"/>
          <p:cNvPicPr>
            <a:picLocks noChangeAspect="1"/>
          </p:cNvPicPr>
          <p:nvPr/>
        </p:nvPicPr>
        <p:blipFill>
          <a:blip r:embed="rId3"/>
          <a:stretch>
            <a:fillRect/>
          </a:stretch>
        </p:blipFill>
        <p:spPr>
          <a:xfrm>
            <a:off x="521207" y="1508760"/>
            <a:ext cx="5486400" cy="1656271"/>
          </a:xfrm>
          <a:prstGeom prst="rect">
            <a:avLst/>
          </a:prstGeom>
          <a:ln w="9525">
            <a:solidFill>
              <a:srgbClr val="D6D4E2"/>
            </a:solidFill>
          </a:ln>
        </p:spPr>
      </p:pic>
      <p:graphicFrame>
        <p:nvGraphicFramePr>
          <p:cNvPr id="6" name="Table 5"/>
          <p:cNvGraphicFramePr>
            <a:graphicFrameLocks noGrp="1"/>
          </p:cNvGraphicFramePr>
          <p:nvPr/>
        </p:nvGraphicFramePr>
        <p:xfrm>
          <a:off x="6309360" y="1508760"/>
          <a:ext cx="5358384" cy="2743200"/>
        </p:xfrm>
        <a:graphic>
          <a:graphicData uri="http://schemas.openxmlformats.org/drawingml/2006/table">
            <a:tbl>
              <a:tblPr>
                <a:tableStyleId>{5940675A-B579-460E-94D1-54222C63F5DA}</a:tableStyleId>
              </a:tblPr>
              <a:tblGrid>
                <a:gridCol w="3017520">
                  <a:extLst>
                    <a:ext uri="{9D8B030D-6E8A-4147-A177-3AD203B41FA5}">
                      <a16:colId xmlns:a16="http://schemas.microsoft.com/office/drawing/2014/main" val="20000"/>
                    </a:ext>
                  </a:extLst>
                </a:gridCol>
                <a:gridCol w="2340864">
                  <a:extLst>
                    <a:ext uri="{9D8B030D-6E8A-4147-A177-3AD203B41FA5}">
                      <a16:colId xmlns:a16="http://schemas.microsoft.com/office/drawing/2014/main" val="20001"/>
                    </a:ext>
                  </a:extLst>
                </a:gridCol>
              </a:tblGrid>
              <a:tr h="457200">
                <a:tc>
                  <a:txBody>
                    <a:bodyPr/>
                    <a:lstStyle/>
                    <a:p>
                      <a:r>
                        <a:rPr sz="1050">
                          <a:solidFill>
                            <a:srgbClr val="FFFFFF"/>
                          </a:solidFill>
                          <a:latin typeface="Pilat Demi"/>
                        </a:rPr>
                        <a:t>YOU SEE...</a:t>
                      </a:r>
                    </a:p>
                  </a:txBody>
                  <a:tcPr marL="73152" marR="73152" marT="36576" marB="36576" anchor="ctr">
                    <a:solidFill>
                      <a:srgbClr val="0F0F19"/>
                    </a:solidFill>
                  </a:tcPr>
                </a:tc>
                <a:tc>
                  <a:txBody>
                    <a:bodyPr/>
                    <a:lstStyle/>
                    <a:p>
                      <a:r>
                        <a:rPr sz="1050">
                          <a:solidFill>
                            <a:srgbClr val="FFFFFF"/>
                          </a:solidFill>
                          <a:latin typeface="Pilat Demi"/>
                        </a:rPr>
                        <a:t>CHOOSE</a:t>
                      </a:r>
                    </a:p>
                  </a:txBody>
                  <a:tcPr marL="73152" marR="73152" marT="36576" marB="36576" anchor="ctr">
                    <a:solidFill>
                      <a:srgbClr val="0F0F19"/>
                    </a:solidFill>
                  </a:tcPr>
                </a:tc>
                <a:extLst>
                  <a:ext uri="{0D108BD9-81ED-4DB2-BD59-A6C34878D82A}">
                    <a16:rowId xmlns:a16="http://schemas.microsoft.com/office/drawing/2014/main" val="10000"/>
                  </a:ext>
                </a:extLst>
              </a:tr>
              <a:tr h="457200">
                <a:tc>
                  <a:txBody>
                    <a:bodyPr/>
                    <a:lstStyle/>
                    <a:p>
                      <a:r>
                        <a:rPr sz="1200">
                          <a:solidFill>
                            <a:srgbClr val="0F0F19"/>
                          </a:solidFill>
                          <a:latin typeface="Pilat Light"/>
                        </a:rPr>
                        <a:t>The problem is real</a:t>
                      </a:r>
                    </a:p>
                  </a:txBody>
                  <a:tcPr marL="73152" marR="73152" marT="36576" marB="36576" anchor="ctr">
                    <a:solidFill>
                      <a:srgbClr val="FFFFFF"/>
                    </a:solidFill>
                  </a:tcPr>
                </a:tc>
                <a:tc>
                  <a:txBody>
                    <a:bodyPr/>
                    <a:lstStyle/>
                    <a:p>
                      <a:r>
                        <a:rPr sz="1200">
                          <a:solidFill>
                            <a:srgbClr val="0F0F19"/>
                          </a:solidFill>
                          <a:latin typeface="Pilat Light"/>
                        </a:rPr>
                        <a:t>Same as detected + ticket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200">
                          <a:solidFill>
                            <a:srgbClr val="0F0F19"/>
                          </a:solidFill>
                          <a:latin typeface="Pilat Light"/>
                        </a:rPr>
                        <a:t>Fine; older / lower-quality camera</a:t>
                      </a:r>
                    </a:p>
                  </a:txBody>
                  <a:tcPr marL="73152" marR="73152" marT="36576" marB="36576" anchor="ctr">
                    <a:solidFill>
                      <a:srgbClr val="F4F3F8"/>
                    </a:solidFill>
                  </a:tcPr>
                </a:tc>
                <a:tc>
                  <a:txBody>
                    <a:bodyPr/>
                    <a:lstStyle/>
                    <a:p>
                      <a:r>
                        <a:rPr sz="1200">
                          <a:solidFill>
                            <a:srgbClr val="0F0F19"/>
                          </a:solidFill>
                          <a:latin typeface="Pilat Light"/>
                        </a:rPr>
                        <a:t>Normal › Old camera</a:t>
                      </a:r>
                    </a:p>
                  </a:txBody>
                  <a:tcPr marL="73152" marR="73152" marT="36576" marB="36576" anchor="ctr">
                    <a:solidFill>
                      <a:srgbClr val="F4F3F8"/>
                    </a:solidFill>
                  </a:tcPr>
                </a:tc>
                <a:extLst>
                  <a:ext uri="{0D108BD9-81ED-4DB2-BD59-A6C34878D82A}">
                    <a16:rowId xmlns:a16="http://schemas.microsoft.com/office/drawing/2014/main" val="10002"/>
                  </a:ext>
                </a:extLst>
              </a:tr>
              <a:tr h="457200">
                <a:tc>
                  <a:txBody>
                    <a:bodyPr/>
                    <a:lstStyle/>
                    <a:p>
                      <a:r>
                        <a:rPr sz="1200">
                          <a:solidFill>
                            <a:srgbClr val="0F0F19"/>
                          </a:solidFill>
                          <a:latin typeface="Pilat Light"/>
                        </a:rPr>
                        <a:t>Fine; scene caused it (colour, night, sun)</a:t>
                      </a:r>
                    </a:p>
                  </a:txBody>
                  <a:tcPr marL="73152" marR="73152" marT="36576" marB="36576" anchor="ctr">
                    <a:solidFill>
                      <a:srgbClr val="FFFFFF"/>
                    </a:solidFill>
                  </a:tcPr>
                </a:tc>
                <a:tc>
                  <a:txBody>
                    <a:bodyPr/>
                    <a:lstStyle/>
                    <a:p>
                      <a:r>
                        <a:rPr sz="1200">
                          <a:solidFill>
                            <a:srgbClr val="0F0F19"/>
                          </a:solidFill>
                          <a:latin typeface="Pilat Light"/>
                        </a:rPr>
                        <a:t>Normal › OK</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200">
                          <a:solidFill>
                            <a:srgbClr val="0F0F19"/>
                          </a:solidFill>
                          <a:latin typeface="Pilat Light"/>
                        </a:rPr>
                        <a:t>A different real problem</a:t>
                      </a:r>
                    </a:p>
                  </a:txBody>
                  <a:tcPr marL="73152" marR="73152" marT="36576" marB="36576" anchor="ctr">
                    <a:solidFill>
                      <a:srgbClr val="F4F3F8"/>
                    </a:solidFill>
                  </a:tcPr>
                </a:tc>
                <a:tc>
                  <a:txBody>
                    <a:bodyPr/>
                    <a:lstStyle/>
                    <a:p>
                      <a:r>
                        <a:rPr sz="1200">
                          <a:solidFill>
                            <a:srgbClr val="0F0F19"/>
                          </a:solidFill>
                          <a:latin typeface="Pilat Light"/>
                        </a:rPr>
                        <a:t>Normal › that problem</a:t>
                      </a:r>
                    </a:p>
                  </a:txBody>
                  <a:tcPr marL="73152" marR="73152" marT="36576" marB="36576" anchor="ctr">
                    <a:solidFill>
                      <a:srgbClr val="F4F3F8"/>
                    </a:solidFill>
                  </a:tcPr>
                </a:tc>
                <a:extLst>
                  <a:ext uri="{0D108BD9-81ED-4DB2-BD59-A6C34878D82A}">
                    <a16:rowId xmlns:a16="http://schemas.microsoft.com/office/drawing/2014/main" val="10004"/>
                  </a:ext>
                </a:extLst>
              </a:tr>
              <a:tr h="457200">
                <a:tc>
                  <a:txBody>
                    <a:bodyPr/>
                    <a:lstStyle/>
                    <a:p>
                      <a:r>
                        <a:rPr sz="1200">
                          <a:solidFill>
                            <a:srgbClr val="0F0F19"/>
                          </a:solidFill>
                          <a:latin typeface="Pilat Light"/>
                        </a:rPr>
                        <a:t>Not sure</a:t>
                      </a:r>
                    </a:p>
                  </a:txBody>
                  <a:tcPr marL="73152" marR="73152" marT="36576" marB="36576" anchor="ctr">
                    <a:solidFill>
                      <a:srgbClr val="FFFFFF"/>
                    </a:solidFill>
                  </a:tcPr>
                </a:tc>
                <a:tc>
                  <a:txBody>
                    <a:bodyPr/>
                    <a:lstStyle/>
                    <a:p>
                      <a:r>
                        <a:rPr sz="1200">
                          <a:solidFill>
                            <a:srgbClr val="0F0F19"/>
                          </a:solidFill>
                          <a:latin typeface="Pilat Light"/>
                        </a:rPr>
                        <a:t>Test capture now / check on site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521207" y="4846320"/>
            <a:ext cx="11155680" cy="1234440"/>
          </a:xfrm>
          <a:prstGeom prst="roundRect">
            <a:avLst>
              <a:gd name="adj" fmla="val 6000"/>
            </a:avLst>
          </a:prstGeom>
          <a:solidFill>
            <a:srgbClr val="F1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49808" y="4983480"/>
            <a:ext cx="10698480" cy="1005840"/>
          </a:xfrm>
          <a:prstGeom prst="rect">
            <a:avLst/>
          </a:prstGeom>
          <a:noFill/>
        </p:spPr>
        <p:txBody>
          <a:bodyPr wrap="square" lIns="0" tIns="0" rIns="0" bIns="0" anchor="t">
            <a:spAutoFit/>
          </a:bodyPr>
          <a:lstStyle/>
          <a:p>
            <a:pPr algn="l">
              <a:spcAft>
                <a:spcPts val="800"/>
              </a:spcAft>
            </a:pPr>
            <a:r>
              <a:rPr sz="1300" b="0">
                <a:solidFill>
                  <a:srgbClr val="3230BE"/>
                </a:solidFill>
                <a:latin typeface="Pilat Demi"/>
              </a:rPr>
              <a:t>Final status:  </a:t>
            </a:r>
            <a:r>
              <a:rPr sz="1300" b="0">
                <a:solidFill>
                  <a:srgbClr val="0F0F19"/>
                </a:solidFill>
                <a:latin typeface="Pilat Light"/>
              </a:rPr>
              <a:t>Same as detected keeps the detection.  Normal + Old camera or OK → reported as OK.  Normal + a real problem → reported as that problem.</a:t>
            </a:r>
          </a:p>
          <a:p>
            <a:pPr algn="l">
              <a:spcAft>
                <a:spcPts val="800"/>
              </a:spcAft>
            </a:pPr>
            <a:r>
              <a:rPr sz="1300" b="0">
                <a:solidFill>
                  <a:srgbClr val="3230BE"/>
                </a:solidFill>
                <a:latin typeface="Pilat Demi"/>
              </a:rPr>
              <a:t>Changed your mind?  </a:t>
            </a:r>
            <a:r>
              <a:rPr sz="1300" b="0">
                <a:solidFill>
                  <a:srgbClr val="0F0F19"/>
                </a:solidFill>
                <a:latin typeface="Pilat Light"/>
              </a:rPr>
              <a:t>Update verdict and save again; the newest verdict counts.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Per camera, from engineers' verdicts, never from its own guesses</a:t>
            </a:r>
          </a:p>
        </p:txBody>
      </p:sp>
      <p:sp>
        <p:nvSpPr>
          <p:cNvPr id="3" name="Title 2"/>
          <p:cNvSpPr>
            <a:spLocks noGrp="1"/>
          </p:cNvSpPr>
          <p:nvPr>
            <p:ph type="title"/>
          </p:nvPr>
        </p:nvSpPr>
        <p:spPr/>
        <p:txBody>
          <a:bodyPr/>
          <a:lstStyle/>
          <a:p>
            <a:r>
              <a:t>How the platform learns</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14</a:t>
            </a:r>
          </a:p>
        </p:txBody>
      </p:sp>
      <p:sp>
        <p:nvSpPr>
          <p:cNvPr id="5" name="Rounded Rectangle 4"/>
          <p:cNvSpPr/>
          <p:nvPr/>
        </p:nvSpPr>
        <p:spPr>
          <a:xfrm>
            <a:off x="521207" y="1508760"/>
            <a:ext cx="4754880" cy="987552"/>
          </a:xfrm>
          <a:prstGeom prst="roundRect">
            <a:avLst>
              <a:gd name="adj" fmla="val 6000"/>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31520" y="1636776"/>
            <a:ext cx="4389120" cy="32004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NEW PICTURE</a:t>
            </a:r>
          </a:p>
        </p:txBody>
      </p:sp>
      <p:sp>
        <p:nvSpPr>
          <p:cNvPr id="7" name="TextBox 6"/>
          <p:cNvSpPr txBox="1"/>
          <p:nvPr/>
        </p:nvSpPr>
        <p:spPr>
          <a:xfrm>
            <a:off x="731520" y="1965960"/>
            <a:ext cx="4389120" cy="502920"/>
          </a:xfrm>
          <a:prstGeom prst="rect">
            <a:avLst/>
          </a:prstGeom>
          <a:noFill/>
        </p:spPr>
        <p:txBody>
          <a:bodyPr wrap="square" lIns="0" tIns="0" rIns="0" bIns="0" anchor="t">
            <a:spAutoFit/>
          </a:bodyPr>
          <a:lstStyle/>
          <a:p>
            <a:pPr algn="l">
              <a:spcAft>
                <a:spcPts val="400"/>
              </a:spcAft>
            </a:pPr>
            <a:r>
              <a:rPr sz="1200" b="0">
                <a:solidFill>
                  <a:srgbClr val="FFFFFF"/>
                </a:solidFill>
                <a:latin typeface="Pilat Light"/>
              </a:rPr>
              <a:t>Problem detected on camera X</a:t>
            </a:r>
          </a:p>
        </p:txBody>
      </p:sp>
      <p:sp>
        <p:nvSpPr>
          <p:cNvPr id="8" name="Rounded Rectangle 7"/>
          <p:cNvSpPr/>
          <p:nvPr/>
        </p:nvSpPr>
        <p:spPr>
          <a:xfrm>
            <a:off x="521207" y="2651760"/>
            <a:ext cx="4754880" cy="987552"/>
          </a:xfrm>
          <a:prstGeom prst="roundRect">
            <a:avLst>
              <a:gd name="adj" fmla="val 6000"/>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31520" y="2779776"/>
            <a:ext cx="4389120" cy="32004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FIND BASELINE</a:t>
            </a:r>
          </a:p>
        </p:txBody>
      </p:sp>
      <p:sp>
        <p:nvSpPr>
          <p:cNvPr id="10" name="TextBox 9"/>
          <p:cNvSpPr txBox="1"/>
          <p:nvPr/>
        </p:nvSpPr>
        <p:spPr>
          <a:xfrm>
            <a:off x="731520" y="3108960"/>
            <a:ext cx="4389120" cy="502920"/>
          </a:xfrm>
          <a:prstGeom prst="rect">
            <a:avLst/>
          </a:prstGeom>
          <a:noFill/>
        </p:spPr>
        <p:txBody>
          <a:bodyPr wrap="square" lIns="0" tIns="0" rIns="0" bIns="0" anchor="t">
            <a:spAutoFit/>
          </a:bodyPr>
          <a:lstStyle/>
          <a:p>
            <a:pPr algn="l">
              <a:spcAft>
                <a:spcPts val="400"/>
              </a:spcAft>
            </a:pPr>
            <a:r>
              <a:rPr sz="1200" b="0">
                <a:solidFill>
                  <a:srgbClr val="FFFFFF"/>
                </a:solidFill>
                <a:latin typeface="Pilat Light"/>
              </a:rPr>
              <a:t>Latest engineer-verified inspection of X with the same detection</a:t>
            </a:r>
          </a:p>
        </p:txBody>
      </p:sp>
      <p:sp>
        <p:nvSpPr>
          <p:cNvPr id="11" name="Rounded Rectangle 10"/>
          <p:cNvSpPr/>
          <p:nvPr/>
        </p:nvSpPr>
        <p:spPr>
          <a:xfrm>
            <a:off x="521207" y="3794760"/>
            <a:ext cx="4754880" cy="987552"/>
          </a:xfrm>
          <a:prstGeom prst="roundRect">
            <a:avLst>
              <a:gd name="adj" fmla="val 6000"/>
            </a:avLst>
          </a:prstGeom>
          <a:solidFill>
            <a:srgbClr val="00E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3922776"/>
            <a:ext cx="4389120" cy="320040"/>
          </a:xfrm>
          <a:prstGeom prst="rect">
            <a:avLst/>
          </a:prstGeom>
          <a:noFill/>
        </p:spPr>
        <p:txBody>
          <a:bodyPr wrap="square" lIns="0" tIns="0" rIns="0" bIns="0" anchor="t">
            <a:spAutoFit/>
          </a:bodyPr>
          <a:lstStyle/>
          <a:p>
            <a:pPr algn="l">
              <a:spcAft>
                <a:spcPts val="400"/>
              </a:spcAft>
            </a:pPr>
            <a:r>
              <a:rPr sz="1400" b="0">
                <a:solidFill>
                  <a:srgbClr val="0F0F19"/>
                </a:solidFill>
                <a:latin typeface="Pilat Demi"/>
              </a:rPr>
              <a:t>SAME OR BETTER?</a:t>
            </a:r>
          </a:p>
        </p:txBody>
      </p:sp>
      <p:sp>
        <p:nvSpPr>
          <p:cNvPr id="13" name="TextBox 12"/>
          <p:cNvSpPr txBox="1"/>
          <p:nvPr/>
        </p:nvSpPr>
        <p:spPr>
          <a:xfrm>
            <a:off x="731520" y="4251960"/>
            <a:ext cx="4389120" cy="502920"/>
          </a:xfrm>
          <a:prstGeom prst="rect">
            <a:avLst/>
          </a:prstGeom>
          <a:noFill/>
        </p:spPr>
        <p:txBody>
          <a:bodyPr wrap="square" lIns="0" tIns="0" rIns="0" bIns="0" anchor="t">
            <a:spAutoFit/>
          </a:bodyPr>
          <a:lstStyle/>
          <a:p>
            <a:pPr algn="l">
              <a:spcAft>
                <a:spcPts val="400"/>
              </a:spcAft>
            </a:pPr>
            <a:r>
              <a:rPr sz="1200" b="0">
                <a:solidFill>
                  <a:srgbClr val="0F0F19"/>
                </a:solidFill>
                <a:latin typeface="Pilat Light"/>
              </a:rPr>
              <a:t>Copy the verdict → Auto-matched, learned confidence rises</a:t>
            </a:r>
          </a:p>
        </p:txBody>
      </p:sp>
      <p:sp>
        <p:nvSpPr>
          <p:cNvPr id="14" name="Rounded Rectangle 13"/>
          <p:cNvSpPr/>
          <p:nvPr/>
        </p:nvSpPr>
        <p:spPr>
          <a:xfrm>
            <a:off x="521207" y="4937760"/>
            <a:ext cx="4754880" cy="987552"/>
          </a:xfrm>
          <a:prstGeom prst="roundRect">
            <a:avLst>
              <a:gd name="adj" fmla="val 6000"/>
            </a:avLst>
          </a:prstGeom>
          <a:solidFill>
            <a:srgbClr val="FF2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1520" y="5065776"/>
            <a:ext cx="4389120" cy="32004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CLEARLY WORSE?</a:t>
            </a:r>
          </a:p>
        </p:txBody>
      </p:sp>
      <p:sp>
        <p:nvSpPr>
          <p:cNvPr id="16" name="TextBox 15"/>
          <p:cNvSpPr txBox="1"/>
          <p:nvPr/>
        </p:nvSpPr>
        <p:spPr>
          <a:xfrm>
            <a:off x="731520" y="5394960"/>
            <a:ext cx="4389120" cy="502920"/>
          </a:xfrm>
          <a:prstGeom prst="rect">
            <a:avLst/>
          </a:prstGeom>
          <a:noFill/>
        </p:spPr>
        <p:txBody>
          <a:bodyPr wrap="square" lIns="0" tIns="0" rIns="0" bIns="0" anchor="t">
            <a:spAutoFit/>
          </a:bodyPr>
          <a:lstStyle/>
          <a:p>
            <a:pPr algn="l">
              <a:spcAft>
                <a:spcPts val="400"/>
              </a:spcAft>
            </a:pPr>
            <a:r>
              <a:rPr sz="1200" b="0">
                <a:solidFill>
                  <a:srgbClr val="FFFFFF"/>
                </a:solidFill>
                <a:latin typeface="Pilat Light"/>
              </a:rPr>
              <a:t>Nothing copied → Worse than last check → a person looks</a:t>
            </a:r>
          </a:p>
        </p:txBody>
      </p:sp>
      <p:graphicFrame>
        <p:nvGraphicFramePr>
          <p:cNvPr id="17" name="Chart 16"/>
          <p:cNvGraphicFramePr>
            <a:graphicFrameLocks noGrp="1"/>
          </p:cNvGraphicFramePr>
          <p:nvPr/>
        </p:nvGraphicFramePr>
        <p:xfrm>
          <a:off x="5669280" y="1463040"/>
          <a:ext cx="5998464"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5669280" y="5532120"/>
            <a:ext cx="5998464" cy="457200"/>
          </a:xfrm>
          <a:prstGeom prst="rect">
            <a:avLst/>
          </a:prstGeom>
          <a:noFill/>
        </p:spPr>
        <p:txBody>
          <a:bodyPr wrap="square" lIns="0" tIns="0" rIns="0" bIns="0" anchor="t">
            <a:spAutoFit/>
          </a:bodyPr>
          <a:lstStyle/>
          <a:p>
            <a:pPr algn="ctr">
              <a:spcAft>
                <a:spcPts val="400"/>
              </a:spcAft>
            </a:pPr>
            <a:r>
              <a:rPr sz="1100" b="0">
                <a:solidFill>
                  <a:srgbClr val="5F5E6E"/>
                </a:solidFill>
                <a:latin typeface="Pilat Light"/>
              </a:rPr>
              <a:t>Learned confidence after each consecutive confirmation of the same result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Any filter, any selection, as PDF with photos or CSV for analysis</a:t>
            </a:r>
          </a:p>
        </p:txBody>
      </p:sp>
      <p:sp>
        <p:nvSpPr>
          <p:cNvPr id="3" name="Title 2"/>
          <p:cNvSpPr>
            <a:spLocks noGrp="1"/>
          </p:cNvSpPr>
          <p:nvPr>
            <p:ph type="title"/>
          </p:nvPr>
        </p:nvSpPr>
        <p:spPr/>
        <p:txBody>
          <a:bodyPr/>
          <a:lstStyle/>
          <a:p>
            <a:r>
              <a:t>Reports and exports</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15</a:t>
            </a:r>
          </a:p>
        </p:txBody>
      </p:sp>
      <p:graphicFrame>
        <p:nvGraphicFramePr>
          <p:cNvPr id="5" name="Table 4"/>
          <p:cNvGraphicFramePr>
            <a:graphicFrameLocks noGrp="1"/>
          </p:cNvGraphicFramePr>
          <p:nvPr/>
        </p:nvGraphicFramePr>
        <p:xfrm>
          <a:off x="521207" y="1508760"/>
          <a:ext cx="5120640" cy="2834640"/>
        </p:xfrm>
        <a:graphic>
          <a:graphicData uri="http://schemas.openxmlformats.org/drawingml/2006/table">
            <a:tbl>
              <a:tblPr>
                <a:tableStyleId>{5940675A-B579-460E-94D1-54222C63F5DA}</a:tableStyleId>
              </a:tblPr>
              <a:tblGrid>
                <a:gridCol w="17373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66928">
                <a:tc>
                  <a:txBody>
                    <a:bodyPr/>
                    <a:lstStyle/>
                    <a:p>
                      <a:r>
                        <a:rPr sz="1050">
                          <a:solidFill>
                            <a:srgbClr val="FFFFFF"/>
                          </a:solidFill>
                          <a:latin typeface="Pilat Demi"/>
                        </a:rPr>
                        <a:t>YOU WANT</a:t>
                      </a:r>
                    </a:p>
                  </a:txBody>
                  <a:tcPr marL="73152" marR="73152" marT="36576" marB="36576" anchor="ctr">
                    <a:solidFill>
                      <a:srgbClr val="0F0F19"/>
                    </a:solidFill>
                  </a:tcPr>
                </a:tc>
                <a:tc>
                  <a:txBody>
                    <a:bodyPr/>
                    <a:lstStyle/>
                    <a:p>
                      <a:r>
                        <a:rPr sz="1050">
                          <a:solidFill>
                            <a:srgbClr val="FFFFFF"/>
                          </a:solidFill>
                          <a:latin typeface="Pilat Demi"/>
                        </a:rPr>
                        <a:t>DO THIS</a:t>
                      </a:r>
                    </a:p>
                  </a:txBody>
                  <a:tcPr marL="73152" marR="73152" marT="36576" marB="36576" anchor="ctr">
                    <a:solidFill>
                      <a:srgbClr val="0F0F19"/>
                    </a:solidFill>
                  </a:tcPr>
                </a:tc>
                <a:extLst>
                  <a:ext uri="{0D108BD9-81ED-4DB2-BD59-A6C34878D82A}">
                    <a16:rowId xmlns:a16="http://schemas.microsoft.com/office/drawing/2014/main" val="10000"/>
                  </a:ext>
                </a:extLst>
              </a:tr>
              <a:tr h="566928">
                <a:tc>
                  <a:txBody>
                    <a:bodyPr/>
                    <a:lstStyle/>
                    <a:p>
                      <a:r>
                        <a:rPr sz="1200">
                          <a:solidFill>
                            <a:srgbClr val="0F0F19"/>
                          </a:solidFill>
                          <a:latin typeface="Pilat Demi"/>
                        </a:rPr>
                        <a:t>One inspection</a:t>
                      </a:r>
                    </a:p>
                  </a:txBody>
                  <a:tcPr marL="73152" marR="73152" marT="36576" marB="36576" anchor="ctr">
                    <a:solidFill>
                      <a:srgbClr val="FFFFFF"/>
                    </a:solidFill>
                  </a:tcPr>
                </a:tc>
                <a:tc>
                  <a:txBody>
                    <a:bodyPr/>
                    <a:lstStyle/>
                    <a:p>
                      <a:r>
                        <a:rPr sz="1200">
                          <a:solidFill>
                            <a:srgbClr val="0F0F19"/>
                          </a:solidFill>
                          <a:latin typeface="Pilat Light"/>
                        </a:rPr>
                        <a:t>Download report on the card</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200">
                          <a:solidFill>
                            <a:srgbClr val="0F0F19"/>
                          </a:solidFill>
                          <a:latin typeface="Pilat Demi"/>
                        </a:rPr>
                        <a:t>Everything filtered</a:t>
                      </a:r>
                    </a:p>
                  </a:txBody>
                  <a:tcPr marL="73152" marR="73152" marT="36576" marB="36576" anchor="ctr">
                    <a:solidFill>
                      <a:srgbClr val="F4F3F8"/>
                    </a:solidFill>
                  </a:tcPr>
                </a:tc>
                <a:tc>
                  <a:txBody>
                    <a:bodyPr/>
                    <a:lstStyle/>
                    <a:p>
                      <a:r>
                        <a:rPr sz="1200">
                          <a:solidFill>
                            <a:srgbClr val="0F0F19"/>
                          </a:solidFill>
                          <a:latin typeface="Pilat Light"/>
                        </a:rPr>
                        <a:t>Download report (PDF) in the filter bar · max 2,000</a:t>
                      </a:r>
                    </a:p>
                  </a:txBody>
                  <a:tcPr marL="73152" marR="73152" marT="36576" marB="36576" anchor="ctr">
                    <a:solidFill>
                      <a:srgbClr val="F4F3F8"/>
                    </a:solidFill>
                  </a:tcPr>
                </a:tc>
                <a:extLst>
                  <a:ext uri="{0D108BD9-81ED-4DB2-BD59-A6C34878D82A}">
                    <a16:rowId xmlns:a16="http://schemas.microsoft.com/office/drawing/2014/main" val="10002"/>
                  </a:ext>
                </a:extLst>
              </a:tr>
              <a:tr h="566928">
                <a:tc>
                  <a:txBody>
                    <a:bodyPr/>
                    <a:lstStyle/>
                    <a:p>
                      <a:r>
                        <a:rPr sz="1200">
                          <a:solidFill>
                            <a:srgbClr val="0F0F19"/>
                          </a:solidFill>
                          <a:latin typeface="Pilat Demi"/>
                        </a:rPr>
                        <a:t>Hand-picked</a:t>
                      </a:r>
                    </a:p>
                  </a:txBody>
                  <a:tcPr marL="73152" marR="73152" marT="36576" marB="36576" anchor="ctr">
                    <a:solidFill>
                      <a:srgbClr val="FFFFFF"/>
                    </a:solidFill>
                  </a:tcPr>
                </a:tc>
                <a:tc>
                  <a:txBody>
                    <a:bodyPr/>
                    <a:lstStyle/>
                    <a:p>
                      <a:r>
                        <a:rPr sz="1200">
                          <a:solidFill>
                            <a:srgbClr val="0F0F19"/>
                          </a:solidFill>
                          <a:latin typeface="Pilat Light"/>
                        </a:rPr>
                        <a:t>Tick cards › Download selected as report</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200">
                          <a:solidFill>
                            <a:srgbClr val="0F0F19"/>
                          </a:solidFill>
                          <a:latin typeface="Pilat Demi"/>
                        </a:rPr>
                        <a:t>Data in Excel</a:t>
                      </a:r>
                    </a:p>
                  </a:txBody>
                  <a:tcPr marL="73152" marR="73152" marT="36576" marB="36576" anchor="ctr">
                    <a:solidFill>
                      <a:srgbClr val="F4F3F8"/>
                    </a:solidFill>
                  </a:tcPr>
                </a:tc>
                <a:tc>
                  <a:txBody>
                    <a:bodyPr/>
                    <a:lstStyle/>
                    <a:p>
                      <a:r>
                        <a:rPr sz="1200">
                          <a:solidFill>
                            <a:srgbClr val="0F0F19"/>
                          </a:solidFill>
                          <a:latin typeface="Pilat Light"/>
                        </a:rPr>
                        <a:t>Export CSV (both statuses, both confidences)</a:t>
                      </a:r>
                    </a:p>
                  </a:txBody>
                  <a:tcPr marL="73152" marR="73152" marT="36576" marB="36576" anchor="ctr">
                    <a:solidFill>
                      <a:srgbClr val="F4F3F8"/>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21207" y="4526280"/>
            <a:ext cx="5120640" cy="1463040"/>
          </a:xfrm>
          <a:prstGeom prst="rect">
            <a:avLst/>
          </a:prstGeom>
          <a:noFill/>
        </p:spPr>
        <p:txBody>
          <a:bodyPr wrap="square" lIns="0" tIns="0" rIns="0" bIns="0" anchor="t">
            <a:spAutoFit/>
          </a:bodyPr>
          <a:lstStyle/>
          <a:p>
            <a:pPr algn="l">
              <a:spcAft>
                <a:spcPts val="1000"/>
              </a:spcAft>
            </a:pPr>
            <a:r>
              <a:rPr sz="1250" b="0">
                <a:solidFill>
                  <a:srgbClr val="0F0F19"/>
                </a:solidFill>
                <a:latin typeface="Pilat Demi"/>
              </a:rPr>
              <a:t>Daily report: </a:t>
            </a:r>
            <a:r>
              <a:rPr sz="1250" b="0">
                <a:solidFill>
                  <a:srgbClr val="0F0F19"/>
                </a:solidFill>
                <a:latin typeface="Pilat Light"/>
              </a:rPr>
              <a:t>clear filters › Show: Latest per camera › Download report (PDF).</a:t>
            </a:r>
          </a:p>
          <a:p>
            <a:pPr algn="l">
              <a:spcAft>
                <a:spcPts val="1000"/>
              </a:spcAft>
            </a:pPr>
            <a:r>
              <a:rPr sz="1250" b="0">
                <a:solidFill>
                  <a:srgbClr val="0F0F19"/>
                </a:solidFill>
                <a:latin typeface="Pilat Demi"/>
              </a:rPr>
              <a:t>All times are Dubai time </a:t>
            </a:r>
            <a:r>
              <a:rPr sz="1250" b="0">
                <a:solidFill>
                  <a:srgbClr val="0F0F19"/>
                </a:solidFill>
                <a:latin typeface="Pilat Light"/>
              </a:rPr>
              <a:t>on screen, in PDF and CSV and in the From / To filters.</a:t>
            </a:r>
          </a:p>
        </p:txBody>
      </p:sp>
      <p:pic>
        <p:nvPicPr>
          <p:cNvPr id="7" name="Picture 6" descr="20_pdf_report-1.png"/>
          <p:cNvPicPr>
            <a:picLocks noChangeAspect="1"/>
          </p:cNvPicPr>
          <p:nvPr/>
        </p:nvPicPr>
        <p:blipFill>
          <a:blip r:embed="rId3"/>
          <a:stretch>
            <a:fillRect/>
          </a:stretch>
        </p:blipFill>
        <p:spPr>
          <a:xfrm>
            <a:off x="5943600" y="1508760"/>
            <a:ext cx="5724144" cy="4047374"/>
          </a:xfrm>
          <a:prstGeom prst="rect">
            <a:avLst/>
          </a:prstGeom>
          <a:ln w="9525">
            <a:solidFill>
              <a:srgbClr val="D6D4E2"/>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One at a time, or thousands from Excel</a:t>
            </a:r>
          </a:p>
        </p:txBody>
      </p:sp>
      <p:sp>
        <p:nvSpPr>
          <p:cNvPr id="3" name="Title 2"/>
          <p:cNvSpPr>
            <a:spLocks noGrp="1"/>
          </p:cNvSpPr>
          <p:nvPr>
            <p:ph type="title"/>
          </p:nvPr>
        </p:nvSpPr>
        <p:spPr/>
        <p:txBody>
          <a:bodyPr/>
          <a:lstStyle/>
          <a:p>
            <a:r>
              <a:t>Managing cameras</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16</a:t>
            </a:r>
          </a:p>
        </p:txBody>
      </p:sp>
      <p:sp>
        <p:nvSpPr>
          <p:cNvPr id="5" name="Rounded Rectangle 4"/>
          <p:cNvSpPr/>
          <p:nvPr/>
        </p:nvSpPr>
        <p:spPr>
          <a:xfrm>
            <a:off x="521207" y="1508760"/>
            <a:ext cx="2788920" cy="2194560"/>
          </a:xfrm>
          <a:prstGeom prst="roundRect">
            <a:avLst>
              <a:gd name="adj" fmla="val 6000"/>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22375" y="1691639"/>
            <a:ext cx="2386584" cy="41148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ADD</a:t>
            </a:r>
          </a:p>
        </p:txBody>
      </p:sp>
      <p:sp>
        <p:nvSpPr>
          <p:cNvPr id="7" name="TextBox 6"/>
          <p:cNvSpPr txBox="1"/>
          <p:nvPr/>
        </p:nvSpPr>
        <p:spPr>
          <a:xfrm>
            <a:off x="722375" y="2075688"/>
            <a:ext cx="2386584" cy="1490472"/>
          </a:xfrm>
          <a:prstGeom prst="rect">
            <a:avLst/>
          </a:prstGeom>
          <a:noFill/>
        </p:spPr>
        <p:txBody>
          <a:bodyPr wrap="square" lIns="0" tIns="0" rIns="0" bIns="0" anchor="t">
            <a:spAutoFit/>
          </a:bodyPr>
          <a:lstStyle/>
          <a:p>
            <a:pPr algn="l">
              <a:spcAft>
                <a:spcPts val="400"/>
              </a:spcAft>
            </a:pPr>
            <a:r>
              <a:rPr sz="1200" b="0">
                <a:solidFill>
                  <a:srgbClr val="FFFFFF"/>
                </a:solidFill>
                <a:latin typeface="Pilat Light"/>
              </a:rPr>
              <a:t>Settings › Add camera. Required: Terminal, Machine, Camera, IP (add :port if not 554). Pick suggested names so spellings match.</a:t>
            </a:r>
          </a:p>
        </p:txBody>
      </p:sp>
      <p:sp>
        <p:nvSpPr>
          <p:cNvPr id="8" name="Rounded Rectangle 7"/>
          <p:cNvSpPr/>
          <p:nvPr/>
        </p:nvSpPr>
        <p:spPr>
          <a:xfrm>
            <a:off x="3447288" y="1508760"/>
            <a:ext cx="2788920" cy="2194560"/>
          </a:xfrm>
          <a:prstGeom prst="roundRect">
            <a:avLst>
              <a:gd name="adj" fmla="val 6000"/>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648456" y="1691639"/>
            <a:ext cx="2386584" cy="41148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IMPORT</a:t>
            </a:r>
          </a:p>
        </p:txBody>
      </p:sp>
      <p:sp>
        <p:nvSpPr>
          <p:cNvPr id="10" name="TextBox 9"/>
          <p:cNvSpPr txBox="1"/>
          <p:nvPr/>
        </p:nvSpPr>
        <p:spPr>
          <a:xfrm>
            <a:off x="3648456" y="2075688"/>
            <a:ext cx="2386584" cy="1490472"/>
          </a:xfrm>
          <a:prstGeom prst="rect">
            <a:avLst/>
          </a:prstGeom>
          <a:noFill/>
        </p:spPr>
        <p:txBody>
          <a:bodyPr wrap="square" lIns="0" tIns="0" rIns="0" bIns="0" anchor="t">
            <a:spAutoFit/>
          </a:bodyPr>
          <a:lstStyle/>
          <a:p>
            <a:pPr algn="l">
              <a:spcAft>
                <a:spcPts val="400"/>
              </a:spcAft>
            </a:pPr>
            <a:r>
              <a:rPr sz="1200" b="0">
                <a:solidFill>
                  <a:srgbClr val="FFFFFF"/>
                </a:solidFill>
                <a:latin typeface="Pilat Light"/>
              </a:rPr>
              <a:t>Download template › one camera per row › Import. Skip or update existing. Problem rows are listed by row number; good rows still import.</a:t>
            </a:r>
          </a:p>
        </p:txBody>
      </p:sp>
      <p:sp>
        <p:nvSpPr>
          <p:cNvPr id="11" name="Rounded Rectangle 10"/>
          <p:cNvSpPr/>
          <p:nvPr/>
        </p:nvSpPr>
        <p:spPr>
          <a:xfrm>
            <a:off x="521207" y="3840479"/>
            <a:ext cx="2788920" cy="2194560"/>
          </a:xfrm>
          <a:prstGeom prst="roundRect">
            <a:avLst>
              <a:gd name="adj" fmla="val 6000"/>
            </a:avLst>
          </a:prstGeom>
          <a:solidFill>
            <a:srgbClr val="FF2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22375" y="4023359"/>
            <a:ext cx="2386584" cy="411480"/>
          </a:xfrm>
          <a:prstGeom prst="rect">
            <a:avLst/>
          </a:prstGeom>
          <a:noFill/>
        </p:spPr>
        <p:txBody>
          <a:bodyPr wrap="square" lIns="0" tIns="0" rIns="0" bIns="0" anchor="t">
            <a:spAutoFit/>
          </a:bodyPr>
          <a:lstStyle/>
          <a:p>
            <a:pPr algn="l">
              <a:spcAft>
                <a:spcPts val="400"/>
              </a:spcAft>
            </a:pPr>
            <a:r>
              <a:rPr sz="1400" b="0">
                <a:solidFill>
                  <a:srgbClr val="FFFFFF"/>
                </a:solidFill>
                <a:latin typeface="Pilat Demi"/>
              </a:rPr>
              <a:t>TEST</a:t>
            </a:r>
          </a:p>
        </p:txBody>
      </p:sp>
      <p:sp>
        <p:nvSpPr>
          <p:cNvPr id="13" name="TextBox 12"/>
          <p:cNvSpPr txBox="1"/>
          <p:nvPr/>
        </p:nvSpPr>
        <p:spPr>
          <a:xfrm>
            <a:off x="722375" y="4407407"/>
            <a:ext cx="2386584" cy="1490472"/>
          </a:xfrm>
          <a:prstGeom prst="rect">
            <a:avLst/>
          </a:prstGeom>
          <a:noFill/>
        </p:spPr>
        <p:txBody>
          <a:bodyPr wrap="square" lIns="0" tIns="0" rIns="0" bIns="0" anchor="t">
            <a:spAutoFit/>
          </a:bodyPr>
          <a:lstStyle/>
          <a:p>
            <a:pPr algn="l">
              <a:spcAft>
                <a:spcPts val="400"/>
              </a:spcAft>
            </a:pPr>
            <a:r>
              <a:rPr sz="1200" b="0">
                <a:solidFill>
                  <a:srgbClr val="FFFFFF"/>
                </a:solidFill>
                <a:latin typeface="Pilat Light"/>
              </a:rPr>
              <a:t>Test capture now takes a picture immediately. Result appears on the Diagnose tab.</a:t>
            </a:r>
          </a:p>
        </p:txBody>
      </p:sp>
      <p:sp>
        <p:nvSpPr>
          <p:cNvPr id="14" name="Rounded Rectangle 13"/>
          <p:cNvSpPr/>
          <p:nvPr/>
        </p:nvSpPr>
        <p:spPr>
          <a:xfrm>
            <a:off x="3447288" y="3840479"/>
            <a:ext cx="2788920" cy="2194560"/>
          </a:xfrm>
          <a:prstGeom prst="roundRect">
            <a:avLst>
              <a:gd name="adj" fmla="val 6000"/>
            </a:avLst>
          </a:prstGeom>
          <a:solidFill>
            <a:srgbClr val="00E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648456" y="4023359"/>
            <a:ext cx="2386584" cy="411480"/>
          </a:xfrm>
          <a:prstGeom prst="rect">
            <a:avLst/>
          </a:prstGeom>
          <a:noFill/>
        </p:spPr>
        <p:txBody>
          <a:bodyPr wrap="square" lIns="0" tIns="0" rIns="0" bIns="0" anchor="t">
            <a:spAutoFit/>
          </a:bodyPr>
          <a:lstStyle/>
          <a:p>
            <a:pPr algn="l">
              <a:spcAft>
                <a:spcPts val="400"/>
              </a:spcAft>
            </a:pPr>
            <a:r>
              <a:rPr sz="1400" b="0">
                <a:solidFill>
                  <a:srgbClr val="0F0F19"/>
                </a:solidFill>
                <a:latin typeface="Pilat Demi"/>
              </a:rPr>
              <a:t>DISABLE / DELETE</a:t>
            </a:r>
          </a:p>
        </p:txBody>
      </p:sp>
      <p:sp>
        <p:nvSpPr>
          <p:cNvPr id="16" name="TextBox 15"/>
          <p:cNvSpPr txBox="1"/>
          <p:nvPr/>
        </p:nvSpPr>
        <p:spPr>
          <a:xfrm>
            <a:off x="3648456" y="4407407"/>
            <a:ext cx="2386584" cy="1490472"/>
          </a:xfrm>
          <a:prstGeom prst="rect">
            <a:avLst/>
          </a:prstGeom>
          <a:noFill/>
        </p:spPr>
        <p:txBody>
          <a:bodyPr wrap="square" lIns="0" tIns="0" rIns="0" bIns="0" anchor="t">
            <a:spAutoFit/>
          </a:bodyPr>
          <a:lstStyle/>
          <a:p>
            <a:pPr algn="l">
              <a:spcAft>
                <a:spcPts val="400"/>
              </a:spcAft>
            </a:pPr>
            <a:r>
              <a:rPr sz="1200" b="0">
                <a:solidFill>
                  <a:srgbClr val="0F0F19"/>
                </a:solidFill>
                <a:latin typeface="Pilat Light"/>
              </a:rPr>
              <a:t>Disable pauses a camera. Delete keeps all history (tagged Removed); same names re-added re-link it.</a:t>
            </a:r>
          </a:p>
        </p:txBody>
      </p:sp>
      <p:pic>
        <p:nvPicPr>
          <p:cNvPr id="17" name="Picture 16" descr="19_import_result.png"/>
          <p:cNvPicPr>
            <a:picLocks noChangeAspect="1"/>
          </p:cNvPicPr>
          <p:nvPr/>
        </p:nvPicPr>
        <p:blipFill>
          <a:blip r:embed="rId3"/>
          <a:stretch>
            <a:fillRect/>
          </a:stretch>
        </p:blipFill>
        <p:spPr>
          <a:xfrm>
            <a:off x="6492240" y="1508760"/>
            <a:ext cx="5175504" cy="4086143"/>
          </a:xfrm>
          <a:prstGeom prst="rect">
            <a:avLst/>
          </a:prstGeom>
          <a:ln w="9525">
            <a:solidFill>
              <a:srgbClr val="D6D4E2"/>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How often, at what time, and how hard the network is pushed</a:t>
            </a:r>
          </a:p>
        </p:txBody>
      </p:sp>
      <p:sp>
        <p:nvSpPr>
          <p:cNvPr id="3" name="Title 2"/>
          <p:cNvSpPr>
            <a:spLocks noGrp="1"/>
          </p:cNvSpPr>
          <p:nvPr>
            <p:ph type="title"/>
          </p:nvPr>
        </p:nvSpPr>
        <p:spPr/>
        <p:txBody>
          <a:bodyPr/>
          <a:lstStyle/>
          <a:p>
            <a:r>
              <a:t>The inspection schedule</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17</a:t>
            </a:r>
          </a:p>
        </p:txBody>
      </p:sp>
      <p:pic>
        <p:nvPicPr>
          <p:cNvPr id="5" name="Picture 4" descr="freq_weekly.png"/>
          <p:cNvPicPr>
            <a:picLocks noChangeAspect="1"/>
          </p:cNvPicPr>
          <p:nvPr/>
        </p:nvPicPr>
        <p:blipFill>
          <a:blip r:embed="rId3"/>
          <a:stretch>
            <a:fillRect/>
          </a:stretch>
        </p:blipFill>
        <p:spPr>
          <a:xfrm>
            <a:off x="521207" y="1508760"/>
            <a:ext cx="5394960" cy="878003"/>
          </a:xfrm>
          <a:prstGeom prst="rect">
            <a:avLst/>
          </a:prstGeom>
          <a:ln w="9525">
            <a:solidFill>
              <a:srgbClr val="D6D4E2"/>
            </a:solidFill>
          </a:ln>
        </p:spPr>
      </p:pic>
      <p:pic>
        <p:nvPicPr>
          <p:cNvPr id="6" name="Picture 5" descr="freq_every_n.png"/>
          <p:cNvPicPr>
            <a:picLocks noChangeAspect="1"/>
          </p:cNvPicPr>
          <p:nvPr/>
        </p:nvPicPr>
        <p:blipFill>
          <a:blip r:embed="rId4"/>
          <a:stretch>
            <a:fillRect/>
          </a:stretch>
        </p:blipFill>
        <p:spPr>
          <a:xfrm>
            <a:off x="521207" y="2606040"/>
            <a:ext cx="5394960" cy="1068413"/>
          </a:xfrm>
          <a:prstGeom prst="rect">
            <a:avLst/>
          </a:prstGeom>
          <a:ln w="9525">
            <a:solidFill>
              <a:srgbClr val="D6D4E2"/>
            </a:solidFill>
          </a:ln>
        </p:spPr>
      </p:pic>
      <p:pic>
        <p:nvPicPr>
          <p:cNvPr id="7" name="Picture 6" descr="freq_monthly.png"/>
          <p:cNvPicPr>
            <a:picLocks noChangeAspect="1"/>
          </p:cNvPicPr>
          <p:nvPr/>
        </p:nvPicPr>
        <p:blipFill>
          <a:blip r:embed="rId5"/>
          <a:stretch>
            <a:fillRect/>
          </a:stretch>
        </p:blipFill>
        <p:spPr>
          <a:xfrm>
            <a:off x="521207" y="3931920"/>
            <a:ext cx="5394960" cy="952051"/>
          </a:xfrm>
          <a:prstGeom prst="rect">
            <a:avLst/>
          </a:prstGeom>
          <a:ln w="9525">
            <a:solidFill>
              <a:srgbClr val="D6D4E2"/>
            </a:solidFill>
          </a:ln>
        </p:spPr>
      </p:pic>
      <p:sp>
        <p:nvSpPr>
          <p:cNvPr id="8" name="TextBox 7"/>
          <p:cNvSpPr txBox="1"/>
          <p:nvPr/>
        </p:nvSpPr>
        <p:spPr>
          <a:xfrm>
            <a:off x="521207" y="5257800"/>
            <a:ext cx="5394960" cy="548640"/>
          </a:xfrm>
          <a:prstGeom prst="rect">
            <a:avLst/>
          </a:prstGeom>
          <a:noFill/>
        </p:spPr>
        <p:txBody>
          <a:bodyPr wrap="square" lIns="0" tIns="0" rIns="0" bIns="0" anchor="t">
            <a:spAutoFit/>
          </a:bodyPr>
          <a:lstStyle/>
          <a:p>
            <a:pPr algn="l">
              <a:spcAft>
                <a:spcPts val="400"/>
              </a:spcAft>
            </a:pPr>
            <a:r>
              <a:rPr sz="1000" b="0">
                <a:solidFill>
                  <a:srgbClr val="5F5E6E"/>
                </a:solidFill>
                <a:latin typeface="Pilat Light"/>
              </a:rPr>
              <a:t>How often: weekly on chosen days, every N days from a start date, or one day a month</a:t>
            </a:r>
          </a:p>
        </p:txBody>
      </p:sp>
      <p:graphicFrame>
        <p:nvGraphicFramePr>
          <p:cNvPr id="9" name="Table 8"/>
          <p:cNvGraphicFramePr>
            <a:graphicFrameLocks noGrp="1"/>
          </p:cNvGraphicFramePr>
          <p:nvPr/>
        </p:nvGraphicFramePr>
        <p:xfrm>
          <a:off x="6263640" y="1508760"/>
          <a:ext cx="5404104" cy="3224784"/>
        </p:xfrm>
        <a:graphic>
          <a:graphicData uri="http://schemas.openxmlformats.org/drawingml/2006/table">
            <a:tbl>
              <a:tblPr>
                <a:tableStyleId>{5940675A-B579-460E-94D1-54222C63F5DA}</a:tableStyleId>
              </a:tblPr>
              <a:tblGrid>
                <a:gridCol w="20574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2386584">
                  <a:extLst>
                    <a:ext uri="{9D8B030D-6E8A-4147-A177-3AD203B41FA5}">
                      <a16:colId xmlns:a16="http://schemas.microsoft.com/office/drawing/2014/main" val="20002"/>
                    </a:ext>
                  </a:extLst>
                </a:gridCol>
              </a:tblGrid>
              <a:tr h="402336">
                <a:tc>
                  <a:txBody>
                    <a:bodyPr/>
                    <a:lstStyle/>
                    <a:p>
                      <a:r>
                        <a:rPr sz="950">
                          <a:solidFill>
                            <a:srgbClr val="FFFFFF"/>
                          </a:solidFill>
                          <a:latin typeface="Pilat Demi"/>
                        </a:rPr>
                        <a:t>SETTING</a:t>
                      </a:r>
                    </a:p>
                  </a:txBody>
                  <a:tcPr marL="73152" marR="73152" marT="36576" marB="36576" anchor="ctr">
                    <a:solidFill>
                      <a:srgbClr val="0F0F19"/>
                    </a:solidFill>
                  </a:tcPr>
                </a:tc>
                <a:tc>
                  <a:txBody>
                    <a:bodyPr/>
                    <a:lstStyle/>
                    <a:p>
                      <a:r>
                        <a:rPr sz="950">
                          <a:solidFill>
                            <a:srgbClr val="FFFFFF"/>
                          </a:solidFill>
                          <a:latin typeface="Pilat Demi"/>
                        </a:rPr>
                        <a:t>DEFAULT</a:t>
                      </a:r>
                    </a:p>
                  </a:txBody>
                  <a:tcPr marL="73152" marR="73152" marT="36576" marB="36576" anchor="ctr">
                    <a:solidFill>
                      <a:srgbClr val="0F0F19"/>
                    </a:solidFill>
                  </a:tcPr>
                </a:tc>
                <a:tc>
                  <a:txBody>
                    <a:bodyPr/>
                    <a:lstStyle/>
                    <a:p>
                      <a:r>
                        <a:rPr sz="950">
                          <a:solidFill>
                            <a:srgbClr val="FFFFFF"/>
                          </a:solidFill>
                          <a:latin typeface="Pilat Demi"/>
                        </a:rPr>
                        <a:t>EFFECT</a:t>
                      </a:r>
                    </a:p>
                  </a:txBody>
                  <a:tcPr marL="73152" marR="73152" marT="36576" marB="36576" anchor="ctr">
                    <a:solidFill>
                      <a:srgbClr val="0F0F19"/>
                    </a:solidFill>
                  </a:tcPr>
                </a:tc>
                <a:extLst>
                  <a:ext uri="{0D108BD9-81ED-4DB2-BD59-A6C34878D82A}">
                    <a16:rowId xmlns:a16="http://schemas.microsoft.com/office/drawing/2014/main" val="10000"/>
                  </a:ext>
                </a:extLst>
              </a:tr>
              <a:tr h="402336">
                <a:tc>
                  <a:txBody>
                    <a:bodyPr/>
                    <a:lstStyle/>
                    <a:p>
                      <a:r>
                        <a:rPr sz="1100">
                          <a:solidFill>
                            <a:srgbClr val="0F0F19"/>
                          </a:solidFill>
                          <a:latin typeface="Pilat Demi"/>
                        </a:rPr>
                        <a:t>How often</a:t>
                      </a:r>
                    </a:p>
                  </a:txBody>
                  <a:tcPr marL="73152" marR="73152" marT="36576" marB="36576" anchor="ctr">
                    <a:solidFill>
                      <a:srgbClr val="FFFFFF"/>
                    </a:solidFill>
                  </a:tcPr>
                </a:tc>
                <a:tc>
                  <a:txBody>
                    <a:bodyPr/>
                    <a:lstStyle/>
                    <a:p>
                      <a:r>
                        <a:rPr sz="1100">
                          <a:solidFill>
                            <a:srgbClr val="0F0F19"/>
                          </a:solidFill>
                          <a:latin typeface="Pilat Light"/>
                        </a:rPr>
                        <a:t>Every day</a:t>
                      </a:r>
                    </a:p>
                  </a:txBody>
                  <a:tcPr marL="73152" marR="73152" marT="36576" marB="36576" anchor="ctr">
                    <a:solidFill>
                      <a:srgbClr val="FFFFFF"/>
                    </a:solidFill>
                  </a:tcPr>
                </a:tc>
                <a:tc>
                  <a:txBody>
                    <a:bodyPr/>
                    <a:lstStyle/>
                    <a:p>
                      <a:r>
                        <a:rPr sz="1100">
                          <a:solidFill>
                            <a:srgbClr val="0F0F19"/>
                          </a:solidFill>
                          <a:latin typeface="Pilat Light"/>
                        </a:rPr>
                        <a:t>Daily · every 2-60 days · weekdays · day 1-28 or last</a:t>
                      </a:r>
                    </a:p>
                  </a:txBody>
                  <a:tcPr marL="73152" marR="73152" marT="36576" marB="36576" anchor="ctr">
                    <a:solidFill>
                      <a:srgbClr val="FFFFFF"/>
                    </a:solidFill>
                  </a:tcPr>
                </a:tc>
                <a:extLst>
                  <a:ext uri="{0D108BD9-81ED-4DB2-BD59-A6C34878D82A}">
                    <a16:rowId xmlns:a16="http://schemas.microsoft.com/office/drawing/2014/main" val="10001"/>
                  </a:ext>
                </a:extLst>
              </a:tr>
              <a:tr h="402336">
                <a:tc>
                  <a:txBody>
                    <a:bodyPr/>
                    <a:lstStyle/>
                    <a:p>
                      <a:r>
                        <a:rPr sz="1100">
                          <a:solidFill>
                            <a:srgbClr val="0F0F19"/>
                          </a:solidFill>
                          <a:latin typeface="Pilat Demi"/>
                        </a:rPr>
                        <a:t>Start time</a:t>
                      </a:r>
                    </a:p>
                  </a:txBody>
                  <a:tcPr marL="73152" marR="73152" marT="36576" marB="36576" anchor="ctr">
                    <a:solidFill>
                      <a:srgbClr val="F4F3F8"/>
                    </a:solidFill>
                  </a:tcPr>
                </a:tc>
                <a:tc>
                  <a:txBody>
                    <a:bodyPr/>
                    <a:lstStyle/>
                    <a:p>
                      <a:r>
                        <a:rPr sz="1100">
                          <a:solidFill>
                            <a:srgbClr val="0F0F19"/>
                          </a:solidFill>
                          <a:latin typeface="Pilat Light"/>
                        </a:rPr>
                        <a:t>09:00</a:t>
                      </a:r>
                    </a:p>
                  </a:txBody>
                  <a:tcPr marL="73152" marR="73152" marT="36576" marB="36576" anchor="ctr">
                    <a:solidFill>
                      <a:srgbClr val="F4F3F8"/>
                    </a:solidFill>
                  </a:tcPr>
                </a:tc>
                <a:tc>
                  <a:txBody>
                    <a:bodyPr/>
                    <a:lstStyle/>
                    <a:p>
                      <a:r>
                        <a:rPr sz="1100">
                          <a:solidFill>
                            <a:srgbClr val="0F0F19"/>
                          </a:solidFill>
                          <a:latin typeface="Pilat Light"/>
                        </a:rPr>
                        <a:t>PC clock, on every scheduled day</a:t>
                      </a:r>
                    </a:p>
                  </a:txBody>
                  <a:tcPr marL="73152" marR="73152" marT="36576" marB="36576" anchor="ctr">
                    <a:solidFill>
                      <a:srgbClr val="F4F3F8"/>
                    </a:solidFill>
                  </a:tcPr>
                </a:tc>
                <a:extLst>
                  <a:ext uri="{0D108BD9-81ED-4DB2-BD59-A6C34878D82A}">
                    <a16:rowId xmlns:a16="http://schemas.microsoft.com/office/drawing/2014/main" val="10002"/>
                  </a:ext>
                </a:extLst>
              </a:tr>
              <a:tr h="402336">
                <a:tc>
                  <a:txBody>
                    <a:bodyPr/>
                    <a:lstStyle/>
                    <a:p>
                      <a:r>
                        <a:rPr sz="1100">
                          <a:solidFill>
                            <a:srgbClr val="0F0F19"/>
                          </a:solidFill>
                          <a:latin typeface="Pilat Demi"/>
                        </a:rPr>
                        <a:t>Automatic inspection</a:t>
                      </a:r>
                    </a:p>
                  </a:txBody>
                  <a:tcPr marL="73152" marR="73152" marT="36576" marB="36576" anchor="ctr">
                    <a:solidFill>
                      <a:srgbClr val="FFFFFF"/>
                    </a:solidFill>
                  </a:tcPr>
                </a:tc>
                <a:tc>
                  <a:txBody>
                    <a:bodyPr/>
                    <a:lstStyle/>
                    <a:p>
                      <a:r>
                        <a:rPr sz="1100">
                          <a:solidFill>
                            <a:srgbClr val="0F0F19"/>
                          </a:solidFill>
                          <a:latin typeface="Pilat Light"/>
                        </a:rPr>
                        <a:t>On</a:t>
                      </a:r>
                    </a:p>
                  </a:txBody>
                  <a:tcPr marL="73152" marR="73152" marT="36576" marB="36576" anchor="ctr">
                    <a:solidFill>
                      <a:srgbClr val="FFFFFF"/>
                    </a:solidFill>
                  </a:tcPr>
                </a:tc>
                <a:tc>
                  <a:txBody>
                    <a:bodyPr/>
                    <a:lstStyle/>
                    <a:p>
                      <a:r>
                        <a:rPr sz="1100">
                          <a:solidFill>
                            <a:srgbClr val="0F0F19"/>
                          </a:solidFill>
                          <a:latin typeface="Pilat Light"/>
                        </a:rPr>
                        <a:t>Off stops the automatic run</a:t>
                      </a:r>
                    </a:p>
                  </a:txBody>
                  <a:tcPr marL="73152" marR="73152" marT="36576" marB="36576" anchor="ctr">
                    <a:solidFill>
                      <a:srgbClr val="FFFFFF"/>
                    </a:solidFill>
                  </a:tcPr>
                </a:tc>
                <a:extLst>
                  <a:ext uri="{0D108BD9-81ED-4DB2-BD59-A6C34878D82A}">
                    <a16:rowId xmlns:a16="http://schemas.microsoft.com/office/drawing/2014/main" val="10003"/>
                  </a:ext>
                </a:extLst>
              </a:tr>
              <a:tr h="402336">
                <a:tc>
                  <a:txBody>
                    <a:bodyPr/>
                    <a:lstStyle/>
                    <a:p>
                      <a:r>
                        <a:rPr sz="1100">
                          <a:solidFill>
                            <a:srgbClr val="0F0F19"/>
                          </a:solidFill>
                          <a:latin typeface="Pilat Demi"/>
                        </a:rPr>
                        <a:t>Which cameras</a:t>
                      </a:r>
                    </a:p>
                  </a:txBody>
                  <a:tcPr marL="73152" marR="73152" marT="36576" marB="36576" anchor="ctr">
                    <a:solidFill>
                      <a:srgbClr val="F4F3F8"/>
                    </a:solidFill>
                  </a:tcPr>
                </a:tc>
                <a:tc>
                  <a:txBody>
                    <a:bodyPr/>
                    <a:lstStyle/>
                    <a:p>
                      <a:r>
                        <a:rPr sz="1100">
                          <a:solidFill>
                            <a:srgbClr val="0F0F19"/>
                          </a:solidFill>
                          <a:latin typeface="Pilat Light"/>
                        </a:rPr>
                        <a:t>All</a:t>
                      </a:r>
                    </a:p>
                  </a:txBody>
                  <a:tcPr marL="73152" marR="73152" marT="36576" marB="36576" anchor="ctr">
                    <a:solidFill>
                      <a:srgbClr val="F4F3F8"/>
                    </a:solidFill>
                  </a:tcPr>
                </a:tc>
                <a:tc>
                  <a:txBody>
                    <a:bodyPr/>
                    <a:lstStyle/>
                    <a:p>
                      <a:r>
                        <a:rPr sz="1100">
                          <a:solidFill>
                            <a:srgbClr val="0F0F19"/>
                          </a:solidFill>
                          <a:latin typeface="Pilat Light"/>
                        </a:rPr>
                        <a:t>Untick terminals / machines</a:t>
                      </a:r>
                    </a:p>
                  </a:txBody>
                  <a:tcPr marL="73152" marR="73152" marT="36576" marB="36576" anchor="ctr">
                    <a:solidFill>
                      <a:srgbClr val="F4F3F8"/>
                    </a:solidFill>
                  </a:tcPr>
                </a:tc>
                <a:extLst>
                  <a:ext uri="{0D108BD9-81ED-4DB2-BD59-A6C34878D82A}">
                    <a16:rowId xmlns:a16="http://schemas.microsoft.com/office/drawing/2014/main" val="10004"/>
                  </a:ext>
                </a:extLst>
              </a:tr>
              <a:tr h="402336">
                <a:tc>
                  <a:txBody>
                    <a:bodyPr/>
                    <a:lstStyle/>
                    <a:p>
                      <a:r>
                        <a:rPr sz="1100">
                          <a:solidFill>
                            <a:srgbClr val="0F0F19"/>
                          </a:solidFill>
                          <a:latin typeface="Pilat Demi"/>
                        </a:rPr>
                        <a:t>Pause between cameras</a:t>
                      </a:r>
                    </a:p>
                  </a:txBody>
                  <a:tcPr marL="73152" marR="73152" marT="36576" marB="36576" anchor="ctr">
                    <a:solidFill>
                      <a:srgbClr val="FFFFFF"/>
                    </a:solidFill>
                  </a:tcPr>
                </a:tc>
                <a:tc>
                  <a:txBody>
                    <a:bodyPr/>
                    <a:lstStyle/>
                    <a:p>
                      <a:r>
                        <a:rPr sz="1100">
                          <a:solidFill>
                            <a:srgbClr val="0F0F19"/>
                          </a:solidFill>
                          <a:latin typeface="Pilat Light"/>
                        </a:rPr>
                        <a:t>2 s</a:t>
                      </a:r>
                    </a:p>
                  </a:txBody>
                  <a:tcPr marL="73152" marR="73152" marT="36576" marB="36576" anchor="ctr">
                    <a:solidFill>
                      <a:srgbClr val="FFFFFF"/>
                    </a:solidFill>
                  </a:tcPr>
                </a:tc>
                <a:tc>
                  <a:txBody>
                    <a:bodyPr/>
                    <a:lstStyle/>
                    <a:p>
                      <a:r>
                        <a:rPr sz="1100">
                          <a:solidFill>
                            <a:srgbClr val="0F0F19"/>
                          </a:solidFill>
                          <a:latin typeface="Pilat Light"/>
                        </a:rPr>
                        <a:t>Longer = quieter network</a:t>
                      </a:r>
                    </a:p>
                  </a:txBody>
                  <a:tcPr marL="73152" marR="73152" marT="36576" marB="36576" anchor="ctr">
                    <a:solidFill>
                      <a:srgbClr val="FFFFFF"/>
                    </a:solidFill>
                  </a:tcPr>
                </a:tc>
                <a:extLst>
                  <a:ext uri="{0D108BD9-81ED-4DB2-BD59-A6C34878D82A}">
                    <a16:rowId xmlns:a16="http://schemas.microsoft.com/office/drawing/2014/main" val="10005"/>
                  </a:ext>
                </a:extLst>
              </a:tr>
              <a:tr h="402336">
                <a:tc>
                  <a:txBody>
                    <a:bodyPr/>
                    <a:lstStyle/>
                    <a:p>
                      <a:r>
                        <a:rPr sz="1100">
                          <a:solidFill>
                            <a:srgbClr val="0F0F19"/>
                          </a:solidFill>
                          <a:latin typeface="Pilat Demi"/>
                        </a:rPr>
                        <a:t>Cameras at the same time</a:t>
                      </a:r>
                    </a:p>
                  </a:txBody>
                  <a:tcPr marL="73152" marR="73152" marT="36576" marB="36576" anchor="ctr">
                    <a:solidFill>
                      <a:srgbClr val="F4F3F8"/>
                    </a:solidFill>
                  </a:tcPr>
                </a:tc>
                <a:tc>
                  <a:txBody>
                    <a:bodyPr/>
                    <a:lstStyle/>
                    <a:p>
                      <a:r>
                        <a:rPr sz="1100">
                          <a:solidFill>
                            <a:srgbClr val="0F0F19"/>
                          </a:solidFill>
                          <a:latin typeface="Pilat Light"/>
                        </a:rPr>
                        <a:t>8</a:t>
                      </a:r>
                    </a:p>
                  </a:txBody>
                  <a:tcPr marL="73152" marR="73152" marT="36576" marB="36576" anchor="ctr">
                    <a:solidFill>
                      <a:srgbClr val="F4F3F8"/>
                    </a:solidFill>
                  </a:tcPr>
                </a:tc>
                <a:tc>
                  <a:txBody>
                    <a:bodyPr/>
                    <a:lstStyle/>
                    <a:p>
                      <a:r>
                        <a:rPr sz="1100">
                          <a:solidFill>
                            <a:srgbClr val="0F0F19"/>
                          </a:solidFill>
                          <a:latin typeface="Pilat Light"/>
                        </a:rPr>
                        <a:t>1-32; same machine never together</a:t>
                      </a:r>
                    </a:p>
                  </a:txBody>
                  <a:tcPr marL="73152" marR="73152" marT="36576" marB="36576" anchor="ctr">
                    <a:solidFill>
                      <a:srgbClr val="F4F3F8"/>
                    </a:solidFill>
                  </a:tcPr>
                </a:tc>
                <a:extLst>
                  <a:ext uri="{0D108BD9-81ED-4DB2-BD59-A6C34878D82A}">
                    <a16:rowId xmlns:a16="http://schemas.microsoft.com/office/drawing/2014/main" val="10006"/>
                  </a:ext>
                </a:extLst>
              </a:tr>
              <a:tr h="402336">
                <a:tc>
                  <a:txBody>
                    <a:bodyPr/>
                    <a:lstStyle/>
                    <a:p>
                      <a:r>
                        <a:rPr sz="1100">
                          <a:solidFill>
                            <a:srgbClr val="0F0F19"/>
                          </a:solidFill>
                          <a:latin typeface="Pilat Demi"/>
                        </a:rPr>
                        <a:t>Detections</a:t>
                      </a:r>
                    </a:p>
                  </a:txBody>
                  <a:tcPr marL="73152" marR="73152" marT="36576" marB="36576" anchor="ctr">
                    <a:solidFill>
                      <a:srgbClr val="FFFFFF"/>
                    </a:solidFill>
                  </a:tcPr>
                </a:tc>
                <a:tc>
                  <a:txBody>
                    <a:bodyPr/>
                    <a:lstStyle/>
                    <a:p>
                      <a:r>
                        <a:rPr sz="1100">
                          <a:solidFill>
                            <a:srgbClr val="0F0F19"/>
                          </a:solidFill>
                          <a:latin typeface="Pilat Light"/>
                        </a:rPr>
                        <a:t>All on</a:t>
                      </a:r>
                    </a:p>
                  </a:txBody>
                  <a:tcPr marL="73152" marR="73152" marT="36576" marB="36576" anchor="ctr">
                    <a:solidFill>
                      <a:srgbClr val="FFFFFF"/>
                    </a:solidFill>
                  </a:tcPr>
                </a:tc>
                <a:tc>
                  <a:txBody>
                    <a:bodyPr/>
                    <a:lstStyle/>
                    <a:p>
                      <a:r>
                        <a:rPr sz="1100">
                          <a:solidFill>
                            <a:srgbClr val="0F0F19"/>
                          </a:solidFill>
                          <a:latin typeface="Pilat Light"/>
                        </a:rPr>
                        <a:t>Untick a check to skip it (not No view)</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6263640" y="5230368"/>
            <a:ext cx="5404104" cy="896112"/>
          </a:xfrm>
          <a:prstGeom prst="roundRect">
            <a:avLst>
              <a:gd name="adj" fmla="val 6000"/>
            </a:avLst>
          </a:prstGeom>
          <a:solidFill>
            <a:srgbClr val="F1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446520" y="5321808"/>
            <a:ext cx="5029200" cy="731520"/>
          </a:xfrm>
          <a:prstGeom prst="rect">
            <a:avLst/>
          </a:prstGeom>
          <a:noFill/>
        </p:spPr>
        <p:txBody>
          <a:bodyPr wrap="square" lIns="0" tIns="0" rIns="0" bIns="0" anchor="t">
            <a:spAutoFit/>
          </a:bodyPr>
          <a:lstStyle/>
          <a:p>
            <a:pPr algn="l">
              <a:spcAft>
                <a:spcPts val="400"/>
              </a:spcAft>
            </a:pPr>
            <a:r>
              <a:rPr sz="1150" b="0">
                <a:solidFill>
                  <a:srgbClr val="3230BE"/>
                </a:solidFill>
                <a:latin typeface="Pilat Demi"/>
              </a:rPr>
              <a:t>Check:  </a:t>
            </a:r>
            <a:r>
              <a:rPr sz="1150" b="0">
                <a:solidFill>
                  <a:srgbClr val="0F0F19"/>
                </a:solidFill>
                <a:latin typeface="Pilat Light"/>
              </a:rPr>
              <a:t>"Saved schedule: the inspection runs ..." and Next run show what will happen. Asleep &gt; 3 h past start = skipped until the next scheduled day.</a:t>
            </a:r>
          </a:p>
        </p:txBody>
      </p:sp>
    </p:spTree>
    <p:extLst>
      <p:ext uri="{BB962C8B-B14F-4D97-AF65-F5344CB8AC3E}">
        <p14:creationId xmlns:p14="http://schemas.microsoft.com/office/powerpoint/2010/main" val="3742276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Work in pairs on the training platform  |  ~45 minutes</a:t>
            </a:r>
          </a:p>
        </p:txBody>
      </p:sp>
      <p:sp>
        <p:nvSpPr>
          <p:cNvPr id="3" name="Title 2"/>
          <p:cNvSpPr>
            <a:spLocks noGrp="1"/>
          </p:cNvSpPr>
          <p:nvPr>
            <p:ph type="title"/>
          </p:nvPr>
        </p:nvSpPr>
        <p:spPr/>
        <p:txBody>
          <a:bodyPr/>
          <a:lstStyle/>
          <a:p>
            <a:r>
              <a:t>Hands-on exercises</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B8B6D6"/>
                </a:solidFill>
                <a:latin typeface="Pilat Demi"/>
              </a:rPr>
              <a:t>CAMERA HEALTH PLATFORM  |  TRAINING      18</a:t>
            </a:r>
          </a:p>
        </p:txBody>
      </p:sp>
      <p:sp>
        <p:nvSpPr>
          <p:cNvPr id="5" name="Rounded Rectangle 4"/>
          <p:cNvSpPr/>
          <p:nvPr/>
        </p:nvSpPr>
        <p:spPr>
          <a:xfrm>
            <a:off x="521207" y="1463040"/>
            <a:ext cx="11155680" cy="841248"/>
          </a:xfrm>
          <a:prstGeom prst="roundRect">
            <a:avLst>
              <a:gd name="adj" fmla="val 6000"/>
            </a:avLst>
          </a:prstGeom>
          <a:solidFill>
            <a:srgbClr val="2A2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31520" y="1591056"/>
            <a:ext cx="548640" cy="548640"/>
          </a:xfrm>
          <a:prstGeom prst="rect">
            <a:avLst/>
          </a:prstGeom>
          <a:noFill/>
        </p:spPr>
        <p:txBody>
          <a:bodyPr wrap="square" lIns="0" tIns="0" rIns="0" bIns="0" anchor="t">
            <a:spAutoFit/>
          </a:bodyPr>
          <a:lstStyle/>
          <a:p>
            <a:pPr algn="l">
              <a:spcAft>
                <a:spcPts val="400"/>
              </a:spcAft>
            </a:pPr>
            <a:r>
              <a:rPr sz="2600" b="0">
                <a:solidFill>
                  <a:srgbClr val="00E68C"/>
                </a:solidFill>
                <a:latin typeface="Pilat Wide Heavy"/>
              </a:rPr>
              <a:t>1</a:t>
            </a:r>
          </a:p>
        </p:txBody>
      </p:sp>
      <p:sp>
        <p:nvSpPr>
          <p:cNvPr id="7" name="TextBox 6"/>
          <p:cNvSpPr txBox="1"/>
          <p:nvPr/>
        </p:nvSpPr>
        <p:spPr>
          <a:xfrm>
            <a:off x="1417320" y="1572768"/>
            <a:ext cx="3108960" cy="548640"/>
          </a:xfrm>
          <a:prstGeom prst="rect">
            <a:avLst/>
          </a:prstGeom>
          <a:noFill/>
        </p:spPr>
        <p:txBody>
          <a:bodyPr wrap="square" lIns="0" tIns="0" rIns="0" bIns="0" anchor="ctr">
            <a:spAutoFit/>
          </a:bodyPr>
          <a:lstStyle/>
          <a:p>
            <a:pPr algn="l">
              <a:spcAft>
                <a:spcPts val="400"/>
              </a:spcAft>
            </a:pPr>
            <a:r>
              <a:rPr sz="1400" b="0">
                <a:solidFill>
                  <a:srgbClr val="FFFFFF"/>
                </a:solidFill>
                <a:latin typeface="Pilat Demi"/>
              </a:rPr>
              <a:t>MORNING TRIAGE</a:t>
            </a:r>
          </a:p>
        </p:txBody>
      </p:sp>
      <p:sp>
        <p:nvSpPr>
          <p:cNvPr id="8" name="TextBox 7"/>
          <p:cNvSpPr txBox="1"/>
          <p:nvPr/>
        </p:nvSpPr>
        <p:spPr>
          <a:xfrm>
            <a:off x="4572000" y="1572768"/>
            <a:ext cx="6949440" cy="640080"/>
          </a:xfrm>
          <a:prstGeom prst="rect">
            <a:avLst/>
          </a:prstGeom>
          <a:noFill/>
        </p:spPr>
        <p:txBody>
          <a:bodyPr wrap="square" lIns="0" tIns="0" rIns="0" bIns="0" anchor="t">
            <a:spAutoFit/>
          </a:bodyPr>
          <a:lstStyle/>
          <a:p>
            <a:pPr algn="l">
              <a:spcAft>
                <a:spcPts val="400"/>
              </a:spcAft>
            </a:pPr>
            <a:r>
              <a:rPr sz="1250" b="0">
                <a:solidFill>
                  <a:srgbClr val="FFFFFF"/>
                </a:solidFill>
                <a:latin typeface="Pilat Light"/>
              </a:rPr>
              <a:t>Build the to-do list (Latest per camera + No engineer verdict yet). How many cameras? Which is No view?</a:t>
            </a:r>
          </a:p>
        </p:txBody>
      </p:sp>
      <p:sp>
        <p:nvSpPr>
          <p:cNvPr id="9" name="Rounded Rectangle 8"/>
          <p:cNvSpPr/>
          <p:nvPr/>
        </p:nvSpPr>
        <p:spPr>
          <a:xfrm>
            <a:off x="521207" y="2414016"/>
            <a:ext cx="11155680" cy="841248"/>
          </a:xfrm>
          <a:prstGeom prst="roundRect">
            <a:avLst>
              <a:gd name="adj" fmla="val 6000"/>
            </a:avLst>
          </a:prstGeom>
          <a:solidFill>
            <a:srgbClr val="2A2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1520" y="2542032"/>
            <a:ext cx="548640" cy="548640"/>
          </a:xfrm>
          <a:prstGeom prst="rect">
            <a:avLst/>
          </a:prstGeom>
          <a:noFill/>
        </p:spPr>
        <p:txBody>
          <a:bodyPr wrap="square" lIns="0" tIns="0" rIns="0" bIns="0" anchor="t">
            <a:spAutoFit/>
          </a:bodyPr>
          <a:lstStyle/>
          <a:p>
            <a:pPr algn="l">
              <a:spcAft>
                <a:spcPts val="400"/>
              </a:spcAft>
            </a:pPr>
            <a:r>
              <a:rPr sz="2600" b="0">
                <a:solidFill>
                  <a:srgbClr val="00E68C"/>
                </a:solidFill>
                <a:latin typeface="Pilat Wide Heavy"/>
              </a:rPr>
              <a:t>2</a:t>
            </a:r>
          </a:p>
        </p:txBody>
      </p:sp>
      <p:sp>
        <p:nvSpPr>
          <p:cNvPr id="11" name="TextBox 10"/>
          <p:cNvSpPr txBox="1"/>
          <p:nvPr/>
        </p:nvSpPr>
        <p:spPr>
          <a:xfrm>
            <a:off x="1417320" y="2523744"/>
            <a:ext cx="3108960" cy="548640"/>
          </a:xfrm>
          <a:prstGeom prst="rect">
            <a:avLst/>
          </a:prstGeom>
          <a:noFill/>
        </p:spPr>
        <p:txBody>
          <a:bodyPr wrap="square" lIns="0" tIns="0" rIns="0" bIns="0" anchor="ctr">
            <a:spAutoFit/>
          </a:bodyPr>
          <a:lstStyle/>
          <a:p>
            <a:pPr algn="l">
              <a:spcAft>
                <a:spcPts val="400"/>
              </a:spcAft>
            </a:pPr>
            <a:r>
              <a:rPr sz="1400" b="0">
                <a:solidFill>
                  <a:srgbClr val="FFFFFF"/>
                </a:solidFill>
                <a:latin typeface="Pilat Demi"/>
              </a:rPr>
              <a:t>VERIFY THREE RESULTS</a:t>
            </a:r>
          </a:p>
        </p:txBody>
      </p:sp>
      <p:sp>
        <p:nvSpPr>
          <p:cNvPr id="12" name="TextBox 11"/>
          <p:cNvSpPr txBox="1"/>
          <p:nvPr/>
        </p:nvSpPr>
        <p:spPr>
          <a:xfrm>
            <a:off x="4572000" y="2523744"/>
            <a:ext cx="6949440" cy="640080"/>
          </a:xfrm>
          <a:prstGeom prst="rect">
            <a:avLst/>
          </a:prstGeom>
          <a:noFill/>
        </p:spPr>
        <p:txBody>
          <a:bodyPr wrap="square" lIns="0" tIns="0" rIns="0" bIns="0" anchor="t">
            <a:spAutoFit/>
          </a:bodyPr>
          <a:lstStyle/>
          <a:p>
            <a:pPr algn="l">
              <a:spcAft>
                <a:spcPts val="400"/>
              </a:spcAft>
            </a:pPr>
            <a:r>
              <a:rPr sz="1250" b="0">
                <a:solidFill>
                  <a:srgbClr val="FFFFFF"/>
                </a:solidFill>
                <a:latin typeface="Pilat Light"/>
              </a:rPr>
              <a:t>Give a correct verdict with name and remark to a real fault, an old camera and a scene-caused tint.</a:t>
            </a:r>
          </a:p>
        </p:txBody>
      </p:sp>
      <p:sp>
        <p:nvSpPr>
          <p:cNvPr id="13" name="Rounded Rectangle 12"/>
          <p:cNvSpPr/>
          <p:nvPr/>
        </p:nvSpPr>
        <p:spPr>
          <a:xfrm>
            <a:off x="521207" y="3364992"/>
            <a:ext cx="11155680" cy="841248"/>
          </a:xfrm>
          <a:prstGeom prst="roundRect">
            <a:avLst>
              <a:gd name="adj" fmla="val 6000"/>
            </a:avLst>
          </a:prstGeom>
          <a:solidFill>
            <a:srgbClr val="2A2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3493008"/>
            <a:ext cx="548640" cy="548640"/>
          </a:xfrm>
          <a:prstGeom prst="rect">
            <a:avLst/>
          </a:prstGeom>
          <a:noFill/>
        </p:spPr>
        <p:txBody>
          <a:bodyPr wrap="square" lIns="0" tIns="0" rIns="0" bIns="0" anchor="t">
            <a:spAutoFit/>
          </a:bodyPr>
          <a:lstStyle/>
          <a:p>
            <a:pPr algn="l">
              <a:spcAft>
                <a:spcPts val="400"/>
              </a:spcAft>
            </a:pPr>
            <a:r>
              <a:rPr sz="2600" b="0">
                <a:solidFill>
                  <a:srgbClr val="00E68C"/>
                </a:solidFill>
                <a:latin typeface="Pilat Wide Heavy"/>
              </a:rPr>
              <a:t>3</a:t>
            </a:r>
          </a:p>
        </p:txBody>
      </p:sp>
      <p:sp>
        <p:nvSpPr>
          <p:cNvPr id="15" name="TextBox 14"/>
          <p:cNvSpPr txBox="1"/>
          <p:nvPr/>
        </p:nvSpPr>
        <p:spPr>
          <a:xfrm>
            <a:off x="1417320" y="3474720"/>
            <a:ext cx="3108960" cy="548640"/>
          </a:xfrm>
          <a:prstGeom prst="rect">
            <a:avLst/>
          </a:prstGeom>
          <a:noFill/>
        </p:spPr>
        <p:txBody>
          <a:bodyPr wrap="square" lIns="0" tIns="0" rIns="0" bIns="0" anchor="ctr">
            <a:spAutoFit/>
          </a:bodyPr>
          <a:lstStyle/>
          <a:p>
            <a:pPr algn="l">
              <a:spcAft>
                <a:spcPts val="400"/>
              </a:spcAft>
            </a:pPr>
            <a:r>
              <a:rPr sz="1400" b="0">
                <a:solidFill>
                  <a:srgbClr val="FFFFFF"/>
                </a:solidFill>
                <a:latin typeface="Pilat Demi"/>
              </a:rPr>
              <a:t>FIND THE WORSENING CAMERA</a:t>
            </a:r>
          </a:p>
        </p:txBody>
      </p:sp>
      <p:sp>
        <p:nvSpPr>
          <p:cNvPr id="16" name="TextBox 15"/>
          <p:cNvSpPr txBox="1"/>
          <p:nvPr/>
        </p:nvSpPr>
        <p:spPr>
          <a:xfrm>
            <a:off x="4572000" y="3474720"/>
            <a:ext cx="6949440" cy="640080"/>
          </a:xfrm>
          <a:prstGeom prst="rect">
            <a:avLst/>
          </a:prstGeom>
          <a:noFill/>
        </p:spPr>
        <p:txBody>
          <a:bodyPr wrap="square" lIns="0" tIns="0" rIns="0" bIns="0" anchor="t">
            <a:spAutoFit/>
          </a:bodyPr>
          <a:lstStyle/>
          <a:p>
            <a:pPr algn="l">
              <a:spcAft>
                <a:spcPts val="400"/>
              </a:spcAft>
            </a:pPr>
            <a:r>
              <a:rPr sz="1250" b="0">
                <a:solidFill>
                  <a:srgbClr val="FFFFFF"/>
                </a:solidFill>
                <a:latin typeface="Pilat Light"/>
              </a:rPr>
              <a:t>Use the Verdict filter to find Worse than last check. Explain why it was not auto-matched.</a:t>
            </a:r>
          </a:p>
        </p:txBody>
      </p:sp>
      <p:sp>
        <p:nvSpPr>
          <p:cNvPr id="17" name="Rounded Rectangle 16"/>
          <p:cNvSpPr/>
          <p:nvPr/>
        </p:nvSpPr>
        <p:spPr>
          <a:xfrm>
            <a:off x="521207" y="4315968"/>
            <a:ext cx="11155680" cy="841248"/>
          </a:xfrm>
          <a:prstGeom prst="roundRect">
            <a:avLst>
              <a:gd name="adj" fmla="val 6000"/>
            </a:avLst>
          </a:prstGeom>
          <a:solidFill>
            <a:srgbClr val="2A2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31520" y="4443984"/>
            <a:ext cx="548640" cy="548640"/>
          </a:xfrm>
          <a:prstGeom prst="rect">
            <a:avLst/>
          </a:prstGeom>
          <a:noFill/>
        </p:spPr>
        <p:txBody>
          <a:bodyPr wrap="square" lIns="0" tIns="0" rIns="0" bIns="0" anchor="t">
            <a:spAutoFit/>
          </a:bodyPr>
          <a:lstStyle/>
          <a:p>
            <a:pPr algn="l">
              <a:spcAft>
                <a:spcPts val="400"/>
              </a:spcAft>
            </a:pPr>
            <a:r>
              <a:rPr sz="2600" b="0">
                <a:solidFill>
                  <a:srgbClr val="00E68C"/>
                </a:solidFill>
                <a:latin typeface="Pilat Wide Heavy"/>
              </a:rPr>
              <a:t>4</a:t>
            </a:r>
          </a:p>
        </p:txBody>
      </p:sp>
      <p:sp>
        <p:nvSpPr>
          <p:cNvPr id="19" name="TextBox 18"/>
          <p:cNvSpPr txBox="1"/>
          <p:nvPr/>
        </p:nvSpPr>
        <p:spPr>
          <a:xfrm>
            <a:off x="1417320" y="4425696"/>
            <a:ext cx="3108960" cy="548640"/>
          </a:xfrm>
          <a:prstGeom prst="rect">
            <a:avLst/>
          </a:prstGeom>
          <a:noFill/>
        </p:spPr>
        <p:txBody>
          <a:bodyPr wrap="square" lIns="0" tIns="0" rIns="0" bIns="0" anchor="ctr">
            <a:spAutoFit/>
          </a:bodyPr>
          <a:lstStyle/>
          <a:p>
            <a:pPr algn="l">
              <a:spcAft>
                <a:spcPts val="400"/>
              </a:spcAft>
            </a:pPr>
            <a:r>
              <a:rPr sz="1400" b="0">
                <a:solidFill>
                  <a:srgbClr val="FFFFFF"/>
                </a:solidFill>
                <a:latin typeface="Pilat Demi"/>
              </a:rPr>
              <a:t>ADD AND TEST A CAMERA</a:t>
            </a:r>
          </a:p>
        </p:txBody>
      </p:sp>
      <p:sp>
        <p:nvSpPr>
          <p:cNvPr id="20" name="TextBox 19"/>
          <p:cNvSpPr txBox="1"/>
          <p:nvPr/>
        </p:nvSpPr>
        <p:spPr>
          <a:xfrm>
            <a:off x="4572000" y="4425696"/>
            <a:ext cx="6949440" cy="640080"/>
          </a:xfrm>
          <a:prstGeom prst="rect">
            <a:avLst/>
          </a:prstGeom>
          <a:noFill/>
        </p:spPr>
        <p:txBody>
          <a:bodyPr wrap="square" lIns="0" tIns="0" rIns="0" bIns="0" anchor="t">
            <a:spAutoFit/>
          </a:bodyPr>
          <a:lstStyle/>
          <a:p>
            <a:pPr algn="l">
              <a:spcAft>
                <a:spcPts val="400"/>
              </a:spcAft>
            </a:pPr>
            <a:r>
              <a:rPr sz="1250" b="0">
                <a:solidFill>
                  <a:srgbClr val="FFFFFF"/>
                </a:solidFill>
                <a:latin typeface="Pilat Light"/>
              </a:rPr>
              <a:t>Add a test camera, run Test capture now, then disable and delete it. Where is its history?</a:t>
            </a:r>
          </a:p>
        </p:txBody>
      </p:sp>
      <p:sp>
        <p:nvSpPr>
          <p:cNvPr id="21" name="Rounded Rectangle 20"/>
          <p:cNvSpPr/>
          <p:nvPr/>
        </p:nvSpPr>
        <p:spPr>
          <a:xfrm>
            <a:off x="521207" y="5266944"/>
            <a:ext cx="11155680" cy="841248"/>
          </a:xfrm>
          <a:prstGeom prst="roundRect">
            <a:avLst>
              <a:gd name="adj" fmla="val 6000"/>
            </a:avLst>
          </a:prstGeom>
          <a:solidFill>
            <a:srgbClr val="2A2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31520" y="5394959"/>
            <a:ext cx="548640" cy="548640"/>
          </a:xfrm>
          <a:prstGeom prst="rect">
            <a:avLst/>
          </a:prstGeom>
          <a:noFill/>
        </p:spPr>
        <p:txBody>
          <a:bodyPr wrap="square" lIns="0" tIns="0" rIns="0" bIns="0" anchor="t">
            <a:spAutoFit/>
          </a:bodyPr>
          <a:lstStyle/>
          <a:p>
            <a:pPr algn="l">
              <a:spcAft>
                <a:spcPts val="400"/>
              </a:spcAft>
            </a:pPr>
            <a:r>
              <a:rPr sz="2600" b="0">
                <a:solidFill>
                  <a:srgbClr val="00E68C"/>
                </a:solidFill>
                <a:latin typeface="Pilat Wide Heavy"/>
              </a:rPr>
              <a:t>5</a:t>
            </a:r>
          </a:p>
        </p:txBody>
      </p:sp>
      <p:sp>
        <p:nvSpPr>
          <p:cNvPr id="23" name="TextBox 22"/>
          <p:cNvSpPr txBox="1"/>
          <p:nvPr/>
        </p:nvSpPr>
        <p:spPr>
          <a:xfrm>
            <a:off x="1417320" y="5376672"/>
            <a:ext cx="3108960" cy="548640"/>
          </a:xfrm>
          <a:prstGeom prst="rect">
            <a:avLst/>
          </a:prstGeom>
          <a:noFill/>
        </p:spPr>
        <p:txBody>
          <a:bodyPr wrap="square" lIns="0" tIns="0" rIns="0" bIns="0" anchor="ctr">
            <a:spAutoFit/>
          </a:bodyPr>
          <a:lstStyle/>
          <a:p>
            <a:pPr algn="l">
              <a:spcAft>
                <a:spcPts val="400"/>
              </a:spcAft>
            </a:pPr>
            <a:r>
              <a:rPr sz="1400" b="0">
                <a:solidFill>
                  <a:srgbClr val="FFFFFF"/>
                </a:solidFill>
                <a:latin typeface="Pilat Demi"/>
              </a:rPr>
              <a:t>DAILY REPORT</a:t>
            </a:r>
          </a:p>
        </p:txBody>
      </p:sp>
      <p:sp>
        <p:nvSpPr>
          <p:cNvPr id="24" name="TextBox 23"/>
          <p:cNvSpPr txBox="1"/>
          <p:nvPr/>
        </p:nvSpPr>
        <p:spPr>
          <a:xfrm>
            <a:off x="4572000" y="5376672"/>
            <a:ext cx="6949440" cy="640080"/>
          </a:xfrm>
          <a:prstGeom prst="rect">
            <a:avLst/>
          </a:prstGeom>
          <a:noFill/>
        </p:spPr>
        <p:txBody>
          <a:bodyPr wrap="square" lIns="0" tIns="0" rIns="0" bIns="0" anchor="t">
            <a:spAutoFit/>
          </a:bodyPr>
          <a:lstStyle/>
          <a:p>
            <a:pPr algn="l">
              <a:spcAft>
                <a:spcPts val="400"/>
              </a:spcAft>
            </a:pPr>
            <a:r>
              <a:rPr sz="1250" b="0">
                <a:solidFill>
                  <a:srgbClr val="FFFFFF"/>
                </a:solidFill>
                <a:latin typeface="Pilat Light"/>
              </a:rPr>
              <a:t>Produce the PDF for Terminal 2, latest per camera, and a CSV of last week.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Five questions before sign-off (answers in the speaker notes)</a:t>
            </a:r>
          </a:p>
        </p:txBody>
      </p:sp>
      <p:sp>
        <p:nvSpPr>
          <p:cNvPr id="3" name="Title 2"/>
          <p:cNvSpPr>
            <a:spLocks noGrp="1"/>
          </p:cNvSpPr>
          <p:nvPr>
            <p:ph type="title"/>
          </p:nvPr>
        </p:nvSpPr>
        <p:spPr/>
        <p:txBody>
          <a:bodyPr/>
          <a:lstStyle/>
          <a:p>
            <a:r>
              <a:t>Knowledge check</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19</a:t>
            </a:r>
          </a:p>
        </p:txBody>
      </p:sp>
      <p:sp>
        <p:nvSpPr>
          <p:cNvPr id="5" name="Oval 4"/>
          <p:cNvSpPr/>
          <p:nvPr/>
        </p:nvSpPr>
        <p:spPr>
          <a:xfrm>
            <a:off x="521207" y="1463040"/>
            <a:ext cx="777240" cy="777240"/>
          </a:xfrm>
          <a:prstGeom prst="ellipse">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21207" y="1618488"/>
            <a:ext cx="777240" cy="457200"/>
          </a:xfrm>
          <a:prstGeom prst="rect">
            <a:avLst/>
          </a:prstGeom>
          <a:noFill/>
        </p:spPr>
        <p:txBody>
          <a:bodyPr wrap="square" lIns="0" tIns="0" rIns="0" bIns="0" anchor="t">
            <a:spAutoFit/>
          </a:bodyPr>
          <a:lstStyle/>
          <a:p>
            <a:pPr algn="ctr">
              <a:spcAft>
                <a:spcPts val="400"/>
              </a:spcAft>
            </a:pPr>
            <a:r>
              <a:rPr sz="2000" b="0">
                <a:solidFill>
                  <a:srgbClr val="FFFFFF"/>
                </a:solidFill>
                <a:latin typeface="Pilat Wide Heavy"/>
              </a:rPr>
              <a:t>1</a:t>
            </a:r>
          </a:p>
        </p:txBody>
      </p:sp>
      <p:sp>
        <p:nvSpPr>
          <p:cNvPr id="7" name="TextBox 6"/>
          <p:cNvSpPr txBox="1"/>
          <p:nvPr/>
        </p:nvSpPr>
        <p:spPr>
          <a:xfrm>
            <a:off x="1508760" y="1463040"/>
            <a:ext cx="10149840" cy="777240"/>
          </a:xfrm>
          <a:prstGeom prst="rect">
            <a:avLst/>
          </a:prstGeom>
          <a:noFill/>
        </p:spPr>
        <p:txBody>
          <a:bodyPr wrap="square" lIns="0" tIns="0" rIns="0" bIns="0" anchor="ctr">
            <a:spAutoFit/>
          </a:bodyPr>
          <a:lstStyle/>
          <a:p>
            <a:pPr algn="l">
              <a:spcAft>
                <a:spcPts val="400"/>
              </a:spcAft>
            </a:pPr>
            <a:r>
              <a:rPr sz="1600" b="0">
                <a:solidFill>
                  <a:srgbClr val="0F0F19"/>
                </a:solidFill>
                <a:latin typeface="Pilat Light"/>
              </a:rPr>
              <a:t>After the run, which two groups do you check first?</a:t>
            </a:r>
          </a:p>
        </p:txBody>
      </p:sp>
      <p:sp>
        <p:nvSpPr>
          <p:cNvPr id="8" name="Oval 7"/>
          <p:cNvSpPr/>
          <p:nvPr/>
        </p:nvSpPr>
        <p:spPr>
          <a:xfrm>
            <a:off x="521207" y="2404872"/>
            <a:ext cx="777240" cy="777240"/>
          </a:xfrm>
          <a:prstGeom prst="ellipse">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21207" y="2560320"/>
            <a:ext cx="777240" cy="457200"/>
          </a:xfrm>
          <a:prstGeom prst="rect">
            <a:avLst/>
          </a:prstGeom>
          <a:noFill/>
        </p:spPr>
        <p:txBody>
          <a:bodyPr wrap="square" lIns="0" tIns="0" rIns="0" bIns="0" anchor="t">
            <a:spAutoFit/>
          </a:bodyPr>
          <a:lstStyle/>
          <a:p>
            <a:pPr algn="ctr">
              <a:spcAft>
                <a:spcPts val="400"/>
              </a:spcAft>
            </a:pPr>
            <a:r>
              <a:rPr sz="2000" b="0">
                <a:solidFill>
                  <a:srgbClr val="FFFFFF"/>
                </a:solidFill>
                <a:latin typeface="Pilat Wide Heavy"/>
              </a:rPr>
              <a:t>2</a:t>
            </a:r>
          </a:p>
        </p:txBody>
      </p:sp>
      <p:sp>
        <p:nvSpPr>
          <p:cNvPr id="10" name="TextBox 9"/>
          <p:cNvSpPr txBox="1"/>
          <p:nvPr/>
        </p:nvSpPr>
        <p:spPr>
          <a:xfrm>
            <a:off x="1508760" y="2404872"/>
            <a:ext cx="10149840" cy="777240"/>
          </a:xfrm>
          <a:prstGeom prst="rect">
            <a:avLst/>
          </a:prstGeom>
          <a:noFill/>
        </p:spPr>
        <p:txBody>
          <a:bodyPr wrap="square" lIns="0" tIns="0" rIns="0" bIns="0" anchor="ctr">
            <a:spAutoFit/>
          </a:bodyPr>
          <a:lstStyle/>
          <a:p>
            <a:pPr algn="l">
              <a:spcAft>
                <a:spcPts val="400"/>
              </a:spcAft>
            </a:pPr>
            <a:r>
              <a:rPr sz="1600" b="0">
                <a:solidFill>
                  <a:srgbClr val="0F0F19"/>
                </a:solidFill>
                <a:latin typeface="Pilat Light"/>
              </a:rPr>
              <a:t>An old 2K camera is flagged Dirty / blurry every day but looks normal for that unit. Which verdict?</a:t>
            </a:r>
          </a:p>
        </p:txBody>
      </p:sp>
      <p:sp>
        <p:nvSpPr>
          <p:cNvPr id="11" name="Oval 10"/>
          <p:cNvSpPr/>
          <p:nvPr/>
        </p:nvSpPr>
        <p:spPr>
          <a:xfrm>
            <a:off x="521207" y="3346704"/>
            <a:ext cx="777240" cy="777240"/>
          </a:xfrm>
          <a:prstGeom prst="ellipse">
            <a:avLst/>
          </a:prstGeom>
          <a:solidFill>
            <a:srgbClr val="FF2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21207" y="3502152"/>
            <a:ext cx="777240" cy="457200"/>
          </a:xfrm>
          <a:prstGeom prst="rect">
            <a:avLst/>
          </a:prstGeom>
          <a:noFill/>
        </p:spPr>
        <p:txBody>
          <a:bodyPr wrap="square" lIns="0" tIns="0" rIns="0" bIns="0" anchor="t">
            <a:spAutoFit/>
          </a:bodyPr>
          <a:lstStyle/>
          <a:p>
            <a:pPr algn="ctr">
              <a:spcAft>
                <a:spcPts val="400"/>
              </a:spcAft>
            </a:pPr>
            <a:r>
              <a:rPr sz="2000" b="0">
                <a:solidFill>
                  <a:srgbClr val="FFFFFF"/>
                </a:solidFill>
                <a:latin typeface="Pilat Wide Heavy"/>
              </a:rPr>
              <a:t>3</a:t>
            </a:r>
          </a:p>
        </p:txBody>
      </p:sp>
      <p:sp>
        <p:nvSpPr>
          <p:cNvPr id="13" name="TextBox 12"/>
          <p:cNvSpPr txBox="1"/>
          <p:nvPr/>
        </p:nvSpPr>
        <p:spPr>
          <a:xfrm>
            <a:off x="1508760" y="3346704"/>
            <a:ext cx="10149840" cy="777240"/>
          </a:xfrm>
          <a:prstGeom prst="rect">
            <a:avLst/>
          </a:prstGeom>
          <a:noFill/>
        </p:spPr>
        <p:txBody>
          <a:bodyPr wrap="square" lIns="0" tIns="0" rIns="0" bIns="0" anchor="ctr">
            <a:spAutoFit/>
          </a:bodyPr>
          <a:lstStyle/>
          <a:p>
            <a:pPr algn="l">
              <a:spcAft>
                <a:spcPts val="400"/>
              </a:spcAft>
            </a:pPr>
            <a:r>
              <a:rPr sz="1600" b="0">
                <a:solidFill>
                  <a:srgbClr val="0F0F19"/>
                </a:solidFill>
                <a:latin typeface="Pilat Light"/>
              </a:rPr>
              <a:t>A detection confidence of 62% means a 62% chance the camera is faulty. True or false?</a:t>
            </a:r>
          </a:p>
        </p:txBody>
      </p:sp>
      <p:sp>
        <p:nvSpPr>
          <p:cNvPr id="14" name="Oval 13"/>
          <p:cNvSpPr/>
          <p:nvPr/>
        </p:nvSpPr>
        <p:spPr>
          <a:xfrm>
            <a:off x="521207" y="4288536"/>
            <a:ext cx="777240" cy="777240"/>
          </a:xfrm>
          <a:prstGeom prst="ellipse">
            <a:avLst/>
          </a:prstGeom>
          <a:solidFill>
            <a:srgbClr val="FF3C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1207" y="4443983"/>
            <a:ext cx="777240" cy="457200"/>
          </a:xfrm>
          <a:prstGeom prst="rect">
            <a:avLst/>
          </a:prstGeom>
          <a:noFill/>
        </p:spPr>
        <p:txBody>
          <a:bodyPr wrap="square" lIns="0" tIns="0" rIns="0" bIns="0" anchor="t">
            <a:spAutoFit/>
          </a:bodyPr>
          <a:lstStyle/>
          <a:p>
            <a:pPr algn="ctr">
              <a:spcAft>
                <a:spcPts val="400"/>
              </a:spcAft>
            </a:pPr>
            <a:r>
              <a:rPr sz="2000" b="0">
                <a:solidFill>
                  <a:srgbClr val="FFFFFF"/>
                </a:solidFill>
                <a:latin typeface="Pilat Wide Heavy"/>
              </a:rPr>
              <a:t>4</a:t>
            </a:r>
          </a:p>
        </p:txBody>
      </p:sp>
      <p:sp>
        <p:nvSpPr>
          <p:cNvPr id="16" name="TextBox 15"/>
          <p:cNvSpPr txBox="1"/>
          <p:nvPr/>
        </p:nvSpPr>
        <p:spPr>
          <a:xfrm>
            <a:off x="1508760" y="4288536"/>
            <a:ext cx="10149840" cy="777240"/>
          </a:xfrm>
          <a:prstGeom prst="rect">
            <a:avLst/>
          </a:prstGeom>
          <a:noFill/>
        </p:spPr>
        <p:txBody>
          <a:bodyPr wrap="square" lIns="0" tIns="0" rIns="0" bIns="0" anchor="ctr">
            <a:spAutoFit/>
          </a:bodyPr>
          <a:lstStyle/>
          <a:p>
            <a:pPr algn="l">
              <a:spcAft>
                <a:spcPts val="400"/>
              </a:spcAft>
            </a:pPr>
            <a:r>
              <a:rPr sz="1600" b="0">
                <a:solidFill>
                  <a:srgbClr val="0F0F19"/>
                </a:solidFill>
                <a:latin typeface="Pilat Light"/>
              </a:rPr>
              <a:t>Why would a camera with a verified dusty lens show Worse than last check instead of Auto-matched?</a:t>
            </a:r>
          </a:p>
        </p:txBody>
      </p:sp>
      <p:sp>
        <p:nvSpPr>
          <p:cNvPr id="17" name="Oval 16"/>
          <p:cNvSpPr/>
          <p:nvPr/>
        </p:nvSpPr>
        <p:spPr>
          <a:xfrm>
            <a:off x="521207" y="5230368"/>
            <a:ext cx="777240" cy="777240"/>
          </a:xfrm>
          <a:prstGeom prst="ellipse">
            <a:avLst/>
          </a:prstGeom>
          <a:solidFill>
            <a:srgbClr val="00E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21207" y="5385816"/>
            <a:ext cx="777240" cy="457200"/>
          </a:xfrm>
          <a:prstGeom prst="rect">
            <a:avLst/>
          </a:prstGeom>
          <a:noFill/>
        </p:spPr>
        <p:txBody>
          <a:bodyPr wrap="square" lIns="0" tIns="0" rIns="0" bIns="0" anchor="t">
            <a:spAutoFit/>
          </a:bodyPr>
          <a:lstStyle/>
          <a:p>
            <a:pPr algn="ctr">
              <a:spcAft>
                <a:spcPts val="400"/>
              </a:spcAft>
            </a:pPr>
            <a:r>
              <a:rPr sz="2000" b="0">
                <a:solidFill>
                  <a:srgbClr val="0F0F19"/>
                </a:solidFill>
                <a:latin typeface="Pilat Wide Heavy"/>
              </a:rPr>
              <a:t>5</a:t>
            </a:r>
          </a:p>
        </p:txBody>
      </p:sp>
      <p:sp>
        <p:nvSpPr>
          <p:cNvPr id="19" name="TextBox 18"/>
          <p:cNvSpPr txBox="1"/>
          <p:nvPr/>
        </p:nvSpPr>
        <p:spPr>
          <a:xfrm>
            <a:off x="1508760" y="5230368"/>
            <a:ext cx="10149840" cy="777240"/>
          </a:xfrm>
          <a:prstGeom prst="rect">
            <a:avLst/>
          </a:prstGeom>
          <a:noFill/>
        </p:spPr>
        <p:txBody>
          <a:bodyPr wrap="square" lIns="0" tIns="0" rIns="0" bIns="0" anchor="ctr">
            <a:spAutoFit/>
          </a:bodyPr>
          <a:lstStyle/>
          <a:p>
            <a:pPr algn="l">
              <a:spcAft>
                <a:spcPts val="400"/>
              </a:spcAft>
            </a:pPr>
            <a:r>
              <a:rPr sz="1600" b="0">
                <a:solidFill>
                  <a:srgbClr val="0F0F19"/>
                </a:solidFill>
                <a:latin typeface="Pilat Light"/>
              </a:rPr>
              <a:t>What happens to a camera's history when you delete it in Settings?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Module C</a:t>
            </a:r>
          </a:p>
          <a:p>
            <a:r>
              <a:t>Administration</a:t>
            </a:r>
          </a:p>
        </p:txBody>
      </p:sp>
      <p:sp>
        <p:nvSpPr>
          <p:cNvPr id="3" name="Subtitle 2"/>
          <p:cNvSpPr>
            <a:spLocks noGrp="1"/>
          </p:cNvSpPr>
          <p:nvPr>
            <p:ph type="subTitle" idx="1"/>
          </p:nvPr>
        </p:nvSpPr>
        <p:spPr/>
        <p:txBody>
          <a:bodyPr/>
          <a:lstStyle/>
          <a:p>
            <a:r>
              <a:t>IT &amp; administrators  |  1 hour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What IT needs to set up and keep healthy</a:t>
            </a:r>
          </a:p>
        </p:txBody>
      </p:sp>
      <p:sp>
        <p:nvSpPr>
          <p:cNvPr id="3" name="Title 2"/>
          <p:cNvSpPr>
            <a:spLocks noGrp="1"/>
          </p:cNvSpPr>
          <p:nvPr>
            <p:ph type="title"/>
          </p:nvPr>
        </p:nvSpPr>
        <p:spPr/>
        <p:txBody>
          <a:bodyPr/>
          <a:lstStyle/>
          <a:p>
            <a:r>
              <a:t>Administration essentials</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21</a:t>
            </a:r>
          </a:p>
        </p:txBody>
      </p:sp>
      <p:sp>
        <p:nvSpPr>
          <p:cNvPr id="5" name="Rounded Rectangle 4"/>
          <p:cNvSpPr/>
          <p:nvPr/>
        </p:nvSpPr>
        <p:spPr>
          <a:xfrm>
            <a:off x="521207" y="1463040"/>
            <a:ext cx="5486400" cy="2240280"/>
          </a:xfrm>
          <a:prstGeom prst="roundRect">
            <a:avLst>
              <a:gd name="adj" fmla="val 6000"/>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49808" y="1627632"/>
            <a:ext cx="5029200" cy="365760"/>
          </a:xfrm>
          <a:prstGeom prst="rect">
            <a:avLst/>
          </a:prstGeom>
          <a:noFill/>
        </p:spPr>
        <p:txBody>
          <a:bodyPr wrap="square" lIns="0" tIns="0" rIns="0" bIns="0" anchor="t">
            <a:spAutoFit/>
          </a:bodyPr>
          <a:lstStyle/>
          <a:p>
            <a:pPr algn="l">
              <a:spcAft>
                <a:spcPts val="400"/>
              </a:spcAft>
            </a:pPr>
            <a:r>
              <a:rPr sz="1600" b="0">
                <a:solidFill>
                  <a:srgbClr val="FFFFFF"/>
                </a:solidFill>
                <a:latin typeface="Pilat Demi"/>
              </a:rPr>
              <a:t>INSTALL</a:t>
            </a:r>
          </a:p>
        </p:txBody>
      </p:sp>
      <p:sp>
        <p:nvSpPr>
          <p:cNvPr id="7" name="TextBox 6"/>
          <p:cNvSpPr txBox="1"/>
          <p:nvPr/>
        </p:nvSpPr>
        <p:spPr>
          <a:xfrm>
            <a:off x="749808" y="2084832"/>
            <a:ext cx="5029200" cy="1554480"/>
          </a:xfrm>
          <a:prstGeom prst="rect">
            <a:avLst/>
          </a:prstGeom>
          <a:noFill/>
        </p:spPr>
        <p:txBody>
          <a:bodyPr wrap="square" lIns="0" tIns="0" rIns="0" bIns="0" anchor="t">
            <a:spAutoFit/>
          </a:bodyPr>
          <a:lstStyle/>
          <a:p>
            <a:pPr algn="l">
              <a:spcAft>
                <a:spcPts val="500"/>
              </a:spcAft>
            </a:pPr>
            <a:r>
              <a:rPr sz="1300" b="0">
                <a:solidFill>
                  <a:srgbClr val="FFFFFF"/>
                </a:solidFill>
                <a:latin typeface="Pilat Light"/>
              </a:rPr>
              <a:t>•  Python + copy folder + run.bat</a:t>
            </a:r>
          </a:p>
          <a:p>
            <a:pPr algn="l">
              <a:spcAft>
                <a:spcPts val="500"/>
              </a:spcAft>
            </a:pPr>
            <a:r>
              <a:rPr sz="1300" b="0">
                <a:solidFill>
                  <a:srgbClr val="FFFFFF"/>
                </a:solidFill>
                <a:latin typeface="Pilat Light"/>
              </a:rPr>
              <a:t>•  Offline: pip download / --no-index</a:t>
            </a:r>
          </a:p>
          <a:p>
            <a:pPr algn="l">
              <a:spcAft>
                <a:spcPts val="500"/>
              </a:spcAft>
            </a:pPr>
            <a:r>
              <a:rPr sz="1300" b="0">
                <a:solidFill>
                  <a:srgbClr val="FFFFFF"/>
                </a:solidFill>
                <a:latin typeface="Pilat Light"/>
              </a:rPr>
              <a:t>•  PC on Dubai time, never sleeps</a:t>
            </a:r>
          </a:p>
          <a:p>
            <a:pPr algn="l">
              <a:spcAft>
                <a:spcPts val="500"/>
              </a:spcAft>
            </a:pPr>
            <a:r>
              <a:rPr sz="1300" b="0">
                <a:solidFill>
                  <a:srgbClr val="FFFFFF"/>
                </a:solidFill>
                <a:latin typeface="Pilat Light"/>
              </a:rPr>
              <a:t>•  Auto-start (Task Scheduler / service)</a:t>
            </a:r>
          </a:p>
        </p:txBody>
      </p:sp>
      <p:sp>
        <p:nvSpPr>
          <p:cNvPr id="8" name="Rounded Rectangle 7"/>
          <p:cNvSpPr/>
          <p:nvPr/>
        </p:nvSpPr>
        <p:spPr>
          <a:xfrm>
            <a:off x="6163056" y="1463040"/>
            <a:ext cx="5486400" cy="2240280"/>
          </a:xfrm>
          <a:prstGeom prst="roundRect">
            <a:avLst>
              <a:gd name="adj" fmla="val 6000"/>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391656" y="1627632"/>
            <a:ext cx="5029200" cy="365760"/>
          </a:xfrm>
          <a:prstGeom prst="rect">
            <a:avLst/>
          </a:prstGeom>
          <a:noFill/>
        </p:spPr>
        <p:txBody>
          <a:bodyPr wrap="square" lIns="0" tIns="0" rIns="0" bIns="0" anchor="t">
            <a:spAutoFit/>
          </a:bodyPr>
          <a:lstStyle/>
          <a:p>
            <a:pPr algn="l">
              <a:spcAft>
                <a:spcPts val="400"/>
              </a:spcAft>
            </a:pPr>
            <a:r>
              <a:rPr sz="1600" b="0">
                <a:solidFill>
                  <a:srgbClr val="FFFFFF"/>
                </a:solidFill>
                <a:latin typeface="Pilat Demi"/>
              </a:rPr>
              <a:t>NETWORK</a:t>
            </a:r>
          </a:p>
        </p:txBody>
      </p:sp>
      <p:sp>
        <p:nvSpPr>
          <p:cNvPr id="10" name="TextBox 9"/>
          <p:cNvSpPr txBox="1"/>
          <p:nvPr/>
        </p:nvSpPr>
        <p:spPr>
          <a:xfrm>
            <a:off x="6391656" y="2084832"/>
            <a:ext cx="5029200" cy="1554480"/>
          </a:xfrm>
          <a:prstGeom prst="rect">
            <a:avLst/>
          </a:prstGeom>
          <a:noFill/>
        </p:spPr>
        <p:txBody>
          <a:bodyPr wrap="square" lIns="0" tIns="0" rIns="0" bIns="0" anchor="t">
            <a:spAutoFit/>
          </a:bodyPr>
          <a:lstStyle/>
          <a:p>
            <a:pPr algn="l">
              <a:spcAft>
                <a:spcPts val="500"/>
              </a:spcAft>
            </a:pPr>
            <a:r>
              <a:rPr sz="1300" b="0">
                <a:solidFill>
                  <a:srgbClr val="FFFFFF"/>
                </a:solidFill>
                <a:latin typeface="Pilat Light"/>
              </a:rPr>
              <a:t>•  Inbound TCP 5070 from engineering only</a:t>
            </a:r>
          </a:p>
          <a:p>
            <a:pPr algn="l">
              <a:spcAft>
                <a:spcPts val="500"/>
              </a:spcAft>
            </a:pPr>
            <a:r>
              <a:rPr sz="1300" b="0">
                <a:solidFill>
                  <a:srgbClr val="FFFFFF"/>
                </a:solidFill>
                <a:latin typeface="Pilat Light"/>
              </a:rPr>
              <a:t>•  Outbound RTSP TCP 554 to cameras</a:t>
            </a:r>
          </a:p>
          <a:p>
            <a:pPr algn="l">
              <a:spcAft>
                <a:spcPts val="500"/>
              </a:spcAft>
            </a:pPr>
            <a:r>
              <a:rPr sz="1300" b="0">
                <a:solidFill>
                  <a:srgbClr val="FFFFFF"/>
                </a:solidFill>
                <a:latin typeface="Pilat Light"/>
              </a:rPr>
              <a:t>•  /building/status for the dashboard</a:t>
            </a:r>
          </a:p>
          <a:p>
            <a:pPr algn="l">
              <a:spcAft>
                <a:spcPts val="500"/>
              </a:spcAft>
            </a:pPr>
            <a:r>
              <a:rPr sz="1300" b="0">
                <a:solidFill>
                  <a:srgbClr val="FFFFFF"/>
                </a:solidFill>
                <a:latin typeface="Pilat Light"/>
              </a:rPr>
              <a:t>•  Internet only at first install</a:t>
            </a:r>
          </a:p>
        </p:txBody>
      </p:sp>
      <p:sp>
        <p:nvSpPr>
          <p:cNvPr id="11" name="Rounded Rectangle 10"/>
          <p:cNvSpPr/>
          <p:nvPr/>
        </p:nvSpPr>
        <p:spPr>
          <a:xfrm>
            <a:off x="521207" y="3858768"/>
            <a:ext cx="5486400" cy="2240280"/>
          </a:xfrm>
          <a:prstGeom prst="roundRect">
            <a:avLst>
              <a:gd name="adj" fmla="val 6000"/>
            </a:avLst>
          </a:prstGeom>
          <a:solidFill>
            <a:srgbClr val="FF2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49808" y="4023360"/>
            <a:ext cx="5029200" cy="365760"/>
          </a:xfrm>
          <a:prstGeom prst="rect">
            <a:avLst/>
          </a:prstGeom>
          <a:noFill/>
        </p:spPr>
        <p:txBody>
          <a:bodyPr wrap="square" lIns="0" tIns="0" rIns="0" bIns="0" anchor="t">
            <a:spAutoFit/>
          </a:bodyPr>
          <a:lstStyle/>
          <a:p>
            <a:pPr algn="l">
              <a:spcAft>
                <a:spcPts val="400"/>
              </a:spcAft>
            </a:pPr>
            <a:r>
              <a:rPr sz="1600" b="0">
                <a:solidFill>
                  <a:srgbClr val="FFFFFF"/>
                </a:solidFill>
                <a:latin typeface="Pilat Demi"/>
              </a:rPr>
              <a:t>PROTECT</a:t>
            </a:r>
          </a:p>
        </p:txBody>
      </p:sp>
      <p:sp>
        <p:nvSpPr>
          <p:cNvPr id="13" name="TextBox 12"/>
          <p:cNvSpPr txBox="1"/>
          <p:nvPr/>
        </p:nvSpPr>
        <p:spPr>
          <a:xfrm>
            <a:off x="749808" y="4480560"/>
            <a:ext cx="5029200" cy="1554480"/>
          </a:xfrm>
          <a:prstGeom prst="rect">
            <a:avLst/>
          </a:prstGeom>
          <a:noFill/>
        </p:spPr>
        <p:txBody>
          <a:bodyPr wrap="square" lIns="0" tIns="0" rIns="0" bIns="0" anchor="t">
            <a:spAutoFit/>
          </a:bodyPr>
          <a:lstStyle/>
          <a:p>
            <a:pPr algn="l">
              <a:spcAft>
                <a:spcPts val="500"/>
              </a:spcAft>
            </a:pPr>
            <a:r>
              <a:rPr sz="1300" b="0">
                <a:solidFill>
                  <a:srgbClr val="FFFFFF"/>
                </a:solidFill>
                <a:latin typeface="Pilat Light"/>
              </a:rPr>
              <a:t>•  Add sign-in (reverse proxy)</a:t>
            </a:r>
          </a:p>
          <a:p>
            <a:pPr algn="l">
              <a:spcAft>
                <a:spcPts val="500"/>
              </a:spcAft>
            </a:pPr>
            <a:r>
              <a:rPr sz="1300" b="0">
                <a:solidFill>
                  <a:srgbClr val="FFFFFF"/>
                </a:solidFill>
                <a:latin typeface="Pilat Light"/>
              </a:rPr>
              <a:t>•  waitress instead of Flask dev server</a:t>
            </a:r>
          </a:p>
          <a:p>
            <a:pPr algn="l">
              <a:spcAft>
                <a:spcPts val="500"/>
              </a:spcAft>
            </a:pPr>
            <a:r>
              <a:rPr sz="1300" b="0">
                <a:solidFill>
                  <a:srgbClr val="FFFFFF"/>
                </a:solidFill>
                <a:latin typeface="Pilat Light"/>
              </a:rPr>
              <a:t>•  Secret key from environment</a:t>
            </a:r>
          </a:p>
          <a:p>
            <a:pPr algn="l">
              <a:spcAft>
                <a:spcPts val="500"/>
              </a:spcAft>
            </a:pPr>
            <a:r>
              <a:rPr sz="1300" b="0">
                <a:solidFill>
                  <a:srgbClr val="FFFFFF"/>
                </a:solidFill>
                <a:latin typeface="Pilat Light"/>
              </a:rPr>
              <a:t>•  View-only camera account; folder ACLs</a:t>
            </a:r>
          </a:p>
        </p:txBody>
      </p:sp>
      <p:sp>
        <p:nvSpPr>
          <p:cNvPr id="14" name="Rounded Rectangle 13"/>
          <p:cNvSpPr/>
          <p:nvPr/>
        </p:nvSpPr>
        <p:spPr>
          <a:xfrm>
            <a:off x="6163056" y="3858768"/>
            <a:ext cx="5486400" cy="2240280"/>
          </a:xfrm>
          <a:prstGeom prst="roundRect">
            <a:avLst>
              <a:gd name="adj" fmla="val 6000"/>
            </a:avLst>
          </a:prstGeom>
          <a:solidFill>
            <a:srgbClr val="00E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91656" y="4023360"/>
            <a:ext cx="5029200" cy="365760"/>
          </a:xfrm>
          <a:prstGeom prst="rect">
            <a:avLst/>
          </a:prstGeom>
          <a:noFill/>
        </p:spPr>
        <p:txBody>
          <a:bodyPr wrap="square" lIns="0" tIns="0" rIns="0" bIns="0" anchor="t">
            <a:spAutoFit/>
          </a:bodyPr>
          <a:lstStyle/>
          <a:p>
            <a:pPr algn="l">
              <a:spcAft>
                <a:spcPts val="400"/>
              </a:spcAft>
            </a:pPr>
            <a:r>
              <a:rPr sz="1600" b="0">
                <a:solidFill>
                  <a:srgbClr val="0F0F19"/>
                </a:solidFill>
                <a:latin typeface="Pilat Demi"/>
              </a:rPr>
              <a:t>MAINTAIN</a:t>
            </a:r>
          </a:p>
        </p:txBody>
      </p:sp>
      <p:sp>
        <p:nvSpPr>
          <p:cNvPr id="16" name="TextBox 15"/>
          <p:cNvSpPr txBox="1"/>
          <p:nvPr/>
        </p:nvSpPr>
        <p:spPr>
          <a:xfrm>
            <a:off x="6391656" y="4480560"/>
            <a:ext cx="5029200" cy="1554480"/>
          </a:xfrm>
          <a:prstGeom prst="rect">
            <a:avLst/>
          </a:prstGeom>
          <a:noFill/>
        </p:spPr>
        <p:txBody>
          <a:bodyPr wrap="square" lIns="0" tIns="0" rIns="0" bIns="0" anchor="t">
            <a:spAutoFit/>
          </a:bodyPr>
          <a:lstStyle/>
          <a:p>
            <a:pPr algn="l">
              <a:spcAft>
                <a:spcPts val="500"/>
              </a:spcAft>
            </a:pPr>
            <a:r>
              <a:rPr sz="1300" b="0">
                <a:solidFill>
                  <a:srgbClr val="0F0F19"/>
                </a:solidFill>
                <a:latin typeface="Pilat Light"/>
              </a:rPr>
              <a:t>•  Back up DB + screenshots weekly</a:t>
            </a:r>
          </a:p>
          <a:p>
            <a:pPr algn="l">
              <a:spcAft>
                <a:spcPts val="500"/>
              </a:spcAft>
            </a:pPr>
            <a:r>
              <a:rPr sz="1300" b="0">
                <a:solidFill>
                  <a:srgbClr val="0F0F19"/>
                </a:solidFill>
                <a:latin typeface="Pilat Light"/>
              </a:rPr>
              <a:t>•  Retention: archive old picture folders</a:t>
            </a:r>
          </a:p>
          <a:p>
            <a:pPr algn="l">
              <a:spcAft>
                <a:spcPts val="500"/>
              </a:spcAft>
            </a:pPr>
            <a:r>
              <a:rPr sz="1300" b="0">
                <a:solidFill>
                  <a:srgbClr val="0F0F19"/>
                </a:solidFill>
                <a:latin typeface="Pilat Light"/>
              </a:rPr>
              <a:t>•  Upgrade: replace code, DB auto-migrates</a:t>
            </a:r>
          </a:p>
          <a:p>
            <a:pPr algn="l">
              <a:spcAft>
                <a:spcPts val="500"/>
              </a:spcAft>
            </a:pPr>
            <a:r>
              <a:rPr sz="1300" b="0">
                <a:solidFill>
                  <a:srgbClr val="0F0F19"/>
                </a:solidFill>
                <a:latin typeface="Pilat Light"/>
              </a:rPr>
              <a:t>•  Quarterly threshold review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The six problems you will meet most often</a:t>
            </a:r>
          </a:p>
        </p:txBody>
      </p:sp>
      <p:sp>
        <p:nvSpPr>
          <p:cNvPr id="3" name="Title 2"/>
          <p:cNvSpPr>
            <a:spLocks noGrp="1"/>
          </p:cNvSpPr>
          <p:nvPr>
            <p:ph type="title"/>
          </p:nvPr>
        </p:nvSpPr>
        <p:spPr/>
        <p:txBody>
          <a:bodyPr/>
          <a:lstStyle/>
          <a:p>
            <a:r>
              <a:t>Troubleshooting</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22</a:t>
            </a:r>
          </a:p>
        </p:txBody>
      </p:sp>
      <p:graphicFrame>
        <p:nvGraphicFramePr>
          <p:cNvPr id="5" name="Table 4"/>
          <p:cNvGraphicFramePr>
            <a:graphicFrameLocks noGrp="1"/>
          </p:cNvGraphicFramePr>
          <p:nvPr/>
        </p:nvGraphicFramePr>
        <p:xfrm>
          <a:off x="521207" y="1508760"/>
          <a:ext cx="11155680" cy="4352544"/>
        </p:xfrm>
        <a:graphic>
          <a:graphicData uri="http://schemas.openxmlformats.org/drawingml/2006/table">
            <a:tbl>
              <a:tblPr>
                <a:tableStyleId>{5940675A-B579-460E-94D1-54222C63F5DA}</a:tableStyleId>
              </a:tblPr>
              <a:tblGrid>
                <a:gridCol w="25603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621792">
                <a:tc>
                  <a:txBody>
                    <a:bodyPr/>
                    <a:lstStyle/>
                    <a:p>
                      <a:r>
                        <a:rPr sz="1100">
                          <a:solidFill>
                            <a:srgbClr val="FFFFFF"/>
                          </a:solidFill>
                          <a:latin typeface="Pilat Demi"/>
                        </a:rPr>
                        <a:t>SYMPTOM</a:t>
                      </a:r>
                    </a:p>
                  </a:txBody>
                  <a:tcPr marL="73152" marR="73152" marT="36576" marB="36576" anchor="ctr">
                    <a:solidFill>
                      <a:srgbClr val="0F0F19"/>
                    </a:solidFill>
                  </a:tcPr>
                </a:tc>
                <a:tc>
                  <a:txBody>
                    <a:bodyPr/>
                    <a:lstStyle/>
                    <a:p>
                      <a:r>
                        <a:rPr sz="1100">
                          <a:solidFill>
                            <a:srgbClr val="FFFFFF"/>
                          </a:solidFill>
                          <a:latin typeface="Pilat Demi"/>
                        </a:rPr>
                        <a:t>LIKELY CAUSE</a:t>
                      </a:r>
                    </a:p>
                  </a:txBody>
                  <a:tcPr marL="73152" marR="73152" marT="36576" marB="36576" anchor="ctr">
                    <a:solidFill>
                      <a:srgbClr val="0F0F19"/>
                    </a:solidFill>
                  </a:tcPr>
                </a:tc>
                <a:tc>
                  <a:txBody>
                    <a:bodyPr/>
                    <a:lstStyle/>
                    <a:p>
                      <a:r>
                        <a:rPr sz="1100">
                          <a:solidFill>
                            <a:srgbClr val="FFFFFF"/>
                          </a:solidFill>
                          <a:latin typeface="Pilat Demi"/>
                        </a:rPr>
                        <a:t>CHECK / FIX</a:t>
                      </a:r>
                    </a:p>
                  </a:txBody>
                  <a:tcPr marL="73152" marR="73152" marT="36576" marB="36576" anchor="ctr">
                    <a:solidFill>
                      <a:srgbClr val="0F0F19"/>
                    </a:solidFill>
                  </a:tcPr>
                </a:tc>
                <a:extLst>
                  <a:ext uri="{0D108BD9-81ED-4DB2-BD59-A6C34878D82A}">
                    <a16:rowId xmlns:a16="http://schemas.microsoft.com/office/drawing/2014/main" val="10000"/>
                  </a:ext>
                </a:extLst>
              </a:tr>
              <a:tr h="621792">
                <a:tc>
                  <a:txBody>
                    <a:bodyPr/>
                    <a:lstStyle/>
                    <a:p>
                      <a:r>
                        <a:rPr sz="1250">
                          <a:solidFill>
                            <a:srgbClr val="0F0F19"/>
                          </a:solidFill>
                          <a:latin typeface="Pilat Demi"/>
                        </a:rPr>
                        <a:t>One camera No view</a:t>
                      </a:r>
                    </a:p>
                  </a:txBody>
                  <a:tcPr marL="73152" marR="73152" marT="36576" marB="36576" anchor="ctr">
                    <a:solidFill>
                      <a:srgbClr val="FFFFFF"/>
                    </a:solidFill>
                  </a:tcPr>
                </a:tc>
                <a:tc>
                  <a:txBody>
                    <a:bodyPr/>
                    <a:lstStyle/>
                    <a:p>
                      <a:r>
                        <a:rPr sz="1250">
                          <a:solidFill>
                            <a:srgbClr val="0F0F19"/>
                          </a:solidFill>
                          <a:latin typeface="Pilat Light"/>
                        </a:rPr>
                        <a:t>Camera, cable, IP / port / path / password</a:t>
                      </a:r>
                    </a:p>
                  </a:txBody>
                  <a:tcPr marL="73152" marR="73152" marT="36576" marB="36576" anchor="ctr">
                    <a:solidFill>
                      <a:srgbClr val="FFFFFF"/>
                    </a:solidFill>
                  </a:tcPr>
                </a:tc>
                <a:tc>
                  <a:txBody>
                    <a:bodyPr/>
                    <a:lstStyle/>
                    <a:p>
                      <a:r>
                        <a:rPr sz="1250">
                          <a:solidFill>
                            <a:srgbClr val="0F0F19"/>
                          </a:solidFill>
                          <a:latin typeface="Pilat Light"/>
                        </a:rPr>
                        <a:t>Ping · VLC test · Edit · Test capture now</a:t>
                      </a:r>
                    </a:p>
                  </a:txBody>
                  <a:tcPr marL="73152" marR="73152" marT="36576" marB="36576" anchor="ctr">
                    <a:solidFill>
                      <a:srgbClr val="FFFFFF"/>
                    </a:solidFill>
                  </a:tcPr>
                </a:tc>
                <a:extLst>
                  <a:ext uri="{0D108BD9-81ED-4DB2-BD59-A6C34878D82A}">
                    <a16:rowId xmlns:a16="http://schemas.microsoft.com/office/drawing/2014/main" val="10001"/>
                  </a:ext>
                </a:extLst>
              </a:tr>
              <a:tr h="621792">
                <a:tc>
                  <a:txBody>
                    <a:bodyPr/>
                    <a:lstStyle/>
                    <a:p>
                      <a:r>
                        <a:rPr sz="1250">
                          <a:solidFill>
                            <a:srgbClr val="0F0F19"/>
                          </a:solidFill>
                          <a:latin typeface="Pilat Demi"/>
                        </a:rPr>
                        <a:t>A whole terminal No view</a:t>
                      </a:r>
                    </a:p>
                  </a:txBody>
                  <a:tcPr marL="73152" marR="73152" marT="36576" marB="36576" anchor="ctr">
                    <a:solidFill>
                      <a:srgbClr val="F4F3F8"/>
                    </a:solidFill>
                  </a:tcPr>
                </a:tc>
                <a:tc>
                  <a:txBody>
                    <a:bodyPr/>
                    <a:lstStyle/>
                    <a:p>
                      <a:r>
                        <a:rPr sz="1250">
                          <a:solidFill>
                            <a:srgbClr val="0F0F19"/>
                          </a:solidFill>
                          <a:latin typeface="Pilat Light"/>
                        </a:rPr>
                        <a:t>Network at that terminal</a:t>
                      </a:r>
                    </a:p>
                  </a:txBody>
                  <a:tcPr marL="73152" marR="73152" marT="36576" marB="36576" anchor="ctr">
                    <a:solidFill>
                      <a:srgbClr val="F4F3F8"/>
                    </a:solidFill>
                  </a:tcPr>
                </a:tc>
                <a:tc>
                  <a:txBody>
                    <a:bodyPr/>
                    <a:lstStyle/>
                    <a:p>
                      <a:r>
                        <a:rPr sz="1250">
                          <a:solidFill>
                            <a:srgbClr val="0F0F19"/>
                          </a:solidFill>
                          <a:latin typeface="Pilat Light"/>
                        </a:rPr>
                        <a:t>Network team · re-run with Run diagnosis now</a:t>
                      </a:r>
                    </a:p>
                  </a:txBody>
                  <a:tcPr marL="73152" marR="73152" marT="36576" marB="36576" anchor="ctr">
                    <a:solidFill>
                      <a:srgbClr val="F4F3F8"/>
                    </a:solidFill>
                  </a:tcPr>
                </a:tc>
                <a:extLst>
                  <a:ext uri="{0D108BD9-81ED-4DB2-BD59-A6C34878D82A}">
                    <a16:rowId xmlns:a16="http://schemas.microsoft.com/office/drawing/2014/main" val="10002"/>
                  </a:ext>
                </a:extLst>
              </a:tr>
              <a:tr h="621792">
                <a:tc>
                  <a:txBody>
                    <a:bodyPr/>
                    <a:lstStyle/>
                    <a:p>
                      <a:r>
                        <a:rPr sz="1250">
                          <a:solidFill>
                            <a:srgbClr val="0F0F19"/>
                          </a:solidFill>
                          <a:latin typeface="Pilat Demi"/>
                        </a:rPr>
                        <a:t>No results today</a:t>
                      </a:r>
                    </a:p>
                  </a:txBody>
                  <a:tcPr marL="73152" marR="73152" marT="36576" marB="36576" anchor="ctr">
                    <a:solidFill>
                      <a:srgbClr val="FFFFFF"/>
                    </a:solidFill>
                  </a:tcPr>
                </a:tc>
                <a:tc>
                  <a:txBody>
                    <a:bodyPr/>
                    <a:lstStyle/>
                    <a:p>
                      <a:r>
                        <a:rPr sz="1250">
                          <a:solidFill>
                            <a:srgbClr val="0F0F19"/>
                          </a:solidFill>
                          <a:latin typeface="Pilat Light"/>
                        </a:rPr>
                        <a:t>Platform stopped, PC slept &gt; 3 h, daily switch off, terminal unticked</a:t>
                      </a:r>
                    </a:p>
                  </a:txBody>
                  <a:tcPr marL="73152" marR="73152" marT="36576" marB="36576" anchor="ctr">
                    <a:solidFill>
                      <a:srgbClr val="FFFFFF"/>
                    </a:solidFill>
                  </a:tcPr>
                </a:tc>
                <a:tc>
                  <a:txBody>
                    <a:bodyPr/>
                    <a:lstStyle/>
                    <a:p>
                      <a:r>
                        <a:rPr sz="1250">
                          <a:solidFill>
                            <a:srgbClr val="0F0F19"/>
                          </a:solidFill>
                          <a:latin typeface="Pilat Light"/>
                        </a:rPr>
                        <a:t>Schedule page: Next / Last run, Which cameras</a:t>
                      </a:r>
                    </a:p>
                  </a:txBody>
                  <a:tcPr marL="73152" marR="73152" marT="36576" marB="36576" anchor="ctr">
                    <a:solidFill>
                      <a:srgbClr val="FFFFFF"/>
                    </a:solidFill>
                  </a:tcPr>
                </a:tc>
                <a:extLst>
                  <a:ext uri="{0D108BD9-81ED-4DB2-BD59-A6C34878D82A}">
                    <a16:rowId xmlns:a16="http://schemas.microsoft.com/office/drawing/2014/main" val="10003"/>
                  </a:ext>
                </a:extLst>
              </a:tr>
              <a:tr h="621792">
                <a:tc>
                  <a:txBody>
                    <a:bodyPr/>
                    <a:lstStyle/>
                    <a:p>
                      <a:r>
                        <a:rPr sz="1250">
                          <a:solidFill>
                            <a:srgbClr val="0F0F19"/>
                          </a:solidFill>
                          <a:latin typeface="Pilat Demi"/>
                        </a:rPr>
                        <a:t>Server unreachable</a:t>
                      </a:r>
                    </a:p>
                  </a:txBody>
                  <a:tcPr marL="73152" marR="73152" marT="36576" marB="36576" anchor="ctr">
                    <a:solidFill>
                      <a:srgbClr val="F4F3F8"/>
                    </a:solidFill>
                  </a:tcPr>
                </a:tc>
                <a:tc>
                  <a:txBody>
                    <a:bodyPr/>
                    <a:lstStyle/>
                    <a:p>
                      <a:r>
                        <a:rPr sz="1250">
                          <a:solidFill>
                            <a:srgbClr val="0F0F19"/>
                          </a:solidFill>
                          <a:latin typeface="Pilat Light"/>
                        </a:rPr>
                        <a:t>Platform stopped or PC off</a:t>
                      </a:r>
                    </a:p>
                  </a:txBody>
                  <a:tcPr marL="73152" marR="73152" marT="36576" marB="36576" anchor="ctr">
                    <a:solidFill>
                      <a:srgbClr val="F4F3F8"/>
                    </a:solidFill>
                  </a:tcPr>
                </a:tc>
                <a:tc>
                  <a:txBody>
                    <a:bodyPr/>
                    <a:lstStyle/>
                    <a:p>
                      <a:r>
                        <a:rPr sz="1250">
                          <a:solidFill>
                            <a:srgbClr val="0F0F19"/>
                          </a:solidFill>
                          <a:latin typeface="Pilat Light"/>
                        </a:rPr>
                        <a:t>Start run.bat / the service</a:t>
                      </a:r>
                    </a:p>
                  </a:txBody>
                  <a:tcPr marL="73152" marR="73152" marT="36576" marB="36576" anchor="ctr">
                    <a:solidFill>
                      <a:srgbClr val="F4F3F8"/>
                    </a:solidFill>
                  </a:tcPr>
                </a:tc>
                <a:extLst>
                  <a:ext uri="{0D108BD9-81ED-4DB2-BD59-A6C34878D82A}">
                    <a16:rowId xmlns:a16="http://schemas.microsoft.com/office/drawing/2014/main" val="10004"/>
                  </a:ext>
                </a:extLst>
              </a:tr>
              <a:tr h="621792">
                <a:tc>
                  <a:txBody>
                    <a:bodyPr/>
                    <a:lstStyle/>
                    <a:p>
                      <a:r>
                        <a:rPr sz="1250">
                          <a:solidFill>
                            <a:srgbClr val="0F0F19"/>
                          </a:solidFill>
                          <a:latin typeface="Pilat Demi"/>
                        </a:rPr>
                        <a:t>Same false alarm daily</a:t>
                      </a:r>
                    </a:p>
                  </a:txBody>
                  <a:tcPr marL="73152" marR="73152" marT="36576" marB="36576" anchor="ctr">
                    <a:solidFill>
                      <a:srgbClr val="FFFFFF"/>
                    </a:solidFill>
                  </a:tcPr>
                </a:tc>
                <a:tc>
                  <a:txBody>
                    <a:bodyPr/>
                    <a:lstStyle/>
                    <a:p>
                      <a:r>
                        <a:rPr sz="1250">
                          <a:solidFill>
                            <a:srgbClr val="0F0F19"/>
                          </a:solidFill>
                          <a:latin typeface="Pilat Light"/>
                        </a:rPr>
                        <a:t>No verdict given yet</a:t>
                      </a:r>
                    </a:p>
                  </a:txBody>
                  <a:tcPr marL="73152" marR="73152" marT="36576" marB="36576" anchor="ctr">
                    <a:solidFill>
                      <a:srgbClr val="FFFFFF"/>
                    </a:solidFill>
                  </a:tcPr>
                </a:tc>
                <a:tc>
                  <a:txBody>
                    <a:bodyPr/>
                    <a:lstStyle/>
                    <a:p>
                      <a:r>
                        <a:rPr sz="1250">
                          <a:solidFill>
                            <a:srgbClr val="0F0F19"/>
                          </a:solidFill>
                          <a:latin typeface="Pilat Light"/>
                        </a:rPr>
                        <a:t>Verdict: Old camera or OK</a:t>
                      </a:r>
                    </a:p>
                  </a:txBody>
                  <a:tcPr marL="73152" marR="73152" marT="36576" marB="36576" anchor="ctr">
                    <a:solidFill>
                      <a:srgbClr val="FFFFFF"/>
                    </a:solidFill>
                  </a:tcPr>
                </a:tc>
                <a:extLst>
                  <a:ext uri="{0D108BD9-81ED-4DB2-BD59-A6C34878D82A}">
                    <a16:rowId xmlns:a16="http://schemas.microsoft.com/office/drawing/2014/main" val="10005"/>
                  </a:ext>
                </a:extLst>
              </a:tr>
              <a:tr h="621792">
                <a:tc>
                  <a:txBody>
                    <a:bodyPr/>
                    <a:lstStyle/>
                    <a:p>
                      <a:r>
                        <a:rPr sz="1250">
                          <a:solidFill>
                            <a:srgbClr val="0F0F19"/>
                          </a:solidFill>
                          <a:latin typeface="Pilat Demi"/>
                        </a:rPr>
                        <a:t>Captures slow</a:t>
                      </a:r>
                    </a:p>
                  </a:txBody>
                  <a:tcPr marL="73152" marR="73152" marT="36576" marB="36576" anchor="ctr">
                    <a:solidFill>
                      <a:srgbClr val="F4F3F8"/>
                    </a:solidFill>
                  </a:tcPr>
                </a:tc>
                <a:tc>
                  <a:txBody>
                    <a:bodyPr/>
                    <a:lstStyle/>
                    <a:p>
                      <a:r>
                        <a:rPr sz="1250">
                          <a:solidFill>
                            <a:srgbClr val="0F0F19"/>
                          </a:solidFill>
                          <a:latin typeface="Pilat Light"/>
                        </a:rPr>
                        <a:t>Helper processes blocked (antivirus) or too few at once</a:t>
                      </a:r>
                    </a:p>
                  </a:txBody>
                  <a:tcPr marL="73152" marR="73152" marT="36576" marB="36576" anchor="ctr">
                    <a:solidFill>
                      <a:srgbClr val="F4F3F8"/>
                    </a:solidFill>
                  </a:tcPr>
                </a:tc>
                <a:tc>
                  <a:txBody>
                    <a:bodyPr/>
                    <a:lstStyle/>
                    <a:p>
                      <a:r>
                        <a:rPr sz="1250">
                          <a:solidFill>
                            <a:srgbClr val="0F0F19"/>
                          </a:solidFill>
                          <a:latin typeface="Pilat Light"/>
                        </a:rPr>
                        <a:t>Console messages; raise Cameras at the same time carefully</a:t>
                      </a:r>
                    </a:p>
                  </a:txBody>
                  <a:tcPr marL="73152" marR="73152" marT="36576" marB="36576" anchor="ctr">
                    <a:solidFill>
                      <a:srgbClr val="F4F3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Everything referred to today</a:t>
            </a:r>
          </a:p>
        </p:txBody>
      </p:sp>
      <p:sp>
        <p:nvSpPr>
          <p:cNvPr id="3" name="Title 2"/>
          <p:cNvSpPr>
            <a:spLocks noGrp="1"/>
          </p:cNvSpPr>
          <p:nvPr>
            <p:ph type="title"/>
          </p:nvPr>
        </p:nvSpPr>
        <p:spPr/>
        <p:txBody>
          <a:bodyPr/>
          <a:lstStyle/>
          <a:p>
            <a:r>
              <a:t>Your training pack</a:t>
            </a:r>
          </a:p>
        </p:txBody>
      </p:sp>
      <p:sp>
        <p:nvSpPr>
          <p:cNvPr id="4" name="TextBox 3"/>
          <p:cNvSpPr txBox="1"/>
          <p:nvPr/>
        </p:nvSpPr>
        <p:spPr>
          <a:xfrm>
            <a:off x="6583680" y="6473952"/>
            <a:ext cx="5029200" cy="274320"/>
          </a:xfrm>
          <a:prstGeom prst="rect">
            <a:avLst/>
          </a:prstGeom>
          <a:noFill/>
        </p:spPr>
        <p:txBody>
          <a:bodyPr wrap="square" lIns="0" tIns="0" rIns="0" bIns="0" anchor="t">
            <a:spAutoFit/>
          </a:bodyPr>
          <a:lstStyle/>
          <a:p>
            <a:pPr algn="r">
              <a:spcAft>
                <a:spcPts val="400"/>
              </a:spcAft>
            </a:pPr>
            <a:r>
              <a:rPr sz="800" b="0">
                <a:solidFill>
                  <a:srgbClr val="5F5E6E"/>
                </a:solidFill>
                <a:latin typeface="Pilat Demi"/>
              </a:rPr>
              <a:t>CAMERA HEALTH PLATFORM  |  TRAINING      23</a:t>
            </a:r>
          </a:p>
        </p:txBody>
      </p:sp>
      <p:sp>
        <p:nvSpPr>
          <p:cNvPr id="5" name="Rounded Rectangle 4"/>
          <p:cNvSpPr/>
          <p:nvPr/>
        </p:nvSpPr>
        <p:spPr>
          <a:xfrm>
            <a:off x="521207" y="1508760"/>
            <a:ext cx="3611880" cy="2148840"/>
          </a:xfrm>
          <a:prstGeom prst="roundRect">
            <a:avLst>
              <a:gd name="adj" fmla="val 6000"/>
            </a:avLst>
          </a:prstGeom>
          <a:solidFill>
            <a:srgbClr val="1E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49808" y="1691639"/>
            <a:ext cx="3200400" cy="411480"/>
          </a:xfrm>
          <a:prstGeom prst="rect">
            <a:avLst/>
          </a:prstGeom>
          <a:noFill/>
        </p:spPr>
        <p:txBody>
          <a:bodyPr wrap="square" lIns="0" tIns="0" rIns="0" bIns="0" anchor="t">
            <a:spAutoFit/>
          </a:bodyPr>
          <a:lstStyle/>
          <a:p>
            <a:pPr algn="l">
              <a:spcAft>
                <a:spcPts val="400"/>
              </a:spcAft>
            </a:pPr>
            <a:r>
              <a:rPr sz="1600" b="0">
                <a:solidFill>
                  <a:srgbClr val="FFFFFF"/>
                </a:solidFill>
                <a:latin typeface="Pilat Demi"/>
              </a:rPr>
              <a:t>USER MANUAL</a:t>
            </a:r>
          </a:p>
        </p:txBody>
      </p:sp>
      <p:sp>
        <p:nvSpPr>
          <p:cNvPr id="7" name="TextBox 6"/>
          <p:cNvSpPr txBox="1"/>
          <p:nvPr/>
        </p:nvSpPr>
        <p:spPr>
          <a:xfrm>
            <a:off x="749808" y="2130552"/>
            <a:ext cx="3200400" cy="320040"/>
          </a:xfrm>
          <a:prstGeom prst="rect">
            <a:avLst/>
          </a:prstGeom>
          <a:noFill/>
        </p:spPr>
        <p:txBody>
          <a:bodyPr wrap="square" lIns="0" tIns="0" rIns="0" bIns="0" anchor="t">
            <a:spAutoFit/>
          </a:bodyPr>
          <a:lstStyle/>
          <a:p>
            <a:pPr algn="l">
              <a:spcAft>
                <a:spcPts val="400"/>
              </a:spcAft>
            </a:pPr>
            <a:r>
              <a:rPr sz="1200" b="0">
                <a:solidFill>
                  <a:srgbClr val="FFFFFF"/>
                </a:solidFill>
                <a:latin typeface="Pilat Wide Heavy"/>
              </a:rPr>
              <a:t>Word · engineers</a:t>
            </a:r>
          </a:p>
        </p:txBody>
      </p:sp>
      <p:sp>
        <p:nvSpPr>
          <p:cNvPr id="8" name="TextBox 7"/>
          <p:cNvSpPr txBox="1"/>
          <p:nvPr/>
        </p:nvSpPr>
        <p:spPr>
          <a:xfrm>
            <a:off x="749808" y="2560320"/>
            <a:ext cx="3200400" cy="1005840"/>
          </a:xfrm>
          <a:prstGeom prst="rect">
            <a:avLst/>
          </a:prstGeom>
          <a:noFill/>
        </p:spPr>
        <p:txBody>
          <a:bodyPr wrap="square" lIns="0" tIns="0" rIns="0" bIns="0" anchor="t">
            <a:spAutoFit/>
          </a:bodyPr>
          <a:lstStyle/>
          <a:p>
            <a:pPr algn="l">
              <a:spcAft>
                <a:spcPts val="400"/>
              </a:spcAft>
            </a:pPr>
            <a:r>
              <a:rPr sz="1300" b="0">
                <a:solidFill>
                  <a:srgbClr val="FFFFFF"/>
                </a:solidFill>
                <a:latin typeface="Pilat Light"/>
              </a:rPr>
              <a:t>Every screen, the daily routine, verification, reports, FAQ</a:t>
            </a:r>
          </a:p>
        </p:txBody>
      </p:sp>
      <p:sp>
        <p:nvSpPr>
          <p:cNvPr id="9" name="Rounded Rectangle 8"/>
          <p:cNvSpPr/>
          <p:nvPr/>
        </p:nvSpPr>
        <p:spPr>
          <a:xfrm>
            <a:off x="4288536" y="1508760"/>
            <a:ext cx="3611880" cy="2148840"/>
          </a:xfrm>
          <a:prstGeom prst="roundRect">
            <a:avLst>
              <a:gd name="adj" fmla="val 6000"/>
            </a:avLst>
          </a:prstGeom>
          <a:solidFill>
            <a:srgbClr val="323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517136" y="1691639"/>
            <a:ext cx="3200400" cy="411480"/>
          </a:xfrm>
          <a:prstGeom prst="rect">
            <a:avLst/>
          </a:prstGeom>
          <a:noFill/>
        </p:spPr>
        <p:txBody>
          <a:bodyPr wrap="square" lIns="0" tIns="0" rIns="0" bIns="0" anchor="t">
            <a:spAutoFit/>
          </a:bodyPr>
          <a:lstStyle/>
          <a:p>
            <a:pPr algn="l">
              <a:spcAft>
                <a:spcPts val="400"/>
              </a:spcAft>
            </a:pPr>
            <a:r>
              <a:rPr sz="1600" b="0">
                <a:solidFill>
                  <a:srgbClr val="FFFFFF"/>
                </a:solidFill>
                <a:latin typeface="Pilat Demi"/>
              </a:rPr>
              <a:t>QUICK REFERENCE CARD</a:t>
            </a:r>
          </a:p>
        </p:txBody>
      </p:sp>
      <p:sp>
        <p:nvSpPr>
          <p:cNvPr id="11" name="TextBox 10"/>
          <p:cNvSpPr txBox="1"/>
          <p:nvPr/>
        </p:nvSpPr>
        <p:spPr>
          <a:xfrm>
            <a:off x="4517136" y="2130552"/>
            <a:ext cx="3200400" cy="320040"/>
          </a:xfrm>
          <a:prstGeom prst="rect">
            <a:avLst/>
          </a:prstGeom>
          <a:noFill/>
        </p:spPr>
        <p:txBody>
          <a:bodyPr wrap="square" lIns="0" tIns="0" rIns="0" bIns="0" anchor="t">
            <a:spAutoFit/>
          </a:bodyPr>
          <a:lstStyle/>
          <a:p>
            <a:pPr algn="l">
              <a:spcAft>
                <a:spcPts val="400"/>
              </a:spcAft>
            </a:pPr>
            <a:r>
              <a:rPr sz="1200" b="0">
                <a:solidFill>
                  <a:srgbClr val="FFFFFF"/>
                </a:solidFill>
                <a:latin typeface="Pilat Wide Heavy"/>
              </a:rPr>
              <a:t>PDF · desk</a:t>
            </a:r>
          </a:p>
        </p:txBody>
      </p:sp>
      <p:sp>
        <p:nvSpPr>
          <p:cNvPr id="12" name="TextBox 11"/>
          <p:cNvSpPr txBox="1"/>
          <p:nvPr/>
        </p:nvSpPr>
        <p:spPr>
          <a:xfrm>
            <a:off x="4517136" y="2560320"/>
            <a:ext cx="3200400" cy="1005840"/>
          </a:xfrm>
          <a:prstGeom prst="rect">
            <a:avLst/>
          </a:prstGeom>
          <a:noFill/>
        </p:spPr>
        <p:txBody>
          <a:bodyPr wrap="square" lIns="0" tIns="0" rIns="0" bIns="0" anchor="t">
            <a:spAutoFit/>
          </a:bodyPr>
          <a:lstStyle/>
          <a:p>
            <a:pPr algn="l">
              <a:spcAft>
                <a:spcPts val="400"/>
              </a:spcAft>
            </a:pPr>
            <a:r>
              <a:rPr sz="1300" b="0">
                <a:solidFill>
                  <a:srgbClr val="FFFFFF"/>
                </a:solidFill>
                <a:latin typeface="Pilat Light"/>
              </a:rPr>
              <a:t>Two printable pages</a:t>
            </a:r>
          </a:p>
        </p:txBody>
      </p:sp>
      <p:sp>
        <p:nvSpPr>
          <p:cNvPr id="13" name="Rounded Rectangle 12"/>
          <p:cNvSpPr/>
          <p:nvPr/>
        </p:nvSpPr>
        <p:spPr>
          <a:xfrm>
            <a:off x="8055864" y="1508760"/>
            <a:ext cx="3611880" cy="2148840"/>
          </a:xfrm>
          <a:prstGeom prst="roundRect">
            <a:avLst>
              <a:gd name="adj" fmla="val 6000"/>
            </a:avLst>
          </a:prstGeom>
          <a:solidFill>
            <a:srgbClr val="FF2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284464" y="1691639"/>
            <a:ext cx="3200400" cy="411480"/>
          </a:xfrm>
          <a:prstGeom prst="rect">
            <a:avLst/>
          </a:prstGeom>
          <a:noFill/>
        </p:spPr>
        <p:txBody>
          <a:bodyPr wrap="square" lIns="0" tIns="0" rIns="0" bIns="0" anchor="t">
            <a:spAutoFit/>
          </a:bodyPr>
          <a:lstStyle/>
          <a:p>
            <a:pPr algn="l">
              <a:spcAft>
                <a:spcPts val="400"/>
              </a:spcAft>
            </a:pPr>
            <a:r>
              <a:rPr sz="1600" b="0">
                <a:solidFill>
                  <a:srgbClr val="FFFFFF"/>
                </a:solidFill>
                <a:latin typeface="Pilat Demi"/>
              </a:rPr>
              <a:t>EXECUTIVE OVERVIEW</a:t>
            </a:r>
          </a:p>
        </p:txBody>
      </p:sp>
      <p:sp>
        <p:nvSpPr>
          <p:cNvPr id="15" name="TextBox 14"/>
          <p:cNvSpPr txBox="1"/>
          <p:nvPr/>
        </p:nvSpPr>
        <p:spPr>
          <a:xfrm>
            <a:off x="8284464" y="2130552"/>
            <a:ext cx="3200400" cy="320040"/>
          </a:xfrm>
          <a:prstGeom prst="rect">
            <a:avLst/>
          </a:prstGeom>
          <a:noFill/>
        </p:spPr>
        <p:txBody>
          <a:bodyPr wrap="square" lIns="0" tIns="0" rIns="0" bIns="0" anchor="t">
            <a:spAutoFit/>
          </a:bodyPr>
          <a:lstStyle/>
          <a:p>
            <a:pPr algn="l">
              <a:spcAft>
                <a:spcPts val="400"/>
              </a:spcAft>
            </a:pPr>
            <a:r>
              <a:rPr sz="1200" b="0">
                <a:solidFill>
                  <a:srgbClr val="FFFFFF"/>
                </a:solidFill>
                <a:latin typeface="Pilat Wide Heavy"/>
              </a:rPr>
              <a:t>PDF · management</a:t>
            </a:r>
          </a:p>
        </p:txBody>
      </p:sp>
      <p:sp>
        <p:nvSpPr>
          <p:cNvPr id="16" name="TextBox 15"/>
          <p:cNvSpPr txBox="1"/>
          <p:nvPr/>
        </p:nvSpPr>
        <p:spPr>
          <a:xfrm>
            <a:off x="8284464" y="2560320"/>
            <a:ext cx="3200400" cy="1005840"/>
          </a:xfrm>
          <a:prstGeom prst="rect">
            <a:avLst/>
          </a:prstGeom>
          <a:noFill/>
        </p:spPr>
        <p:txBody>
          <a:bodyPr wrap="square" lIns="0" tIns="0" rIns="0" bIns="0" anchor="t">
            <a:spAutoFit/>
          </a:bodyPr>
          <a:lstStyle/>
          <a:p>
            <a:pPr algn="l">
              <a:spcAft>
                <a:spcPts val="400"/>
              </a:spcAft>
            </a:pPr>
            <a:r>
              <a:rPr sz="1300" b="0">
                <a:solidFill>
                  <a:srgbClr val="FFFFFF"/>
                </a:solidFill>
                <a:latin typeface="Pilat Light"/>
              </a:rPr>
              <a:t>Value, readiness, rollout</a:t>
            </a:r>
          </a:p>
        </p:txBody>
      </p:sp>
      <p:sp>
        <p:nvSpPr>
          <p:cNvPr id="17" name="Rounded Rectangle 16"/>
          <p:cNvSpPr/>
          <p:nvPr/>
        </p:nvSpPr>
        <p:spPr>
          <a:xfrm>
            <a:off x="521207" y="3840479"/>
            <a:ext cx="3611880" cy="2148840"/>
          </a:xfrm>
          <a:prstGeom prst="roundRect">
            <a:avLst>
              <a:gd name="adj" fmla="val 6000"/>
            </a:avLst>
          </a:prstGeom>
          <a:solidFill>
            <a:srgbClr val="FF3C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49808" y="4023359"/>
            <a:ext cx="3200400" cy="411480"/>
          </a:xfrm>
          <a:prstGeom prst="rect">
            <a:avLst/>
          </a:prstGeom>
          <a:noFill/>
        </p:spPr>
        <p:txBody>
          <a:bodyPr wrap="square" lIns="0" tIns="0" rIns="0" bIns="0" anchor="t">
            <a:spAutoFit/>
          </a:bodyPr>
          <a:lstStyle/>
          <a:p>
            <a:pPr algn="l">
              <a:spcAft>
                <a:spcPts val="400"/>
              </a:spcAft>
            </a:pPr>
            <a:r>
              <a:rPr sz="1600" b="0">
                <a:solidFill>
                  <a:srgbClr val="FFFFFF"/>
                </a:solidFill>
                <a:latin typeface="Pilat Demi"/>
              </a:rPr>
              <a:t>TECHNICAL GUIDE</a:t>
            </a:r>
          </a:p>
        </p:txBody>
      </p:sp>
      <p:sp>
        <p:nvSpPr>
          <p:cNvPr id="19" name="TextBox 18"/>
          <p:cNvSpPr txBox="1"/>
          <p:nvPr/>
        </p:nvSpPr>
        <p:spPr>
          <a:xfrm>
            <a:off x="749808" y="4462271"/>
            <a:ext cx="3200400" cy="320040"/>
          </a:xfrm>
          <a:prstGeom prst="rect">
            <a:avLst/>
          </a:prstGeom>
          <a:noFill/>
        </p:spPr>
        <p:txBody>
          <a:bodyPr wrap="square" lIns="0" tIns="0" rIns="0" bIns="0" anchor="t">
            <a:spAutoFit/>
          </a:bodyPr>
          <a:lstStyle/>
          <a:p>
            <a:pPr algn="l">
              <a:spcAft>
                <a:spcPts val="400"/>
              </a:spcAft>
            </a:pPr>
            <a:r>
              <a:rPr sz="1200" b="0">
                <a:solidFill>
                  <a:srgbClr val="FFFFFF"/>
                </a:solidFill>
                <a:latin typeface="Pilat Wide Heavy"/>
              </a:rPr>
              <a:t>Word · developers / IT</a:t>
            </a:r>
          </a:p>
        </p:txBody>
      </p:sp>
      <p:sp>
        <p:nvSpPr>
          <p:cNvPr id="20" name="TextBox 19"/>
          <p:cNvSpPr txBox="1"/>
          <p:nvPr/>
        </p:nvSpPr>
        <p:spPr>
          <a:xfrm>
            <a:off x="749808" y="4892040"/>
            <a:ext cx="3200400" cy="1005840"/>
          </a:xfrm>
          <a:prstGeom prst="rect">
            <a:avLst/>
          </a:prstGeom>
          <a:noFill/>
        </p:spPr>
        <p:txBody>
          <a:bodyPr wrap="square" lIns="0" tIns="0" rIns="0" bIns="0" anchor="t">
            <a:spAutoFit/>
          </a:bodyPr>
          <a:lstStyle/>
          <a:p>
            <a:pPr algn="l">
              <a:spcAft>
                <a:spcPts val="400"/>
              </a:spcAft>
            </a:pPr>
            <a:r>
              <a:rPr sz="1300" b="0">
                <a:solidFill>
                  <a:srgbClr val="FFFFFF"/>
                </a:solidFill>
                <a:latin typeface="Pilat Light"/>
              </a:rPr>
              <a:t>Architecture, algorithms, data, tuning, review findings</a:t>
            </a:r>
          </a:p>
        </p:txBody>
      </p:sp>
      <p:sp>
        <p:nvSpPr>
          <p:cNvPr id="21" name="Rounded Rectangle 20"/>
          <p:cNvSpPr/>
          <p:nvPr/>
        </p:nvSpPr>
        <p:spPr>
          <a:xfrm>
            <a:off x="4288536" y="3840479"/>
            <a:ext cx="3611880" cy="2148840"/>
          </a:xfrm>
          <a:prstGeom prst="roundRect">
            <a:avLst>
              <a:gd name="adj" fmla="val 6000"/>
            </a:avLst>
          </a:prstGeom>
          <a:solidFill>
            <a:srgbClr val="00E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517136" y="4023359"/>
            <a:ext cx="3200400" cy="411480"/>
          </a:xfrm>
          <a:prstGeom prst="rect">
            <a:avLst/>
          </a:prstGeom>
          <a:noFill/>
        </p:spPr>
        <p:txBody>
          <a:bodyPr wrap="square" lIns="0" tIns="0" rIns="0" bIns="0" anchor="t">
            <a:spAutoFit/>
          </a:bodyPr>
          <a:lstStyle/>
          <a:p>
            <a:pPr algn="l">
              <a:spcAft>
                <a:spcPts val="400"/>
              </a:spcAft>
            </a:pPr>
            <a:r>
              <a:rPr sz="1600" b="0">
                <a:solidFill>
                  <a:srgbClr val="0F0F19"/>
                </a:solidFill>
                <a:latin typeface="Pilat Demi"/>
              </a:rPr>
              <a:t>INSTALL &amp; ADMIN GUIDE</a:t>
            </a:r>
          </a:p>
        </p:txBody>
      </p:sp>
      <p:sp>
        <p:nvSpPr>
          <p:cNvPr id="23" name="TextBox 22"/>
          <p:cNvSpPr txBox="1"/>
          <p:nvPr/>
        </p:nvSpPr>
        <p:spPr>
          <a:xfrm>
            <a:off x="4517136" y="4462271"/>
            <a:ext cx="3200400" cy="320040"/>
          </a:xfrm>
          <a:prstGeom prst="rect">
            <a:avLst/>
          </a:prstGeom>
          <a:noFill/>
        </p:spPr>
        <p:txBody>
          <a:bodyPr wrap="square" lIns="0" tIns="0" rIns="0" bIns="0" anchor="t">
            <a:spAutoFit/>
          </a:bodyPr>
          <a:lstStyle/>
          <a:p>
            <a:pPr algn="l">
              <a:spcAft>
                <a:spcPts val="400"/>
              </a:spcAft>
            </a:pPr>
            <a:r>
              <a:rPr sz="1200" b="0">
                <a:solidFill>
                  <a:srgbClr val="0F0F19"/>
                </a:solidFill>
                <a:latin typeface="Pilat Wide Heavy"/>
              </a:rPr>
              <a:t>PDF · IT</a:t>
            </a:r>
          </a:p>
        </p:txBody>
      </p:sp>
      <p:sp>
        <p:nvSpPr>
          <p:cNvPr id="24" name="TextBox 23"/>
          <p:cNvSpPr txBox="1"/>
          <p:nvPr/>
        </p:nvSpPr>
        <p:spPr>
          <a:xfrm>
            <a:off x="4517136" y="4892040"/>
            <a:ext cx="3200400" cy="1005840"/>
          </a:xfrm>
          <a:prstGeom prst="rect">
            <a:avLst/>
          </a:prstGeom>
          <a:noFill/>
        </p:spPr>
        <p:txBody>
          <a:bodyPr wrap="square" lIns="0" tIns="0" rIns="0" bIns="0" anchor="t">
            <a:spAutoFit/>
          </a:bodyPr>
          <a:lstStyle/>
          <a:p>
            <a:pPr algn="l">
              <a:spcAft>
                <a:spcPts val="400"/>
              </a:spcAft>
            </a:pPr>
            <a:r>
              <a:rPr sz="1300" b="0">
                <a:solidFill>
                  <a:srgbClr val="0F0F19"/>
                </a:solidFill>
                <a:latin typeface="Pilat Light"/>
              </a:rPr>
              <a:t>Install, secure, back up, upgrade</a:t>
            </a:r>
          </a:p>
        </p:txBody>
      </p:sp>
      <p:sp>
        <p:nvSpPr>
          <p:cNvPr id="25" name="Rounded Rectangle 24"/>
          <p:cNvSpPr/>
          <p:nvPr/>
        </p:nvSpPr>
        <p:spPr>
          <a:xfrm>
            <a:off x="8055864" y="3840479"/>
            <a:ext cx="3611880" cy="2148840"/>
          </a:xfrm>
          <a:prstGeom prst="roundRect">
            <a:avLst>
              <a:gd name="adj" fmla="val 6000"/>
            </a:avLst>
          </a:prstGeom>
          <a:solidFill>
            <a:srgbClr val="FFB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284464" y="4023359"/>
            <a:ext cx="3200400" cy="411480"/>
          </a:xfrm>
          <a:prstGeom prst="rect">
            <a:avLst/>
          </a:prstGeom>
          <a:noFill/>
        </p:spPr>
        <p:txBody>
          <a:bodyPr wrap="square" lIns="0" tIns="0" rIns="0" bIns="0" anchor="t">
            <a:spAutoFit/>
          </a:bodyPr>
          <a:lstStyle/>
          <a:p>
            <a:pPr algn="l">
              <a:spcAft>
                <a:spcPts val="400"/>
              </a:spcAft>
            </a:pPr>
            <a:r>
              <a:rPr sz="1600" b="0">
                <a:solidFill>
                  <a:srgbClr val="0F0F19"/>
                </a:solidFill>
                <a:latin typeface="Pilat Demi"/>
              </a:rPr>
              <a:t>TRAINING WORKBOOK</a:t>
            </a:r>
          </a:p>
        </p:txBody>
      </p:sp>
      <p:sp>
        <p:nvSpPr>
          <p:cNvPr id="27" name="TextBox 26"/>
          <p:cNvSpPr txBox="1"/>
          <p:nvPr/>
        </p:nvSpPr>
        <p:spPr>
          <a:xfrm>
            <a:off x="8284464" y="4462271"/>
            <a:ext cx="3200400" cy="320040"/>
          </a:xfrm>
          <a:prstGeom prst="rect">
            <a:avLst/>
          </a:prstGeom>
          <a:noFill/>
        </p:spPr>
        <p:txBody>
          <a:bodyPr wrap="square" lIns="0" tIns="0" rIns="0" bIns="0" anchor="t">
            <a:spAutoFit/>
          </a:bodyPr>
          <a:lstStyle/>
          <a:p>
            <a:pPr algn="l">
              <a:spcAft>
                <a:spcPts val="400"/>
              </a:spcAft>
            </a:pPr>
            <a:r>
              <a:rPr sz="1200" b="0">
                <a:solidFill>
                  <a:srgbClr val="0F0F19"/>
                </a:solidFill>
                <a:latin typeface="Pilat Wide Heavy"/>
              </a:rPr>
              <a:t>Excel · trainers</a:t>
            </a:r>
          </a:p>
        </p:txBody>
      </p:sp>
      <p:sp>
        <p:nvSpPr>
          <p:cNvPr id="28" name="TextBox 27"/>
          <p:cNvSpPr txBox="1"/>
          <p:nvPr/>
        </p:nvSpPr>
        <p:spPr>
          <a:xfrm>
            <a:off x="8284464" y="4892040"/>
            <a:ext cx="3200400" cy="1005840"/>
          </a:xfrm>
          <a:prstGeom prst="rect">
            <a:avLst/>
          </a:prstGeom>
          <a:noFill/>
        </p:spPr>
        <p:txBody>
          <a:bodyPr wrap="square" lIns="0" tIns="0" rIns="0" bIns="0" anchor="t">
            <a:spAutoFit/>
          </a:bodyPr>
          <a:lstStyle/>
          <a:p>
            <a:pPr algn="l">
              <a:spcAft>
                <a:spcPts val="400"/>
              </a:spcAft>
            </a:pPr>
            <a:r>
              <a:rPr sz="1300" b="0">
                <a:solidFill>
                  <a:srgbClr val="0F0F19"/>
                </a:solidFill>
                <a:latin typeface="Pilat Light"/>
              </a:rPr>
              <a:t>Plan, sign-off, exercises, import template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DP World Template">
  <a:themeElements>
    <a:clrScheme name="Custom 123">
      <a:dk1>
        <a:srgbClr val="000000"/>
      </a:dk1>
      <a:lt1>
        <a:sysClr val="window" lastClr="FFFFFF"/>
      </a:lt1>
      <a:dk2>
        <a:srgbClr val="000000"/>
      </a:dk2>
      <a:lt2>
        <a:srgbClr val="E7E6E6"/>
      </a:lt2>
      <a:accent1>
        <a:srgbClr val="1E1450"/>
      </a:accent1>
      <a:accent2>
        <a:srgbClr val="FF2261"/>
      </a:accent2>
      <a:accent3>
        <a:srgbClr val="FF3C14"/>
      </a:accent3>
      <a:accent4>
        <a:srgbClr val="FFBD00"/>
      </a:accent4>
      <a:accent5>
        <a:srgbClr val="3230BE"/>
      </a:accent5>
      <a:accent6>
        <a:srgbClr val="00E68C"/>
      </a:accent6>
      <a:hlink>
        <a:srgbClr val="0563C1"/>
      </a:hlink>
      <a:folHlink>
        <a:srgbClr val="954F72"/>
      </a:folHlink>
    </a:clrScheme>
    <a:fontScheme name="Custom 60">
      <a:majorFont>
        <a:latin typeface="Pilat Wide Heavy"/>
        <a:ea typeface=""/>
        <a:cs typeface=""/>
      </a:majorFont>
      <a:minorFont>
        <a:latin typeface="Pila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gradFill>
            <a:gsLst>
              <a:gs pos="27440">
                <a:schemeClr val="tx1"/>
              </a:gs>
              <a:gs pos="0">
                <a:schemeClr val="tx1">
                  <a:alpha val="0"/>
                </a:schemeClr>
              </a:gs>
              <a:gs pos="76000">
                <a:schemeClr val="tx1"/>
              </a:gs>
              <a:gs pos="100000">
                <a:schemeClr val="tx1">
                  <a:alpha val="0"/>
                </a:schemeClr>
              </a:gs>
            </a:gsLst>
            <a:lin ang="0" scaled="0"/>
          </a:gra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DP World_Template_V04.potx" id="{BC806ED6-F577-4503-84A2-B46BACD29875}" vid="{A849AE76-9947-463B-949A-114C5042C8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1d29d5a0-e4b2-4274-b79c-f85cb0068166}" enabled="1" method="Privileged" siteId="{2bd16c9b-7e21-4274-9c06-7919f7647bbb}" contentBits="0" removed="0"/>
</clbl:labelList>
</file>

<file path=docProps/app.xml><?xml version="1.0" encoding="utf-8"?>
<Properties xmlns="http://schemas.openxmlformats.org/officeDocument/2006/extended-properties" xmlns:vt="http://schemas.openxmlformats.org/officeDocument/2006/docPropsVTypes">
  <Template>DP World Template</Template>
  <TotalTime>2164</TotalTime>
  <Words>12284</Words>
  <Application>Microsoft Office PowerPoint</Application>
  <PresentationFormat>Widescreen</PresentationFormat>
  <Paragraphs>1634</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DP World Template</vt:lpstr>
      <vt:lpstr>Camera Health Platform</vt:lpstr>
      <vt:lpstr>Today's programme</vt:lpstr>
      <vt:lpstr>Module A Why and what</vt:lpstr>
      <vt:lpstr>The problem</vt:lpstr>
      <vt:lpstr>How it works</vt:lpstr>
      <vt:lpstr>The value</vt:lpstr>
      <vt:lpstr>Readiness and rollout</vt:lpstr>
      <vt:lpstr>Module B Using the platform</vt:lpstr>
      <vt:lpstr>Getting started</vt:lpstr>
      <vt:lpstr>The daily routine</vt:lpstr>
      <vt:lpstr>What the statuses mean</vt:lpstr>
      <vt:lpstr>Reading an inspection card</vt:lpstr>
      <vt:lpstr>Verifying a result</vt:lpstr>
      <vt:lpstr>How the platform learns</vt:lpstr>
      <vt:lpstr>Reports and exports</vt:lpstr>
      <vt:lpstr>Managing cameras</vt:lpstr>
      <vt:lpstr>The inspection schedule</vt:lpstr>
      <vt:lpstr>Hands-on exercises</vt:lpstr>
      <vt:lpstr>Knowledge check</vt:lpstr>
      <vt:lpstr>Module C Administration</vt:lpstr>
      <vt:lpstr>Administration essentials</vt:lpstr>
      <vt:lpstr>Troubleshooting</vt:lpstr>
      <vt:lpstr>Your training pack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Camera Health Platform - Training</dc:title>
  <dc:creator>Camera Health Platform training team</dc:creator>
  <cp:lastModifiedBy>Fady Hablas</cp:lastModifiedBy>
  <cp:revision>51</cp:revision>
  <dcterms:created xsi:type="dcterms:W3CDTF">2021-10-25T05:43:15Z</dcterms:created>
  <dcterms:modified xsi:type="dcterms:W3CDTF">2026-10-22T08:04:43Z</dcterms:modified>
</cp:coreProperties>
</file>